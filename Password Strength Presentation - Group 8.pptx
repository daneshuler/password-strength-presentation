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Palanquin Dark"/>
      <p:regular r:id="rId17"/>
      <p:bold r:id="rId18"/>
    </p:embeddedFont>
    <p:embeddedFont>
      <p:font typeface="Rubik Glitch"/>
      <p:regular r:id="rId19"/>
    </p:embeddedFont>
    <p:embeddedFont>
      <p:font typeface="Rubik Black"/>
      <p:bold r:id="rId20"/>
      <p:boldItalic r:id="rId21"/>
    </p:embeddedFont>
    <p:embeddedFont>
      <p:font typeface="Rubik"/>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ubikBlack-bold.fntdata"/><Relationship Id="rId22" Type="http://schemas.openxmlformats.org/officeDocument/2006/relationships/font" Target="fonts/Rubik-regular.fntdata"/><Relationship Id="rId21" Type="http://schemas.openxmlformats.org/officeDocument/2006/relationships/font" Target="fonts/RubikBlack-boldItalic.fntdata"/><Relationship Id="rId24" Type="http://schemas.openxmlformats.org/officeDocument/2006/relationships/font" Target="fonts/Rubik-italic.fntdata"/><Relationship Id="rId23" Type="http://schemas.openxmlformats.org/officeDocument/2006/relationships/font" Target="fonts/Rubik-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Rubik-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alanquinDark-regular.fntdata"/><Relationship Id="rId16" Type="http://schemas.openxmlformats.org/officeDocument/2006/relationships/slide" Target="slides/slide12.xml"/><Relationship Id="rId19" Type="http://schemas.openxmlformats.org/officeDocument/2006/relationships/font" Target="fonts/RubikGlitch-regular.fntdata"/><Relationship Id="rId18" Type="http://schemas.openxmlformats.org/officeDocument/2006/relationships/font" Target="fonts/PalanquinDar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2" name="Shape 9512"/>
        <p:cNvGrpSpPr/>
        <p:nvPr/>
      </p:nvGrpSpPr>
      <p:grpSpPr>
        <a:xfrm>
          <a:off x="0" y="0"/>
          <a:ext cx="0" cy="0"/>
          <a:chOff x="0" y="0"/>
          <a:chExt cx="0" cy="0"/>
        </a:xfrm>
      </p:grpSpPr>
      <p:sp>
        <p:nvSpPr>
          <p:cNvPr id="9513" name="Google Shape;9513;g8794a74c9d_0_2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4" name="Google Shape;9514;g8794a74c9d_0_2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0" name="Shape 9520"/>
        <p:cNvGrpSpPr/>
        <p:nvPr/>
      </p:nvGrpSpPr>
      <p:grpSpPr>
        <a:xfrm>
          <a:off x="0" y="0"/>
          <a:ext cx="0" cy="0"/>
          <a:chOff x="0" y="0"/>
          <a:chExt cx="0" cy="0"/>
        </a:xfrm>
      </p:grpSpPr>
      <p:sp>
        <p:nvSpPr>
          <p:cNvPr id="9521" name="Google Shape;9521;ge461eef2e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2" name="Google Shape;9522;ge461eef2e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8" name="Shape 9538"/>
        <p:cNvGrpSpPr/>
        <p:nvPr/>
      </p:nvGrpSpPr>
      <p:grpSpPr>
        <a:xfrm>
          <a:off x="0" y="0"/>
          <a:ext cx="0" cy="0"/>
          <a:chOff x="0" y="0"/>
          <a:chExt cx="0" cy="0"/>
        </a:xfrm>
      </p:grpSpPr>
      <p:sp>
        <p:nvSpPr>
          <p:cNvPr id="9539" name="Google Shape;9539;g29f640d0e1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0" name="Google Shape;9540;g29f640d0e1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6" name="Shape 9546"/>
        <p:cNvGrpSpPr/>
        <p:nvPr/>
      </p:nvGrpSpPr>
      <p:grpSpPr>
        <a:xfrm>
          <a:off x="0" y="0"/>
          <a:ext cx="0" cy="0"/>
          <a:chOff x="0" y="0"/>
          <a:chExt cx="0" cy="0"/>
        </a:xfrm>
      </p:grpSpPr>
      <p:sp>
        <p:nvSpPr>
          <p:cNvPr id="9547" name="Google Shape;9547;g13852c7ee04_0_2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8" name="Google Shape;9548;g13852c7ee04_0_2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4" name="Shape 9554"/>
        <p:cNvGrpSpPr/>
        <p:nvPr/>
      </p:nvGrpSpPr>
      <p:grpSpPr>
        <a:xfrm>
          <a:off x="0" y="0"/>
          <a:ext cx="0" cy="0"/>
          <a:chOff x="0" y="0"/>
          <a:chExt cx="0" cy="0"/>
        </a:xfrm>
      </p:grpSpPr>
      <p:sp>
        <p:nvSpPr>
          <p:cNvPr id="9555" name="Google Shape;9555;g13852c7ee04_0_2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6" name="Google Shape;9556;g13852c7ee04_0_2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2" name="Shape 9562"/>
        <p:cNvGrpSpPr/>
        <p:nvPr/>
      </p:nvGrpSpPr>
      <p:grpSpPr>
        <a:xfrm>
          <a:off x="0" y="0"/>
          <a:ext cx="0" cy="0"/>
          <a:chOff x="0" y="0"/>
          <a:chExt cx="0" cy="0"/>
        </a:xfrm>
      </p:grpSpPr>
      <p:sp>
        <p:nvSpPr>
          <p:cNvPr id="9563" name="Google Shape;9563;g13852c7ee04_0_2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4" name="Google Shape;9564;g13852c7ee04_0_2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9" name="Shape 9569"/>
        <p:cNvGrpSpPr/>
        <p:nvPr/>
      </p:nvGrpSpPr>
      <p:grpSpPr>
        <a:xfrm>
          <a:off x="0" y="0"/>
          <a:ext cx="0" cy="0"/>
          <a:chOff x="0" y="0"/>
          <a:chExt cx="0" cy="0"/>
        </a:xfrm>
      </p:grpSpPr>
      <p:sp>
        <p:nvSpPr>
          <p:cNvPr id="9570" name="Google Shape;9570;g877b642fd3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1" name="Google Shape;9571;g877b642fd3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7" name="Shape 9577"/>
        <p:cNvGrpSpPr/>
        <p:nvPr/>
      </p:nvGrpSpPr>
      <p:grpSpPr>
        <a:xfrm>
          <a:off x="0" y="0"/>
          <a:ext cx="0" cy="0"/>
          <a:chOff x="0" y="0"/>
          <a:chExt cx="0" cy="0"/>
        </a:xfrm>
      </p:grpSpPr>
      <p:sp>
        <p:nvSpPr>
          <p:cNvPr id="9578" name="Google Shape;9578;g29f640d0e1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9" name="Google Shape;9579;g29f640d0e1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5" name="Shape 9585"/>
        <p:cNvGrpSpPr/>
        <p:nvPr/>
      </p:nvGrpSpPr>
      <p:grpSpPr>
        <a:xfrm>
          <a:off x="0" y="0"/>
          <a:ext cx="0" cy="0"/>
          <a:chOff x="0" y="0"/>
          <a:chExt cx="0" cy="0"/>
        </a:xfrm>
      </p:grpSpPr>
      <p:sp>
        <p:nvSpPr>
          <p:cNvPr id="9586" name="Google Shape;9586;g2a003d83d35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7" name="Google Shape;9587;g2a003d83d35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2" name="Shape 9592"/>
        <p:cNvGrpSpPr/>
        <p:nvPr/>
      </p:nvGrpSpPr>
      <p:grpSpPr>
        <a:xfrm>
          <a:off x="0" y="0"/>
          <a:ext cx="0" cy="0"/>
          <a:chOff x="0" y="0"/>
          <a:chExt cx="0" cy="0"/>
        </a:xfrm>
      </p:grpSpPr>
      <p:sp>
        <p:nvSpPr>
          <p:cNvPr id="9593" name="Google Shape;9593;g2a090dcf49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4" name="Google Shape;9594;g2a090dcf4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some screenshots of the Code we produced to analyze our dataset. </a:t>
            </a:r>
            <a:endParaRPr/>
          </a:p>
          <a:p>
            <a:pPr indent="0" lvl="0" marL="0" rtl="0" algn="l">
              <a:spcBef>
                <a:spcPts val="0"/>
              </a:spcBef>
              <a:spcAft>
                <a:spcPts val="0"/>
              </a:spcAft>
              <a:buNone/>
            </a:pPr>
            <a:r>
              <a:rPr lang="en"/>
              <a:t>In the first blue box, we import the regex and csv libraries and assign file names to variables to use later.</a:t>
            </a:r>
            <a:endParaRPr/>
          </a:p>
          <a:p>
            <a:pPr indent="0" lvl="0" marL="0" rtl="0" algn="l">
              <a:spcBef>
                <a:spcPts val="0"/>
              </a:spcBef>
              <a:spcAft>
                <a:spcPts val="0"/>
              </a:spcAft>
              <a:buNone/>
            </a:pPr>
            <a:r>
              <a:rPr lang="en"/>
              <a:t>These red boxes show our functions.</a:t>
            </a:r>
            <a:endParaRPr/>
          </a:p>
          <a:p>
            <a:pPr indent="0" lvl="0" marL="0" rtl="0" algn="l">
              <a:spcBef>
                <a:spcPts val="0"/>
              </a:spcBef>
              <a:spcAft>
                <a:spcPts val="0"/>
              </a:spcAft>
              <a:buNone/>
            </a:pPr>
            <a:r>
              <a:rPr lang="en"/>
              <a:t>In the first function, we pass a password string into the check_password() function.</a:t>
            </a:r>
            <a:endParaRPr/>
          </a:p>
          <a:p>
            <a:pPr indent="0" lvl="0" marL="0" rtl="0" algn="l">
              <a:spcBef>
                <a:spcPts val="0"/>
              </a:spcBef>
              <a:spcAft>
                <a:spcPts val="0"/>
              </a:spcAft>
              <a:buNone/>
            </a:pPr>
            <a:r>
              <a:rPr lang="en"/>
              <a:t>First, we find the password length, and add a check for a length greater than 8. </a:t>
            </a:r>
            <a:endParaRPr/>
          </a:p>
          <a:p>
            <a:pPr indent="0" lvl="0" marL="0" rtl="0" algn="l">
              <a:spcBef>
                <a:spcPts val="0"/>
              </a:spcBef>
              <a:spcAft>
                <a:spcPts val="0"/>
              </a:spcAft>
              <a:buNone/>
            </a:pPr>
            <a:r>
              <a:rPr lang="en"/>
              <a:t>Next, using regex functions, we find the number of digits in the password, and add a check for at least 1 digit.</a:t>
            </a:r>
            <a:endParaRPr/>
          </a:p>
          <a:p>
            <a:pPr indent="0" lvl="0" marL="0" rtl="0" algn="l">
              <a:spcBef>
                <a:spcPts val="0"/>
              </a:spcBef>
              <a:spcAft>
                <a:spcPts val="0"/>
              </a:spcAft>
              <a:buNone/>
            </a:pPr>
            <a:r>
              <a:rPr lang="en"/>
              <a:t>Similar code is then written for checking for uppercase letters, lowercase letters and symbols.</a:t>
            </a:r>
            <a:endParaRPr/>
          </a:p>
          <a:p>
            <a:pPr indent="0" lvl="0" marL="0" rtl="0" algn="l">
              <a:spcBef>
                <a:spcPts val="0"/>
              </a:spcBef>
              <a:spcAft>
                <a:spcPts val="0"/>
              </a:spcAft>
              <a:buNone/>
            </a:pPr>
            <a:r>
              <a:rPr lang="en"/>
              <a:t>Next, we check for repeating characters like ss or abab.</a:t>
            </a:r>
            <a:endParaRPr/>
          </a:p>
          <a:p>
            <a:pPr indent="0" lvl="0" marL="0" rtl="0" algn="l">
              <a:spcBef>
                <a:spcPts val="0"/>
              </a:spcBef>
              <a:spcAft>
                <a:spcPts val="0"/>
              </a:spcAft>
              <a:buNone/>
            </a:pPr>
            <a:r>
              <a:rPr lang="en"/>
              <a:t>We then import a file of the 10,000 most popular passwords and check if our password matches any of them. </a:t>
            </a:r>
            <a:endParaRPr/>
          </a:p>
          <a:p>
            <a:pPr indent="0" lvl="0" marL="0" rtl="0" algn="l">
              <a:spcBef>
                <a:spcPts val="0"/>
              </a:spcBef>
              <a:spcAft>
                <a:spcPts val="0"/>
              </a:spcAft>
              <a:buNone/>
            </a:pPr>
            <a:r>
              <a:rPr lang="en"/>
              <a:t>Lastly, we count the number of unique characters in the password, and add a check for passing all previous checks.</a:t>
            </a:r>
            <a:endParaRPr/>
          </a:p>
          <a:p>
            <a:pPr indent="0" lvl="0" marL="0" rtl="0" algn="l">
              <a:spcBef>
                <a:spcPts val="0"/>
              </a:spcBef>
              <a:spcAft>
                <a:spcPts val="0"/>
              </a:spcAft>
              <a:buNone/>
            </a:pPr>
            <a:r>
              <a:rPr lang="en"/>
              <a:t>Next, we calculate the overall score by summing the length, digit count and symbol count. Additionally, for every repeated character set detected, the score will decrease by 3, and if the password is common, the score will decrease by 10. </a:t>
            </a:r>
            <a:endParaRPr/>
          </a:p>
          <a:p>
            <a:pPr indent="0" lvl="0" marL="0" rtl="0" algn="l">
              <a:spcBef>
                <a:spcPts val="0"/>
              </a:spcBef>
              <a:spcAft>
                <a:spcPts val="0"/>
              </a:spcAft>
              <a:buNone/>
            </a:pPr>
            <a:r>
              <a:rPr lang="en"/>
              <a:t>At the end of the function, we return all variables we calculated earlier with labels for readability. </a:t>
            </a:r>
            <a:endParaRPr/>
          </a:p>
          <a:p>
            <a:pPr indent="0" lvl="0" marL="0" rtl="0" algn="l">
              <a:spcBef>
                <a:spcPts val="0"/>
              </a:spcBef>
              <a:spcAft>
                <a:spcPts val="0"/>
              </a:spcAft>
              <a:buNone/>
            </a:pPr>
            <a:r>
              <a:rPr lang="en"/>
              <a:t>In the next function, we pass the number of entries from the file we want to read into the analyze_from_file() function. </a:t>
            </a:r>
            <a:endParaRPr/>
          </a:p>
          <a:p>
            <a:pPr indent="0" lvl="0" marL="0" rtl="0" algn="l">
              <a:spcBef>
                <a:spcPts val="0"/>
              </a:spcBef>
              <a:spcAft>
                <a:spcPts val="0"/>
              </a:spcAft>
              <a:buNone/>
            </a:pPr>
            <a:r>
              <a:rPr lang="en"/>
              <a:t>First, we open the file from the password data leak, and store our password entries into the passwords variable.</a:t>
            </a:r>
            <a:endParaRPr/>
          </a:p>
          <a:p>
            <a:pPr indent="0" lvl="0" marL="0" rtl="0" algn="l">
              <a:spcBef>
                <a:spcPts val="0"/>
              </a:spcBef>
              <a:spcAft>
                <a:spcPts val="0"/>
              </a:spcAft>
              <a:buNone/>
            </a:pPr>
            <a:r>
              <a:rPr lang="en"/>
              <a:t>We then run the check_password() function on each password in the passwords variable, and store the overall score, length, commonality and unique character count and return them.</a:t>
            </a:r>
            <a:endParaRPr/>
          </a:p>
          <a:p>
            <a:pPr indent="0" lvl="0" marL="0" rtl="0" algn="l">
              <a:spcBef>
                <a:spcPts val="0"/>
              </a:spcBef>
              <a:spcAft>
                <a:spcPts val="0"/>
              </a:spcAft>
              <a:buNone/>
            </a:pPr>
            <a:r>
              <a:rPr lang="en"/>
              <a:t>After the function, we define the number of entries we want to parse, and then feed that value into the analyze_from_file() function. </a:t>
            </a:r>
            <a:endParaRPr/>
          </a:p>
          <a:p>
            <a:pPr indent="0" lvl="0" marL="0" rtl="0" algn="l">
              <a:spcBef>
                <a:spcPts val="0"/>
              </a:spcBef>
              <a:spcAft>
                <a:spcPts val="0"/>
              </a:spcAft>
              <a:buNone/>
            </a:pPr>
            <a:r>
              <a:rPr lang="en"/>
              <a:t>Next, we print each resulting row to the console and define our output file path. </a:t>
            </a:r>
            <a:endParaRPr/>
          </a:p>
          <a:p>
            <a:pPr indent="0" lvl="0" marL="0" rtl="0" algn="l">
              <a:spcBef>
                <a:spcPts val="0"/>
              </a:spcBef>
              <a:spcAft>
                <a:spcPts val="0"/>
              </a:spcAft>
              <a:buNone/>
            </a:pPr>
            <a:r>
              <a:rPr lang="en"/>
              <a:t>Lastly, we write labels for each column of data, and write the data to a new row in the output.csv file.</a:t>
            </a:r>
            <a:endParaRPr/>
          </a:p>
          <a:p>
            <a:pPr indent="0" lvl="0" marL="0" rtl="0" algn="l">
              <a:spcBef>
                <a:spcPts val="0"/>
              </a:spcBef>
              <a:spcAft>
                <a:spcPts val="0"/>
              </a:spcAft>
              <a:buNone/>
            </a:pPr>
            <a:r>
              <a:rPr lang="en"/>
              <a:t>A success message will print to console if the Code executed correctly.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1" name="Shape 9631"/>
        <p:cNvGrpSpPr/>
        <p:nvPr/>
      </p:nvGrpSpPr>
      <p:grpSpPr>
        <a:xfrm>
          <a:off x="0" y="0"/>
          <a:ext cx="0" cy="0"/>
          <a:chOff x="0" y="0"/>
          <a:chExt cx="0" cy="0"/>
        </a:xfrm>
      </p:grpSpPr>
      <p:sp>
        <p:nvSpPr>
          <p:cNvPr id="9632" name="Google Shape;9632;g2a003d83d35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33" name="Google Shape;9633;g2a003d83d35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we’ll talk about our Data analysis results. </a:t>
            </a:r>
            <a:endParaRPr/>
          </a:p>
          <a:p>
            <a:pPr indent="0" lvl="0" marL="0" rtl="0" algn="l">
              <a:spcBef>
                <a:spcPts val="0"/>
              </a:spcBef>
              <a:spcAft>
                <a:spcPts val="0"/>
              </a:spcAft>
              <a:buNone/>
            </a:pPr>
            <a:r>
              <a:rPr lang="en"/>
              <a:t>When we ran our code, the results were written to the output.csv file. A screenshot of the resulting raw csv file is shown on the slide.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At the bottom, we can see that the average score was 11.82, the average length was 9.69, and the average unique character count was 8.02.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side of the slide are two scatter plots. One plots password score and length, and the other plots password score and unique character count. </a:t>
            </a:r>
            <a:endParaRPr/>
          </a:p>
          <a:p>
            <a:pPr indent="0" lvl="0" marL="0" rtl="0" algn="l">
              <a:spcBef>
                <a:spcPts val="0"/>
              </a:spcBef>
              <a:spcAft>
                <a:spcPts val="0"/>
              </a:spcAft>
              <a:buNone/>
            </a:pPr>
            <a:r>
              <a:rPr lang="en"/>
              <a:t>Trendlines are drawn in each plot to show a line of best for the correlation between data. The Trendlines are labelled with their corresponding equation.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trendline has an R squared value of 0.6203, while the second trendline has an r squared value of 0.5765. </a:t>
            </a:r>
            <a:endParaRPr/>
          </a:p>
          <a:p>
            <a:pPr indent="0" lvl="0" marL="0" rtl="0" algn="l">
              <a:spcBef>
                <a:spcPts val="0"/>
              </a:spcBef>
              <a:spcAft>
                <a:spcPts val="0"/>
              </a:spcAft>
              <a:buNone/>
            </a:pPr>
            <a:r>
              <a:rPr lang="en"/>
              <a:t>Since the Second graph’s R Squared Value is less than the First’s, we can see that, according to our scoring system, Unique Character count is a better fit to predict Score than Length is.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5" name="Shape 9645"/>
        <p:cNvGrpSpPr/>
        <p:nvPr/>
      </p:nvGrpSpPr>
      <p:grpSpPr>
        <a:xfrm>
          <a:off x="0" y="0"/>
          <a:ext cx="0" cy="0"/>
          <a:chOff x="0" y="0"/>
          <a:chExt cx="0" cy="0"/>
        </a:xfrm>
      </p:grpSpPr>
      <p:sp>
        <p:nvSpPr>
          <p:cNvPr id="9646" name="Google Shape;9646;g2a003d83d35_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7" name="Google Shape;9647;g2a003d83d35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4718" y="206"/>
            <a:ext cx="9074564" cy="5143474"/>
            <a:chOff x="34718" y="206"/>
            <a:chExt cx="9074564" cy="5143474"/>
          </a:xfrm>
        </p:grpSpPr>
        <p:sp>
          <p:nvSpPr>
            <p:cNvPr id="10" name="Google Shape;10;p2"/>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104670"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1096324"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1104670"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1104670"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096324"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104670"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1096324" y="2602704"/>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104670"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096324" y="2892069"/>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104670"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096324" y="3181435"/>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1096324" y="332653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104670"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1096324" y="3615900"/>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1096324" y="3760165"/>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096324" y="390526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104670"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1104670" y="4195584"/>
              <a:ext cx="25872" cy="78213"/>
            </a:xfrm>
            <a:custGeom>
              <a:rect b="b" l="l" r="r" t="t"/>
              <a:pathLst>
                <a:path extrusionOk="0" h="656" w="217">
                  <a:moveTo>
                    <a:pt x="139" y="0"/>
                  </a:moveTo>
                  <a:lnTo>
                    <a:pt x="0" y="77"/>
                  </a:lnTo>
                  <a:lnTo>
                    <a:pt x="16" y="147"/>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1104670" y="4340684"/>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1096324" y="448399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1104670" y="4630049"/>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1096324" y="4773360"/>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370012"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370012"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370012"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361785" y="1879709"/>
              <a:ext cx="53295" cy="80955"/>
            </a:xfrm>
            <a:custGeom>
              <a:rect b="b" l="l" r="r" t="t"/>
              <a:pathLst>
                <a:path extrusionOk="0" h="679" w="447">
                  <a:moveTo>
                    <a:pt x="224" y="70"/>
                  </a:moveTo>
                  <a:cubicBezTo>
                    <a:pt x="316" y="70"/>
                    <a:pt x="355" y="162"/>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1370012"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1370012"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1361785" y="2313220"/>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1370012"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1361785" y="2602704"/>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1370012"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1361785" y="2892069"/>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1370012"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1361785" y="3181435"/>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1361785" y="332653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1370012"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1361785" y="3615900"/>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1361785" y="3760165"/>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1361785" y="390526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1370012"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1370012" y="4195584"/>
              <a:ext cx="25872" cy="78213"/>
            </a:xfrm>
            <a:custGeom>
              <a:rect b="b" l="l" r="r" t="t"/>
              <a:pathLst>
                <a:path extrusionOk="0" h="656" w="217">
                  <a:moveTo>
                    <a:pt x="139" y="0"/>
                  </a:moveTo>
                  <a:lnTo>
                    <a:pt x="0" y="77"/>
                  </a:lnTo>
                  <a:lnTo>
                    <a:pt x="16" y="147"/>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1370012" y="4340684"/>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853412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852590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8525900"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853412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8534126"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8534126"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8525900"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8534126"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8534126"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8525900"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8534126"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8525900"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8534126"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8525900"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8534126"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8525900"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8525900"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8534126"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8525900"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8525900"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8525900"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8534126"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8534126"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8534126"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8525900"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8534126"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8525900"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8534126"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8525900"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6271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1635354"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1635354" y="159117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1635354" y="1736397"/>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162712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1635354" y="202576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1635354" y="217002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p:nvPr/>
          </p:nvSpPr>
          <p:spPr>
            <a:xfrm>
              <a:off x="162712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p:nvPr/>
          </p:nvSpPr>
          <p:spPr>
            <a:xfrm>
              <a:off x="1635354" y="245939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162712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1635354" y="274875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162712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1635354" y="303812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162712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162712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1635354" y="3472588"/>
              <a:ext cx="25872" cy="78213"/>
            </a:xfrm>
            <a:custGeom>
              <a:rect b="b" l="l" r="r" t="t"/>
              <a:pathLst>
                <a:path extrusionOk="0" h="656" w="217">
                  <a:moveTo>
                    <a:pt x="147"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p:nvPr/>
          </p:nvSpPr>
          <p:spPr>
            <a:xfrm>
              <a:off x="1627127"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
            <p:cNvSpPr/>
            <p:nvPr/>
          </p:nvSpPr>
          <p:spPr>
            <a:xfrm>
              <a:off x="1627127"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
            <p:cNvSpPr/>
            <p:nvPr/>
          </p:nvSpPr>
          <p:spPr>
            <a:xfrm>
              <a:off x="1627127"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
            <p:cNvSpPr/>
            <p:nvPr/>
          </p:nvSpPr>
          <p:spPr>
            <a:xfrm>
              <a:off x="1635354" y="4051318"/>
              <a:ext cx="25872" cy="78213"/>
            </a:xfrm>
            <a:custGeom>
              <a:rect b="b" l="l" r="r" t="t"/>
              <a:pathLst>
                <a:path extrusionOk="0" h="656" w="217">
                  <a:moveTo>
                    <a:pt x="147"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p:nvPr/>
          </p:nvSpPr>
          <p:spPr>
            <a:xfrm>
              <a:off x="7738816"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
            <p:cNvSpPr/>
            <p:nvPr/>
          </p:nvSpPr>
          <p:spPr>
            <a:xfrm>
              <a:off x="773058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p:nvPr/>
          </p:nvSpPr>
          <p:spPr>
            <a:xfrm>
              <a:off x="773058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
            <p:cNvSpPr/>
            <p:nvPr/>
          </p:nvSpPr>
          <p:spPr>
            <a:xfrm>
              <a:off x="7738816"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
            <p:cNvSpPr/>
            <p:nvPr/>
          </p:nvSpPr>
          <p:spPr>
            <a:xfrm>
              <a:off x="7738816"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p:nvPr/>
          </p:nvSpPr>
          <p:spPr>
            <a:xfrm>
              <a:off x="7738816" y="1736397"/>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7730589" y="1879709"/>
              <a:ext cx="53295" cy="80955"/>
            </a:xfrm>
            <a:custGeom>
              <a:rect b="b" l="l" r="r" t="t"/>
              <a:pathLst>
                <a:path extrusionOk="0" h="679" w="447">
                  <a:moveTo>
                    <a:pt x="224" y="70"/>
                  </a:moveTo>
                  <a:cubicBezTo>
                    <a:pt x="316" y="70"/>
                    <a:pt x="362" y="162"/>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
            <p:cNvSpPr/>
            <p:nvPr/>
          </p:nvSpPr>
          <p:spPr>
            <a:xfrm>
              <a:off x="7738816" y="202576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7738816" y="217002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
            <p:cNvSpPr/>
            <p:nvPr/>
          </p:nvSpPr>
          <p:spPr>
            <a:xfrm>
              <a:off x="7730589" y="2313220"/>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
            <p:cNvSpPr/>
            <p:nvPr/>
          </p:nvSpPr>
          <p:spPr>
            <a:xfrm>
              <a:off x="7738816" y="245939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p:nvPr/>
          </p:nvSpPr>
          <p:spPr>
            <a:xfrm>
              <a:off x="7730589" y="2602704"/>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7738816" y="274875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7730589" y="2892069"/>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p:nvPr/>
          </p:nvSpPr>
          <p:spPr>
            <a:xfrm>
              <a:off x="7738816" y="303812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
            <p:cNvSpPr/>
            <p:nvPr/>
          </p:nvSpPr>
          <p:spPr>
            <a:xfrm>
              <a:off x="7730589" y="3181435"/>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
            <p:cNvSpPr/>
            <p:nvPr/>
          </p:nvSpPr>
          <p:spPr>
            <a:xfrm>
              <a:off x="7730589"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
            <p:cNvSpPr/>
            <p:nvPr/>
          </p:nvSpPr>
          <p:spPr>
            <a:xfrm>
              <a:off x="7738816" y="3472588"/>
              <a:ext cx="26707" cy="78213"/>
            </a:xfrm>
            <a:custGeom>
              <a:rect b="b" l="l" r="r" t="t"/>
              <a:pathLst>
                <a:path extrusionOk="0" h="656" w="224">
                  <a:moveTo>
                    <a:pt x="147" y="0"/>
                  </a:moveTo>
                  <a:lnTo>
                    <a:pt x="0" y="78"/>
                  </a:lnTo>
                  <a:lnTo>
                    <a:pt x="24"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
            <p:cNvSpPr/>
            <p:nvPr/>
          </p:nvSpPr>
          <p:spPr>
            <a:xfrm>
              <a:off x="7730589" y="3615900"/>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p:nvPr/>
          </p:nvSpPr>
          <p:spPr>
            <a:xfrm>
              <a:off x="7730589" y="3760165"/>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
            <p:cNvSpPr/>
            <p:nvPr/>
          </p:nvSpPr>
          <p:spPr>
            <a:xfrm>
              <a:off x="7730589" y="390526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
            <p:cNvSpPr/>
            <p:nvPr/>
          </p:nvSpPr>
          <p:spPr>
            <a:xfrm>
              <a:off x="7738816" y="4051318"/>
              <a:ext cx="26707" cy="78213"/>
            </a:xfrm>
            <a:custGeom>
              <a:rect b="b" l="l" r="r" t="t"/>
              <a:pathLst>
                <a:path extrusionOk="0" h="656" w="224">
                  <a:moveTo>
                    <a:pt x="147" y="1"/>
                  </a:moveTo>
                  <a:lnTo>
                    <a:pt x="0" y="78"/>
                  </a:lnTo>
                  <a:lnTo>
                    <a:pt x="24"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p:nvPr/>
          </p:nvSpPr>
          <p:spPr>
            <a:xfrm>
              <a:off x="7738816" y="4195584"/>
              <a:ext cx="26707" cy="78213"/>
            </a:xfrm>
            <a:custGeom>
              <a:rect b="b" l="l" r="r" t="t"/>
              <a:pathLst>
                <a:path extrusionOk="0" h="656" w="224">
                  <a:moveTo>
                    <a:pt x="147" y="0"/>
                  </a:moveTo>
                  <a:lnTo>
                    <a:pt x="0" y="77"/>
                  </a:lnTo>
                  <a:lnTo>
                    <a:pt x="24"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
            <p:cNvSpPr/>
            <p:nvPr/>
          </p:nvSpPr>
          <p:spPr>
            <a:xfrm>
              <a:off x="7738816" y="4340684"/>
              <a:ext cx="26707" cy="78213"/>
            </a:xfrm>
            <a:custGeom>
              <a:rect b="b" l="l" r="r" t="t"/>
              <a:pathLst>
                <a:path extrusionOk="0" h="656" w="224">
                  <a:moveTo>
                    <a:pt x="147" y="1"/>
                  </a:moveTo>
                  <a:lnTo>
                    <a:pt x="0" y="78"/>
                  </a:lnTo>
                  <a:lnTo>
                    <a:pt x="24"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p:nvPr/>
          </p:nvSpPr>
          <p:spPr>
            <a:xfrm>
              <a:off x="879136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p:nvPr/>
          </p:nvSpPr>
          <p:spPr>
            <a:xfrm>
              <a:off x="879136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
            <p:cNvSpPr/>
            <p:nvPr/>
          </p:nvSpPr>
          <p:spPr>
            <a:xfrm>
              <a:off x="879958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879958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879958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879136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879958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879958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879136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
            <p:cNvSpPr/>
            <p:nvPr/>
          </p:nvSpPr>
          <p:spPr>
            <a:xfrm>
              <a:off x="879958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
            <p:cNvSpPr/>
            <p:nvPr/>
          </p:nvSpPr>
          <p:spPr>
            <a:xfrm>
              <a:off x="879136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
            <p:cNvSpPr/>
            <p:nvPr/>
          </p:nvSpPr>
          <p:spPr>
            <a:xfrm>
              <a:off x="879958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
            <p:cNvSpPr/>
            <p:nvPr/>
          </p:nvSpPr>
          <p:spPr>
            <a:xfrm>
              <a:off x="879136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
            <p:cNvSpPr/>
            <p:nvPr/>
          </p:nvSpPr>
          <p:spPr>
            <a:xfrm>
              <a:off x="879958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
            <p:cNvSpPr/>
            <p:nvPr/>
          </p:nvSpPr>
          <p:spPr>
            <a:xfrm>
              <a:off x="879136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879136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879958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879136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879136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879136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879958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
            <p:cNvSpPr/>
            <p:nvPr/>
          </p:nvSpPr>
          <p:spPr>
            <a:xfrm>
              <a:off x="879958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
            <p:cNvSpPr/>
            <p:nvPr/>
          </p:nvSpPr>
          <p:spPr>
            <a:xfrm>
              <a:off x="879958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
            <p:cNvSpPr/>
            <p:nvPr/>
          </p:nvSpPr>
          <p:spPr>
            <a:xfrm>
              <a:off x="879136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
            <p:cNvSpPr/>
            <p:nvPr/>
          </p:nvSpPr>
          <p:spPr>
            <a:xfrm>
              <a:off x="879958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
            <p:cNvSpPr/>
            <p:nvPr/>
          </p:nvSpPr>
          <p:spPr>
            <a:xfrm>
              <a:off x="879136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
            <p:cNvSpPr/>
            <p:nvPr/>
          </p:nvSpPr>
          <p:spPr>
            <a:xfrm>
              <a:off x="879958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879136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2"/>
            <p:cNvGrpSpPr/>
            <p:nvPr/>
          </p:nvGrpSpPr>
          <p:grpSpPr>
            <a:xfrm>
              <a:off x="34718" y="206"/>
              <a:ext cx="53295" cy="4852321"/>
              <a:chOff x="62135" y="206"/>
              <a:chExt cx="53295" cy="4852321"/>
            </a:xfrm>
          </p:grpSpPr>
          <p:sp>
            <p:nvSpPr>
              <p:cNvPr id="250" name="Google Shape;250;p2"/>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 name="Google Shape;284;p2"/>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
            <p:cNvSpPr/>
            <p:nvPr/>
          </p:nvSpPr>
          <p:spPr>
            <a:xfrm>
              <a:off x="839090"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
            <p:cNvSpPr/>
            <p:nvPr/>
          </p:nvSpPr>
          <p:spPr>
            <a:xfrm>
              <a:off x="83086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
            <p:cNvSpPr/>
            <p:nvPr/>
          </p:nvSpPr>
          <p:spPr>
            <a:xfrm>
              <a:off x="839090"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
            <p:cNvSpPr/>
            <p:nvPr/>
          </p:nvSpPr>
          <p:spPr>
            <a:xfrm>
              <a:off x="839090"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
            <p:cNvSpPr/>
            <p:nvPr/>
          </p:nvSpPr>
          <p:spPr>
            <a:xfrm>
              <a:off x="83086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
            <p:cNvSpPr/>
            <p:nvPr/>
          </p:nvSpPr>
          <p:spPr>
            <a:xfrm>
              <a:off x="83086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
            <p:cNvSpPr/>
            <p:nvPr/>
          </p:nvSpPr>
          <p:spPr>
            <a:xfrm>
              <a:off x="839090"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
            <p:cNvSpPr/>
            <p:nvPr/>
          </p:nvSpPr>
          <p:spPr>
            <a:xfrm>
              <a:off x="83086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
            <p:cNvSpPr/>
            <p:nvPr/>
          </p:nvSpPr>
          <p:spPr>
            <a:xfrm>
              <a:off x="839090"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
            <p:cNvSpPr/>
            <p:nvPr/>
          </p:nvSpPr>
          <p:spPr>
            <a:xfrm>
              <a:off x="839090"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
            <p:cNvSpPr/>
            <p:nvPr/>
          </p:nvSpPr>
          <p:spPr>
            <a:xfrm>
              <a:off x="83086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
            <p:cNvSpPr/>
            <p:nvPr/>
          </p:nvSpPr>
          <p:spPr>
            <a:xfrm>
              <a:off x="83086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
            <p:cNvSpPr/>
            <p:nvPr/>
          </p:nvSpPr>
          <p:spPr>
            <a:xfrm>
              <a:off x="83086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
            <p:cNvSpPr/>
            <p:nvPr/>
          </p:nvSpPr>
          <p:spPr>
            <a:xfrm>
              <a:off x="839090"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
            <p:cNvSpPr/>
            <p:nvPr/>
          </p:nvSpPr>
          <p:spPr>
            <a:xfrm>
              <a:off x="839090"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
            <p:cNvSpPr/>
            <p:nvPr/>
          </p:nvSpPr>
          <p:spPr>
            <a:xfrm>
              <a:off x="839090"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
            <p:cNvSpPr/>
            <p:nvPr/>
          </p:nvSpPr>
          <p:spPr>
            <a:xfrm>
              <a:off x="830863"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
            <p:cNvSpPr/>
            <p:nvPr/>
          </p:nvSpPr>
          <p:spPr>
            <a:xfrm>
              <a:off x="839090"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
            <p:cNvSpPr/>
            <p:nvPr/>
          </p:nvSpPr>
          <p:spPr>
            <a:xfrm>
              <a:off x="830863"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
            <p:cNvSpPr/>
            <p:nvPr/>
          </p:nvSpPr>
          <p:spPr>
            <a:xfrm>
              <a:off x="839090"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
            <p:cNvSpPr/>
            <p:nvPr/>
          </p:nvSpPr>
          <p:spPr>
            <a:xfrm>
              <a:off x="830863"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
            <p:cNvSpPr/>
            <p:nvPr/>
          </p:nvSpPr>
          <p:spPr>
            <a:xfrm>
              <a:off x="839090"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
            <p:cNvSpPr/>
            <p:nvPr/>
          </p:nvSpPr>
          <p:spPr>
            <a:xfrm>
              <a:off x="799593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
            <p:cNvSpPr/>
            <p:nvPr/>
          </p:nvSpPr>
          <p:spPr>
            <a:xfrm>
              <a:off x="8004158"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
            <p:cNvSpPr/>
            <p:nvPr/>
          </p:nvSpPr>
          <p:spPr>
            <a:xfrm>
              <a:off x="799593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
            <p:cNvSpPr/>
            <p:nvPr/>
          </p:nvSpPr>
          <p:spPr>
            <a:xfrm>
              <a:off x="800415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
            <p:cNvSpPr/>
            <p:nvPr/>
          </p:nvSpPr>
          <p:spPr>
            <a:xfrm>
              <a:off x="799593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
            <p:cNvSpPr/>
            <p:nvPr/>
          </p:nvSpPr>
          <p:spPr>
            <a:xfrm>
              <a:off x="800415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
            <p:cNvSpPr/>
            <p:nvPr/>
          </p:nvSpPr>
          <p:spPr>
            <a:xfrm>
              <a:off x="7995931"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
            <p:cNvSpPr/>
            <p:nvPr/>
          </p:nvSpPr>
          <p:spPr>
            <a:xfrm>
              <a:off x="800415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
            <p:cNvSpPr/>
            <p:nvPr/>
          </p:nvSpPr>
          <p:spPr>
            <a:xfrm>
              <a:off x="8004158"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
            <p:cNvSpPr/>
            <p:nvPr/>
          </p:nvSpPr>
          <p:spPr>
            <a:xfrm>
              <a:off x="7995931"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
            <p:cNvSpPr/>
            <p:nvPr/>
          </p:nvSpPr>
          <p:spPr>
            <a:xfrm>
              <a:off x="7995931"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
            <p:cNvSpPr/>
            <p:nvPr/>
          </p:nvSpPr>
          <p:spPr>
            <a:xfrm>
              <a:off x="8004158"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
            <p:cNvSpPr/>
            <p:nvPr/>
          </p:nvSpPr>
          <p:spPr>
            <a:xfrm>
              <a:off x="7995931" y="274780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
            <p:cNvSpPr/>
            <p:nvPr/>
          </p:nvSpPr>
          <p:spPr>
            <a:xfrm>
              <a:off x="8004158" y="2893858"/>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
            <p:cNvSpPr/>
            <p:nvPr/>
          </p:nvSpPr>
          <p:spPr>
            <a:xfrm>
              <a:off x="800415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
            <p:cNvSpPr/>
            <p:nvPr/>
          </p:nvSpPr>
          <p:spPr>
            <a:xfrm>
              <a:off x="7995931" y="3181315"/>
              <a:ext cx="53414" cy="81075"/>
            </a:xfrm>
            <a:custGeom>
              <a:rect b="b" l="l" r="r" t="t"/>
              <a:pathLst>
                <a:path extrusionOk="0" h="680" w="448">
                  <a:moveTo>
                    <a:pt x="224" y="70"/>
                  </a:moveTo>
                  <a:cubicBezTo>
                    <a:pt x="316" y="70"/>
                    <a:pt x="355" y="170"/>
                    <a:pt x="355" y="340"/>
                  </a:cubicBezTo>
                  <a:cubicBezTo>
                    <a:pt x="355" y="510"/>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
            <p:cNvSpPr/>
            <p:nvPr/>
          </p:nvSpPr>
          <p:spPr>
            <a:xfrm>
              <a:off x="799593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
            <p:cNvSpPr/>
            <p:nvPr/>
          </p:nvSpPr>
          <p:spPr>
            <a:xfrm>
              <a:off x="7995931" y="3470800"/>
              <a:ext cx="53414" cy="80955"/>
            </a:xfrm>
            <a:custGeom>
              <a:rect b="b" l="l" r="r" t="t"/>
              <a:pathLst>
                <a:path extrusionOk="0" h="679" w="448">
                  <a:moveTo>
                    <a:pt x="224" y="69"/>
                  </a:moveTo>
                  <a:cubicBezTo>
                    <a:pt x="316" y="69"/>
                    <a:pt x="355" y="170"/>
                    <a:pt x="355" y="339"/>
                  </a:cubicBezTo>
                  <a:cubicBezTo>
                    <a:pt x="355" y="501"/>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2"/>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
            <p:cNvSpPr/>
            <p:nvPr/>
          </p:nvSpPr>
          <p:spPr>
            <a:xfrm>
              <a:off x="8004158" y="361685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
            <p:cNvSpPr/>
            <p:nvPr/>
          </p:nvSpPr>
          <p:spPr>
            <a:xfrm>
              <a:off x="8004158" y="376195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
            <p:cNvSpPr/>
            <p:nvPr/>
          </p:nvSpPr>
          <p:spPr>
            <a:xfrm>
              <a:off x="8004158" y="3906219"/>
              <a:ext cx="25872" cy="78213"/>
            </a:xfrm>
            <a:custGeom>
              <a:rect b="b" l="l" r="r" t="t"/>
              <a:pathLst>
                <a:path extrusionOk="0" h="656"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
            <p:cNvSpPr/>
            <p:nvPr/>
          </p:nvSpPr>
          <p:spPr>
            <a:xfrm>
              <a:off x="7995931" y="4049530"/>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
            <p:cNvSpPr/>
            <p:nvPr/>
          </p:nvSpPr>
          <p:spPr>
            <a:xfrm>
              <a:off x="800415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
            <p:cNvSpPr/>
            <p:nvPr/>
          </p:nvSpPr>
          <p:spPr>
            <a:xfrm>
              <a:off x="7995931" y="433889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
            <p:cNvSpPr/>
            <p:nvPr/>
          </p:nvSpPr>
          <p:spPr>
            <a:xfrm>
              <a:off x="8004158" y="4484949"/>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
            <p:cNvSpPr/>
            <p:nvPr/>
          </p:nvSpPr>
          <p:spPr>
            <a:xfrm>
              <a:off x="7995931" y="4628260"/>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
            <p:cNvSpPr/>
            <p:nvPr/>
          </p:nvSpPr>
          <p:spPr>
            <a:xfrm>
              <a:off x="8004158" y="477431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
            <p:cNvSpPr/>
            <p:nvPr/>
          </p:nvSpPr>
          <p:spPr>
            <a:xfrm>
              <a:off x="90568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
            <p:cNvSpPr/>
            <p:nvPr/>
          </p:nvSpPr>
          <p:spPr>
            <a:xfrm>
              <a:off x="90642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
            <p:cNvSpPr/>
            <p:nvPr/>
          </p:nvSpPr>
          <p:spPr>
            <a:xfrm>
              <a:off x="90568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
            <p:cNvSpPr/>
            <p:nvPr/>
          </p:nvSpPr>
          <p:spPr>
            <a:xfrm>
              <a:off x="90642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
            <p:cNvSpPr/>
            <p:nvPr/>
          </p:nvSpPr>
          <p:spPr>
            <a:xfrm>
              <a:off x="90568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
            <p:cNvSpPr/>
            <p:nvPr/>
          </p:nvSpPr>
          <p:spPr>
            <a:xfrm>
              <a:off x="90642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
            <p:cNvSpPr/>
            <p:nvPr/>
          </p:nvSpPr>
          <p:spPr>
            <a:xfrm>
              <a:off x="90642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
            <p:cNvSpPr/>
            <p:nvPr/>
          </p:nvSpPr>
          <p:spPr>
            <a:xfrm>
              <a:off x="90568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
            <p:cNvSpPr/>
            <p:nvPr/>
          </p:nvSpPr>
          <p:spPr>
            <a:xfrm>
              <a:off x="90568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
            <p:cNvSpPr/>
            <p:nvPr/>
          </p:nvSpPr>
          <p:spPr>
            <a:xfrm>
              <a:off x="90642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
            <p:cNvSpPr/>
            <p:nvPr/>
          </p:nvSpPr>
          <p:spPr>
            <a:xfrm>
              <a:off x="90568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
            <p:cNvSpPr/>
            <p:nvPr/>
          </p:nvSpPr>
          <p:spPr>
            <a:xfrm>
              <a:off x="90642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
            <p:cNvSpPr/>
            <p:nvPr/>
          </p:nvSpPr>
          <p:spPr>
            <a:xfrm>
              <a:off x="90642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
            <p:cNvSpPr/>
            <p:nvPr/>
          </p:nvSpPr>
          <p:spPr>
            <a:xfrm>
              <a:off x="90568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
            <p:cNvSpPr/>
            <p:nvPr/>
          </p:nvSpPr>
          <p:spPr>
            <a:xfrm>
              <a:off x="90568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
            <p:cNvSpPr/>
            <p:nvPr/>
          </p:nvSpPr>
          <p:spPr>
            <a:xfrm>
              <a:off x="90568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
            <p:cNvSpPr/>
            <p:nvPr/>
          </p:nvSpPr>
          <p:spPr>
            <a:xfrm>
              <a:off x="90642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
            <p:cNvSpPr/>
            <p:nvPr/>
          </p:nvSpPr>
          <p:spPr>
            <a:xfrm>
              <a:off x="90642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
            <p:cNvSpPr/>
            <p:nvPr/>
          </p:nvSpPr>
          <p:spPr>
            <a:xfrm>
              <a:off x="90642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
            <p:cNvSpPr/>
            <p:nvPr/>
          </p:nvSpPr>
          <p:spPr>
            <a:xfrm>
              <a:off x="90568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
            <p:cNvSpPr/>
            <p:nvPr/>
          </p:nvSpPr>
          <p:spPr>
            <a:xfrm>
              <a:off x="90642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
            <p:cNvSpPr/>
            <p:nvPr/>
          </p:nvSpPr>
          <p:spPr>
            <a:xfrm>
              <a:off x="90568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
            <p:cNvSpPr/>
            <p:nvPr/>
          </p:nvSpPr>
          <p:spPr>
            <a:xfrm>
              <a:off x="90642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
            <p:cNvSpPr/>
            <p:nvPr/>
          </p:nvSpPr>
          <p:spPr>
            <a:xfrm>
              <a:off x="90568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
            <p:cNvSpPr/>
            <p:nvPr/>
          </p:nvSpPr>
          <p:spPr>
            <a:xfrm>
              <a:off x="90642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
            <p:cNvSpPr/>
            <p:nvPr/>
          </p:nvSpPr>
          <p:spPr>
            <a:xfrm>
              <a:off x="7473355"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
            <p:cNvSpPr/>
            <p:nvPr/>
          </p:nvSpPr>
          <p:spPr>
            <a:xfrm>
              <a:off x="7465128"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
            <p:cNvSpPr/>
            <p:nvPr/>
          </p:nvSpPr>
          <p:spPr>
            <a:xfrm>
              <a:off x="7465128"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
            <p:cNvSpPr/>
            <p:nvPr/>
          </p:nvSpPr>
          <p:spPr>
            <a:xfrm>
              <a:off x="7473355"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
            <p:cNvSpPr/>
            <p:nvPr/>
          </p:nvSpPr>
          <p:spPr>
            <a:xfrm>
              <a:off x="7473355"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
            <p:cNvSpPr/>
            <p:nvPr/>
          </p:nvSpPr>
          <p:spPr>
            <a:xfrm>
              <a:off x="7473355"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
            <p:cNvSpPr/>
            <p:nvPr/>
          </p:nvSpPr>
          <p:spPr>
            <a:xfrm>
              <a:off x="7465128"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
            <p:cNvSpPr/>
            <p:nvPr/>
          </p:nvSpPr>
          <p:spPr>
            <a:xfrm>
              <a:off x="7473355"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
            <p:cNvSpPr/>
            <p:nvPr/>
          </p:nvSpPr>
          <p:spPr>
            <a:xfrm>
              <a:off x="7473355"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
            <p:cNvSpPr/>
            <p:nvPr/>
          </p:nvSpPr>
          <p:spPr>
            <a:xfrm>
              <a:off x="7465128"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
            <p:cNvSpPr/>
            <p:nvPr/>
          </p:nvSpPr>
          <p:spPr>
            <a:xfrm>
              <a:off x="7473355"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
            <p:cNvSpPr/>
            <p:nvPr/>
          </p:nvSpPr>
          <p:spPr>
            <a:xfrm>
              <a:off x="7465128"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
            <p:cNvSpPr/>
            <p:nvPr/>
          </p:nvSpPr>
          <p:spPr>
            <a:xfrm>
              <a:off x="7473355"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
            <p:cNvSpPr/>
            <p:nvPr/>
          </p:nvSpPr>
          <p:spPr>
            <a:xfrm>
              <a:off x="7465128"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
            <p:cNvSpPr/>
            <p:nvPr/>
          </p:nvSpPr>
          <p:spPr>
            <a:xfrm>
              <a:off x="7473355"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
            <p:cNvSpPr/>
            <p:nvPr/>
          </p:nvSpPr>
          <p:spPr>
            <a:xfrm>
              <a:off x="7465128"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
            <p:cNvSpPr/>
            <p:nvPr/>
          </p:nvSpPr>
          <p:spPr>
            <a:xfrm>
              <a:off x="7465128"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
            <p:cNvSpPr/>
            <p:nvPr/>
          </p:nvSpPr>
          <p:spPr>
            <a:xfrm>
              <a:off x="7473355"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
            <p:cNvSpPr/>
            <p:nvPr/>
          </p:nvSpPr>
          <p:spPr>
            <a:xfrm>
              <a:off x="7465128"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
            <p:cNvSpPr/>
            <p:nvPr/>
          </p:nvSpPr>
          <p:spPr>
            <a:xfrm>
              <a:off x="7465128"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
            <p:cNvSpPr/>
            <p:nvPr/>
          </p:nvSpPr>
          <p:spPr>
            <a:xfrm>
              <a:off x="7465128"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
            <p:cNvSpPr/>
            <p:nvPr/>
          </p:nvSpPr>
          <p:spPr>
            <a:xfrm>
              <a:off x="7473355"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
            <p:cNvSpPr/>
            <p:nvPr/>
          </p:nvSpPr>
          <p:spPr>
            <a:xfrm>
              <a:off x="826139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
            <p:cNvSpPr/>
            <p:nvPr/>
          </p:nvSpPr>
          <p:spPr>
            <a:xfrm>
              <a:off x="826878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
            <p:cNvSpPr/>
            <p:nvPr/>
          </p:nvSpPr>
          <p:spPr>
            <a:xfrm>
              <a:off x="826139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
            <p:cNvSpPr/>
            <p:nvPr/>
          </p:nvSpPr>
          <p:spPr>
            <a:xfrm>
              <a:off x="826878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
            <p:cNvSpPr/>
            <p:nvPr/>
          </p:nvSpPr>
          <p:spPr>
            <a:xfrm>
              <a:off x="826139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
            <p:cNvSpPr/>
            <p:nvPr/>
          </p:nvSpPr>
          <p:spPr>
            <a:xfrm>
              <a:off x="826878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
            <p:cNvSpPr/>
            <p:nvPr/>
          </p:nvSpPr>
          <p:spPr>
            <a:xfrm>
              <a:off x="826139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
            <p:cNvSpPr/>
            <p:nvPr/>
          </p:nvSpPr>
          <p:spPr>
            <a:xfrm>
              <a:off x="826878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
            <p:cNvSpPr/>
            <p:nvPr/>
          </p:nvSpPr>
          <p:spPr>
            <a:xfrm>
              <a:off x="826878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
            <p:cNvSpPr/>
            <p:nvPr/>
          </p:nvSpPr>
          <p:spPr>
            <a:xfrm>
              <a:off x="826139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
            <p:cNvSpPr/>
            <p:nvPr/>
          </p:nvSpPr>
          <p:spPr>
            <a:xfrm>
              <a:off x="826139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
            <p:cNvSpPr/>
            <p:nvPr/>
          </p:nvSpPr>
          <p:spPr>
            <a:xfrm>
              <a:off x="826878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
            <p:cNvSpPr/>
            <p:nvPr/>
          </p:nvSpPr>
          <p:spPr>
            <a:xfrm>
              <a:off x="826139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
            <p:cNvSpPr/>
            <p:nvPr/>
          </p:nvSpPr>
          <p:spPr>
            <a:xfrm>
              <a:off x="826878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
            <p:cNvSpPr/>
            <p:nvPr/>
          </p:nvSpPr>
          <p:spPr>
            <a:xfrm>
              <a:off x="826878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
            <p:cNvSpPr/>
            <p:nvPr/>
          </p:nvSpPr>
          <p:spPr>
            <a:xfrm>
              <a:off x="826139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
            <p:cNvSpPr/>
            <p:nvPr/>
          </p:nvSpPr>
          <p:spPr>
            <a:xfrm>
              <a:off x="826139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
            <p:cNvSpPr/>
            <p:nvPr/>
          </p:nvSpPr>
          <p:spPr>
            <a:xfrm>
              <a:off x="826139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
            <p:cNvSpPr/>
            <p:nvPr/>
          </p:nvSpPr>
          <p:spPr>
            <a:xfrm>
              <a:off x="826878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
            <p:cNvSpPr/>
            <p:nvPr/>
          </p:nvSpPr>
          <p:spPr>
            <a:xfrm>
              <a:off x="826878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
            <p:cNvSpPr/>
            <p:nvPr/>
          </p:nvSpPr>
          <p:spPr>
            <a:xfrm>
              <a:off x="826878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
            <p:cNvSpPr/>
            <p:nvPr/>
          </p:nvSpPr>
          <p:spPr>
            <a:xfrm>
              <a:off x="826139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
            <p:cNvSpPr/>
            <p:nvPr/>
          </p:nvSpPr>
          <p:spPr>
            <a:xfrm>
              <a:off x="826878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
            <p:cNvSpPr/>
            <p:nvPr/>
          </p:nvSpPr>
          <p:spPr>
            <a:xfrm>
              <a:off x="826139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
            <p:cNvSpPr/>
            <p:nvPr/>
          </p:nvSpPr>
          <p:spPr>
            <a:xfrm>
              <a:off x="826878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
            <p:cNvSpPr/>
            <p:nvPr/>
          </p:nvSpPr>
          <p:spPr>
            <a:xfrm>
              <a:off x="826139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
            <p:cNvSpPr/>
            <p:nvPr/>
          </p:nvSpPr>
          <p:spPr>
            <a:xfrm>
              <a:off x="826878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2"/>
          <p:cNvGrpSpPr/>
          <p:nvPr/>
        </p:nvGrpSpPr>
        <p:grpSpPr>
          <a:xfrm>
            <a:off x="189" y="52"/>
            <a:ext cx="9144013" cy="5143533"/>
            <a:chOff x="4088025" y="1324225"/>
            <a:chExt cx="1348575" cy="1101800"/>
          </a:xfrm>
        </p:grpSpPr>
        <p:sp>
          <p:nvSpPr>
            <p:cNvPr id="576" name="Google Shape;576;p2"/>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6" name="Google Shape;626;p2"/>
          <p:cNvSpPr txBox="1"/>
          <p:nvPr>
            <p:ph type="ctrTitle"/>
          </p:nvPr>
        </p:nvSpPr>
        <p:spPr>
          <a:xfrm>
            <a:off x="1400550" y="956460"/>
            <a:ext cx="6342900" cy="2687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500"/>
              <a:buNone/>
              <a:defRPr sz="55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627" name="Google Shape;627;p2"/>
          <p:cNvSpPr txBox="1"/>
          <p:nvPr>
            <p:ph idx="1" type="subTitle"/>
          </p:nvPr>
        </p:nvSpPr>
        <p:spPr>
          <a:xfrm>
            <a:off x="1400550" y="3624810"/>
            <a:ext cx="6342900" cy="46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7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8" name="Shape 628"/>
        <p:cNvGrpSpPr/>
        <p:nvPr/>
      </p:nvGrpSpPr>
      <p:grpSpPr>
        <a:xfrm>
          <a:off x="0" y="0"/>
          <a:ext cx="0" cy="0"/>
          <a:chOff x="0" y="0"/>
          <a:chExt cx="0" cy="0"/>
        </a:xfrm>
      </p:grpSpPr>
      <p:grpSp>
        <p:nvGrpSpPr>
          <p:cNvPr id="629" name="Google Shape;629;p3"/>
          <p:cNvGrpSpPr/>
          <p:nvPr/>
        </p:nvGrpSpPr>
        <p:grpSpPr>
          <a:xfrm>
            <a:off x="189" y="52"/>
            <a:ext cx="9144013" cy="5143533"/>
            <a:chOff x="4088025" y="1324225"/>
            <a:chExt cx="1348575" cy="1101800"/>
          </a:xfrm>
        </p:grpSpPr>
        <p:sp>
          <p:nvSpPr>
            <p:cNvPr id="630" name="Google Shape;630;p3"/>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 name="Google Shape;680;p3"/>
          <p:cNvGrpSpPr/>
          <p:nvPr/>
        </p:nvGrpSpPr>
        <p:grpSpPr>
          <a:xfrm>
            <a:off x="110918" y="206"/>
            <a:ext cx="8922164" cy="5143474"/>
            <a:chOff x="110918" y="206"/>
            <a:chExt cx="8922164" cy="5143474"/>
          </a:xfrm>
        </p:grpSpPr>
        <p:sp>
          <p:nvSpPr>
            <p:cNvPr id="681" name="Google Shape;681;p3"/>
            <p:cNvSpPr/>
            <p:nvPr/>
          </p:nvSpPr>
          <p:spPr>
            <a:xfrm>
              <a:off x="38791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
            <p:cNvSpPr/>
            <p:nvPr/>
          </p:nvSpPr>
          <p:spPr>
            <a:xfrm>
              <a:off x="38791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
            <p:cNvSpPr/>
            <p:nvPr/>
          </p:nvSpPr>
          <p:spPr>
            <a:xfrm>
              <a:off x="38791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
            <p:cNvSpPr/>
            <p:nvPr/>
          </p:nvSpPr>
          <p:spPr>
            <a:xfrm>
              <a:off x="379686"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
            <p:cNvSpPr/>
            <p:nvPr/>
          </p:nvSpPr>
          <p:spPr>
            <a:xfrm>
              <a:off x="92568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
            <p:cNvSpPr/>
            <p:nvPr/>
          </p:nvSpPr>
          <p:spPr>
            <a:xfrm>
              <a:off x="92568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
            <p:cNvSpPr/>
            <p:nvPr/>
          </p:nvSpPr>
          <p:spPr>
            <a:xfrm>
              <a:off x="925687"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
            <p:cNvSpPr/>
            <p:nvPr/>
          </p:nvSpPr>
          <p:spPr>
            <a:xfrm>
              <a:off x="119445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
            <p:cNvSpPr/>
            <p:nvPr/>
          </p:nvSpPr>
          <p:spPr>
            <a:xfrm>
              <a:off x="119445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
            <p:cNvSpPr/>
            <p:nvPr/>
          </p:nvSpPr>
          <p:spPr>
            <a:xfrm>
              <a:off x="8451074"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
            <p:cNvSpPr/>
            <p:nvPr/>
          </p:nvSpPr>
          <p:spPr>
            <a:xfrm>
              <a:off x="8451074"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
            <p:cNvSpPr/>
            <p:nvPr/>
          </p:nvSpPr>
          <p:spPr>
            <a:xfrm>
              <a:off x="8451074"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
            <p:cNvSpPr/>
            <p:nvPr/>
          </p:nvSpPr>
          <p:spPr>
            <a:xfrm>
              <a:off x="844284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
            <p:cNvSpPr/>
            <p:nvPr/>
          </p:nvSpPr>
          <p:spPr>
            <a:xfrm>
              <a:off x="844284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
            <p:cNvSpPr/>
            <p:nvPr/>
          </p:nvSpPr>
          <p:spPr>
            <a:xfrm>
              <a:off x="8451074"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
            <p:cNvSpPr/>
            <p:nvPr/>
          </p:nvSpPr>
          <p:spPr>
            <a:xfrm>
              <a:off x="844284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
            <p:cNvSpPr/>
            <p:nvPr/>
          </p:nvSpPr>
          <p:spPr>
            <a:xfrm>
              <a:off x="8451074"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
            <p:cNvSpPr/>
            <p:nvPr/>
          </p:nvSpPr>
          <p:spPr>
            <a:xfrm>
              <a:off x="844284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
            <p:cNvSpPr/>
            <p:nvPr/>
          </p:nvSpPr>
          <p:spPr>
            <a:xfrm>
              <a:off x="844284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
            <p:cNvSpPr/>
            <p:nvPr/>
          </p:nvSpPr>
          <p:spPr>
            <a:xfrm>
              <a:off x="8451074"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
            <p:cNvSpPr/>
            <p:nvPr/>
          </p:nvSpPr>
          <p:spPr>
            <a:xfrm>
              <a:off x="8451074"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
            <p:cNvSpPr/>
            <p:nvPr/>
          </p:nvSpPr>
          <p:spPr>
            <a:xfrm>
              <a:off x="8451074"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
            <p:cNvSpPr/>
            <p:nvPr/>
          </p:nvSpPr>
          <p:spPr>
            <a:xfrm>
              <a:off x="844284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
            <p:cNvSpPr/>
            <p:nvPr/>
          </p:nvSpPr>
          <p:spPr>
            <a:xfrm>
              <a:off x="8451074"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
            <p:cNvSpPr/>
            <p:nvPr/>
          </p:nvSpPr>
          <p:spPr>
            <a:xfrm>
              <a:off x="8451074"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
            <p:cNvSpPr/>
            <p:nvPr/>
          </p:nvSpPr>
          <p:spPr>
            <a:xfrm>
              <a:off x="844284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
            <p:cNvSpPr/>
            <p:nvPr/>
          </p:nvSpPr>
          <p:spPr>
            <a:xfrm>
              <a:off x="8451074"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
            <p:cNvSpPr/>
            <p:nvPr/>
          </p:nvSpPr>
          <p:spPr>
            <a:xfrm>
              <a:off x="844284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
            <p:cNvSpPr/>
            <p:nvPr/>
          </p:nvSpPr>
          <p:spPr>
            <a:xfrm>
              <a:off x="8451074"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
            <p:cNvSpPr/>
            <p:nvPr/>
          </p:nvSpPr>
          <p:spPr>
            <a:xfrm>
              <a:off x="844284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
            <p:cNvSpPr/>
            <p:nvPr/>
          </p:nvSpPr>
          <p:spPr>
            <a:xfrm>
              <a:off x="8451074"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
            <p:cNvSpPr/>
            <p:nvPr/>
          </p:nvSpPr>
          <p:spPr>
            <a:xfrm>
              <a:off x="844284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
            <p:cNvSpPr/>
            <p:nvPr/>
          </p:nvSpPr>
          <p:spPr>
            <a:xfrm>
              <a:off x="844284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
            <p:cNvSpPr/>
            <p:nvPr/>
          </p:nvSpPr>
          <p:spPr>
            <a:xfrm>
              <a:off x="146322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
            <p:cNvSpPr/>
            <p:nvPr/>
          </p:nvSpPr>
          <p:spPr>
            <a:xfrm>
              <a:off x="146322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
            <p:cNvSpPr/>
            <p:nvPr/>
          </p:nvSpPr>
          <p:spPr>
            <a:xfrm>
              <a:off x="657005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
            <p:cNvSpPr/>
            <p:nvPr/>
          </p:nvSpPr>
          <p:spPr>
            <a:xfrm>
              <a:off x="657005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
            <p:cNvSpPr/>
            <p:nvPr/>
          </p:nvSpPr>
          <p:spPr>
            <a:xfrm>
              <a:off x="657005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
            <p:cNvSpPr/>
            <p:nvPr/>
          </p:nvSpPr>
          <p:spPr>
            <a:xfrm>
              <a:off x="656170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
            <p:cNvSpPr/>
            <p:nvPr/>
          </p:nvSpPr>
          <p:spPr>
            <a:xfrm>
              <a:off x="656170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
            <p:cNvSpPr/>
            <p:nvPr/>
          </p:nvSpPr>
          <p:spPr>
            <a:xfrm>
              <a:off x="657005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
            <p:cNvSpPr/>
            <p:nvPr/>
          </p:nvSpPr>
          <p:spPr>
            <a:xfrm>
              <a:off x="656170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
            <p:cNvSpPr/>
            <p:nvPr/>
          </p:nvSpPr>
          <p:spPr>
            <a:xfrm>
              <a:off x="6570055"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
            <p:cNvSpPr/>
            <p:nvPr/>
          </p:nvSpPr>
          <p:spPr>
            <a:xfrm>
              <a:off x="7645485"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
            <p:cNvSpPr/>
            <p:nvPr/>
          </p:nvSpPr>
          <p:spPr>
            <a:xfrm>
              <a:off x="7645485"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
            <p:cNvSpPr/>
            <p:nvPr/>
          </p:nvSpPr>
          <p:spPr>
            <a:xfrm>
              <a:off x="7645485"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
            <p:cNvSpPr/>
            <p:nvPr/>
          </p:nvSpPr>
          <p:spPr>
            <a:xfrm>
              <a:off x="763725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
            <p:cNvSpPr/>
            <p:nvPr/>
          </p:nvSpPr>
          <p:spPr>
            <a:xfrm>
              <a:off x="763725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
            <p:cNvSpPr/>
            <p:nvPr/>
          </p:nvSpPr>
          <p:spPr>
            <a:xfrm>
              <a:off x="7645485"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
            <p:cNvSpPr/>
            <p:nvPr/>
          </p:nvSpPr>
          <p:spPr>
            <a:xfrm>
              <a:off x="763725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
            <p:cNvSpPr/>
            <p:nvPr/>
          </p:nvSpPr>
          <p:spPr>
            <a:xfrm>
              <a:off x="7645485"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
            <p:cNvSpPr/>
            <p:nvPr/>
          </p:nvSpPr>
          <p:spPr>
            <a:xfrm>
              <a:off x="8719961"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
            <p:cNvSpPr/>
            <p:nvPr/>
          </p:nvSpPr>
          <p:spPr>
            <a:xfrm>
              <a:off x="8719961"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
            <p:cNvSpPr/>
            <p:nvPr/>
          </p:nvSpPr>
          <p:spPr>
            <a:xfrm>
              <a:off x="8719961"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
            <p:cNvSpPr/>
            <p:nvPr/>
          </p:nvSpPr>
          <p:spPr>
            <a:xfrm>
              <a:off x="8711735"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
            <p:cNvSpPr/>
            <p:nvPr/>
          </p:nvSpPr>
          <p:spPr>
            <a:xfrm>
              <a:off x="8711735"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
            <p:cNvSpPr/>
            <p:nvPr/>
          </p:nvSpPr>
          <p:spPr>
            <a:xfrm>
              <a:off x="8719961"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
            <p:cNvSpPr/>
            <p:nvPr/>
          </p:nvSpPr>
          <p:spPr>
            <a:xfrm>
              <a:off x="8711735"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
            <p:cNvSpPr/>
            <p:nvPr/>
          </p:nvSpPr>
          <p:spPr>
            <a:xfrm>
              <a:off x="8719961"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
            <p:cNvSpPr/>
            <p:nvPr/>
          </p:nvSpPr>
          <p:spPr>
            <a:xfrm>
              <a:off x="8711735"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
            <p:cNvSpPr/>
            <p:nvPr/>
          </p:nvSpPr>
          <p:spPr>
            <a:xfrm>
              <a:off x="8711735"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
            <p:cNvSpPr/>
            <p:nvPr/>
          </p:nvSpPr>
          <p:spPr>
            <a:xfrm>
              <a:off x="8719961"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
            <p:cNvSpPr/>
            <p:nvPr/>
          </p:nvSpPr>
          <p:spPr>
            <a:xfrm>
              <a:off x="8719961"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
            <p:cNvSpPr/>
            <p:nvPr/>
          </p:nvSpPr>
          <p:spPr>
            <a:xfrm>
              <a:off x="8719961"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
            <p:cNvSpPr/>
            <p:nvPr/>
          </p:nvSpPr>
          <p:spPr>
            <a:xfrm>
              <a:off x="8711735"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
            <p:cNvSpPr/>
            <p:nvPr/>
          </p:nvSpPr>
          <p:spPr>
            <a:xfrm>
              <a:off x="8719961"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
            <p:cNvSpPr/>
            <p:nvPr/>
          </p:nvSpPr>
          <p:spPr>
            <a:xfrm>
              <a:off x="8719961"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
            <p:cNvSpPr/>
            <p:nvPr/>
          </p:nvSpPr>
          <p:spPr>
            <a:xfrm>
              <a:off x="8711735"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
            <p:cNvSpPr/>
            <p:nvPr/>
          </p:nvSpPr>
          <p:spPr>
            <a:xfrm>
              <a:off x="8719961"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
            <p:cNvSpPr/>
            <p:nvPr/>
          </p:nvSpPr>
          <p:spPr>
            <a:xfrm>
              <a:off x="8711735"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
            <p:cNvSpPr/>
            <p:nvPr/>
          </p:nvSpPr>
          <p:spPr>
            <a:xfrm>
              <a:off x="8719961"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
            <p:cNvSpPr/>
            <p:nvPr/>
          </p:nvSpPr>
          <p:spPr>
            <a:xfrm>
              <a:off x="8711735"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
            <p:cNvSpPr/>
            <p:nvPr/>
          </p:nvSpPr>
          <p:spPr>
            <a:xfrm>
              <a:off x="8719961"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
            <p:cNvSpPr/>
            <p:nvPr/>
          </p:nvSpPr>
          <p:spPr>
            <a:xfrm>
              <a:off x="8711735"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
            <p:cNvSpPr/>
            <p:nvPr/>
          </p:nvSpPr>
          <p:spPr>
            <a:xfrm>
              <a:off x="8711735"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
            <p:cNvSpPr/>
            <p:nvPr/>
          </p:nvSpPr>
          <p:spPr>
            <a:xfrm>
              <a:off x="8719961"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
            <p:cNvSpPr/>
            <p:nvPr/>
          </p:nvSpPr>
          <p:spPr>
            <a:xfrm>
              <a:off x="8711735"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
            <p:cNvSpPr/>
            <p:nvPr/>
          </p:nvSpPr>
          <p:spPr>
            <a:xfrm>
              <a:off x="8711735"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
            <p:cNvSpPr/>
            <p:nvPr/>
          </p:nvSpPr>
          <p:spPr>
            <a:xfrm>
              <a:off x="8711735"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
            <p:cNvSpPr/>
            <p:nvPr/>
          </p:nvSpPr>
          <p:spPr>
            <a:xfrm>
              <a:off x="8719961"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
            <p:cNvSpPr/>
            <p:nvPr/>
          </p:nvSpPr>
          <p:spPr>
            <a:xfrm>
              <a:off x="8719961"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
            <p:cNvSpPr/>
            <p:nvPr/>
          </p:nvSpPr>
          <p:spPr>
            <a:xfrm>
              <a:off x="8719961"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
            <p:cNvSpPr/>
            <p:nvPr/>
          </p:nvSpPr>
          <p:spPr>
            <a:xfrm>
              <a:off x="8711735"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
            <p:cNvSpPr/>
            <p:nvPr/>
          </p:nvSpPr>
          <p:spPr>
            <a:xfrm>
              <a:off x="8719961"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
            <p:cNvSpPr/>
            <p:nvPr/>
          </p:nvSpPr>
          <p:spPr>
            <a:xfrm>
              <a:off x="8711735"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
            <p:cNvSpPr/>
            <p:nvPr/>
          </p:nvSpPr>
          <p:spPr>
            <a:xfrm>
              <a:off x="8719961"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
            <p:cNvSpPr/>
            <p:nvPr/>
          </p:nvSpPr>
          <p:spPr>
            <a:xfrm>
              <a:off x="8711735"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
            <p:cNvSpPr/>
            <p:nvPr/>
          </p:nvSpPr>
          <p:spPr>
            <a:xfrm>
              <a:off x="1191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
            <p:cNvSpPr/>
            <p:nvPr/>
          </p:nvSpPr>
          <p:spPr>
            <a:xfrm>
              <a:off x="1191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
            <p:cNvSpPr/>
            <p:nvPr/>
          </p:nvSpPr>
          <p:spPr>
            <a:xfrm>
              <a:off x="1191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
            <p:cNvSpPr/>
            <p:nvPr/>
          </p:nvSpPr>
          <p:spPr>
            <a:xfrm>
              <a:off x="1191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
            <p:cNvSpPr/>
            <p:nvPr/>
          </p:nvSpPr>
          <p:spPr>
            <a:xfrm>
              <a:off x="1109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
            <p:cNvSpPr/>
            <p:nvPr/>
          </p:nvSpPr>
          <p:spPr>
            <a:xfrm>
              <a:off x="173211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
            <p:cNvSpPr/>
            <p:nvPr/>
          </p:nvSpPr>
          <p:spPr>
            <a:xfrm>
              <a:off x="173211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
            <p:cNvSpPr/>
            <p:nvPr/>
          </p:nvSpPr>
          <p:spPr>
            <a:xfrm>
              <a:off x="2000998"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
            <p:cNvSpPr/>
            <p:nvPr/>
          </p:nvSpPr>
          <p:spPr>
            <a:xfrm>
              <a:off x="2000998"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
            <p:cNvSpPr/>
            <p:nvPr/>
          </p:nvSpPr>
          <p:spPr>
            <a:xfrm>
              <a:off x="2000998"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
            <p:cNvSpPr/>
            <p:nvPr/>
          </p:nvSpPr>
          <p:spPr>
            <a:xfrm>
              <a:off x="227000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
            <p:cNvSpPr/>
            <p:nvPr/>
          </p:nvSpPr>
          <p:spPr>
            <a:xfrm>
              <a:off x="227000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
            <p:cNvSpPr/>
            <p:nvPr/>
          </p:nvSpPr>
          <p:spPr>
            <a:xfrm>
              <a:off x="2270005"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
            <p:cNvSpPr/>
            <p:nvPr/>
          </p:nvSpPr>
          <p:spPr>
            <a:xfrm>
              <a:off x="388213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
            <p:cNvSpPr/>
            <p:nvPr/>
          </p:nvSpPr>
          <p:spPr>
            <a:xfrm>
              <a:off x="388213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
            <p:cNvSpPr/>
            <p:nvPr/>
          </p:nvSpPr>
          <p:spPr>
            <a:xfrm>
              <a:off x="388213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
            <p:cNvSpPr/>
            <p:nvPr/>
          </p:nvSpPr>
          <p:spPr>
            <a:xfrm>
              <a:off x="388213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
            <p:cNvSpPr/>
            <p:nvPr/>
          </p:nvSpPr>
          <p:spPr>
            <a:xfrm>
              <a:off x="387390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
            <p:cNvSpPr/>
            <p:nvPr/>
          </p:nvSpPr>
          <p:spPr>
            <a:xfrm>
              <a:off x="387390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
            <p:cNvSpPr/>
            <p:nvPr/>
          </p:nvSpPr>
          <p:spPr>
            <a:xfrm>
              <a:off x="388213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
            <p:cNvSpPr/>
            <p:nvPr/>
          </p:nvSpPr>
          <p:spPr>
            <a:xfrm>
              <a:off x="495685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
            <p:cNvSpPr/>
            <p:nvPr/>
          </p:nvSpPr>
          <p:spPr>
            <a:xfrm>
              <a:off x="495685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
            <p:cNvSpPr/>
            <p:nvPr/>
          </p:nvSpPr>
          <p:spPr>
            <a:xfrm>
              <a:off x="495685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
            <p:cNvSpPr/>
            <p:nvPr/>
          </p:nvSpPr>
          <p:spPr>
            <a:xfrm>
              <a:off x="495685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
            <p:cNvSpPr/>
            <p:nvPr/>
          </p:nvSpPr>
          <p:spPr>
            <a:xfrm>
              <a:off x="494945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
            <p:cNvSpPr/>
            <p:nvPr/>
          </p:nvSpPr>
          <p:spPr>
            <a:xfrm>
              <a:off x="494945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
            <p:cNvSpPr/>
            <p:nvPr/>
          </p:nvSpPr>
          <p:spPr>
            <a:xfrm>
              <a:off x="65668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
            <p:cNvSpPr/>
            <p:nvPr/>
          </p:nvSpPr>
          <p:spPr>
            <a:xfrm>
              <a:off x="65668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
            <p:cNvSpPr/>
            <p:nvPr/>
          </p:nvSpPr>
          <p:spPr>
            <a:xfrm>
              <a:off x="65668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
            <p:cNvSpPr/>
            <p:nvPr/>
          </p:nvSpPr>
          <p:spPr>
            <a:xfrm>
              <a:off x="2807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
            <p:cNvSpPr/>
            <p:nvPr/>
          </p:nvSpPr>
          <p:spPr>
            <a:xfrm>
              <a:off x="2807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
            <p:cNvSpPr/>
            <p:nvPr/>
          </p:nvSpPr>
          <p:spPr>
            <a:xfrm>
              <a:off x="2807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
            <p:cNvSpPr/>
            <p:nvPr/>
          </p:nvSpPr>
          <p:spPr>
            <a:xfrm>
              <a:off x="2807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
            <p:cNvSpPr/>
            <p:nvPr/>
          </p:nvSpPr>
          <p:spPr>
            <a:xfrm>
              <a:off x="2799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
            <p:cNvSpPr/>
            <p:nvPr/>
          </p:nvSpPr>
          <p:spPr>
            <a:xfrm>
              <a:off x="33443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
            <p:cNvSpPr/>
            <p:nvPr/>
          </p:nvSpPr>
          <p:spPr>
            <a:xfrm>
              <a:off x="33443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
            <p:cNvSpPr/>
            <p:nvPr/>
          </p:nvSpPr>
          <p:spPr>
            <a:xfrm>
              <a:off x="33443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
            <p:cNvSpPr/>
            <p:nvPr/>
          </p:nvSpPr>
          <p:spPr>
            <a:xfrm>
              <a:off x="33443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
            <p:cNvSpPr/>
            <p:nvPr/>
          </p:nvSpPr>
          <p:spPr>
            <a:xfrm>
              <a:off x="3336135"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
            <p:cNvSpPr/>
            <p:nvPr/>
          </p:nvSpPr>
          <p:spPr>
            <a:xfrm>
              <a:off x="3336135"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
            <p:cNvSpPr/>
            <p:nvPr/>
          </p:nvSpPr>
          <p:spPr>
            <a:xfrm>
              <a:off x="33443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
            <p:cNvSpPr/>
            <p:nvPr/>
          </p:nvSpPr>
          <p:spPr>
            <a:xfrm>
              <a:off x="549450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
            <p:cNvSpPr/>
            <p:nvPr/>
          </p:nvSpPr>
          <p:spPr>
            <a:xfrm>
              <a:off x="549450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
            <p:cNvSpPr/>
            <p:nvPr/>
          </p:nvSpPr>
          <p:spPr>
            <a:xfrm>
              <a:off x="549450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
            <p:cNvSpPr/>
            <p:nvPr/>
          </p:nvSpPr>
          <p:spPr>
            <a:xfrm>
              <a:off x="549450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
            <p:cNvSpPr/>
            <p:nvPr/>
          </p:nvSpPr>
          <p:spPr>
            <a:xfrm>
              <a:off x="548627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
            <p:cNvSpPr/>
            <p:nvPr/>
          </p:nvSpPr>
          <p:spPr>
            <a:xfrm>
              <a:off x="548627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
            <p:cNvSpPr/>
            <p:nvPr/>
          </p:nvSpPr>
          <p:spPr>
            <a:xfrm>
              <a:off x="549450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
            <p:cNvSpPr/>
            <p:nvPr/>
          </p:nvSpPr>
          <p:spPr>
            <a:xfrm>
              <a:off x="60321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
            <p:cNvSpPr/>
            <p:nvPr/>
          </p:nvSpPr>
          <p:spPr>
            <a:xfrm>
              <a:off x="60321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
            <p:cNvSpPr/>
            <p:nvPr/>
          </p:nvSpPr>
          <p:spPr>
            <a:xfrm>
              <a:off x="60321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
            <p:cNvSpPr/>
            <p:nvPr/>
          </p:nvSpPr>
          <p:spPr>
            <a:xfrm>
              <a:off x="60321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
            <p:cNvSpPr/>
            <p:nvPr/>
          </p:nvSpPr>
          <p:spPr>
            <a:xfrm>
              <a:off x="602393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
            <p:cNvSpPr/>
            <p:nvPr/>
          </p:nvSpPr>
          <p:spPr>
            <a:xfrm>
              <a:off x="602393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
            <p:cNvSpPr/>
            <p:nvPr/>
          </p:nvSpPr>
          <p:spPr>
            <a:xfrm>
              <a:off x="60321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
            <p:cNvSpPr/>
            <p:nvPr/>
          </p:nvSpPr>
          <p:spPr>
            <a:xfrm>
              <a:off x="710783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
            <p:cNvSpPr/>
            <p:nvPr/>
          </p:nvSpPr>
          <p:spPr>
            <a:xfrm>
              <a:off x="710783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
            <p:cNvSpPr/>
            <p:nvPr/>
          </p:nvSpPr>
          <p:spPr>
            <a:xfrm>
              <a:off x="7107830"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
            <p:cNvSpPr/>
            <p:nvPr/>
          </p:nvSpPr>
          <p:spPr>
            <a:xfrm>
              <a:off x="7107830"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
            <p:cNvSpPr/>
            <p:nvPr/>
          </p:nvSpPr>
          <p:spPr>
            <a:xfrm>
              <a:off x="7099484"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
            <p:cNvSpPr/>
            <p:nvPr/>
          </p:nvSpPr>
          <p:spPr>
            <a:xfrm>
              <a:off x="7099484"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
            <p:cNvSpPr/>
            <p:nvPr/>
          </p:nvSpPr>
          <p:spPr>
            <a:xfrm>
              <a:off x="7107830"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
            <p:cNvSpPr/>
            <p:nvPr/>
          </p:nvSpPr>
          <p:spPr>
            <a:xfrm>
              <a:off x="7099484"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
            <p:cNvSpPr/>
            <p:nvPr/>
          </p:nvSpPr>
          <p:spPr>
            <a:xfrm>
              <a:off x="791425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
            <p:cNvSpPr/>
            <p:nvPr/>
          </p:nvSpPr>
          <p:spPr>
            <a:xfrm>
              <a:off x="791425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
            <p:cNvSpPr/>
            <p:nvPr/>
          </p:nvSpPr>
          <p:spPr>
            <a:xfrm>
              <a:off x="7914253"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
            <p:cNvSpPr/>
            <p:nvPr/>
          </p:nvSpPr>
          <p:spPr>
            <a:xfrm>
              <a:off x="7914253"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
            <p:cNvSpPr/>
            <p:nvPr/>
          </p:nvSpPr>
          <p:spPr>
            <a:xfrm>
              <a:off x="790602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
            <p:cNvSpPr/>
            <p:nvPr/>
          </p:nvSpPr>
          <p:spPr>
            <a:xfrm>
              <a:off x="790602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
            <p:cNvSpPr/>
            <p:nvPr/>
          </p:nvSpPr>
          <p:spPr>
            <a:xfrm>
              <a:off x="7914253"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
            <p:cNvSpPr/>
            <p:nvPr/>
          </p:nvSpPr>
          <p:spPr>
            <a:xfrm>
              <a:off x="7906027"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
            <p:cNvSpPr/>
            <p:nvPr/>
          </p:nvSpPr>
          <p:spPr>
            <a:xfrm>
              <a:off x="7914253"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
            <p:cNvSpPr/>
            <p:nvPr/>
          </p:nvSpPr>
          <p:spPr>
            <a:xfrm>
              <a:off x="7906027"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
            <p:cNvSpPr/>
            <p:nvPr/>
          </p:nvSpPr>
          <p:spPr>
            <a:xfrm>
              <a:off x="89880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
            <p:cNvSpPr/>
            <p:nvPr/>
          </p:nvSpPr>
          <p:spPr>
            <a:xfrm>
              <a:off x="89880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
            <p:cNvSpPr/>
            <p:nvPr/>
          </p:nvSpPr>
          <p:spPr>
            <a:xfrm>
              <a:off x="89880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
            <p:cNvSpPr/>
            <p:nvPr/>
          </p:nvSpPr>
          <p:spPr>
            <a:xfrm>
              <a:off x="89880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
            <p:cNvSpPr/>
            <p:nvPr/>
          </p:nvSpPr>
          <p:spPr>
            <a:xfrm>
              <a:off x="89806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
            <p:cNvSpPr/>
            <p:nvPr/>
          </p:nvSpPr>
          <p:spPr>
            <a:xfrm>
              <a:off x="89806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
            <p:cNvSpPr/>
            <p:nvPr/>
          </p:nvSpPr>
          <p:spPr>
            <a:xfrm>
              <a:off x="89880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
            <p:cNvSpPr/>
            <p:nvPr/>
          </p:nvSpPr>
          <p:spPr>
            <a:xfrm>
              <a:off x="89806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
            <p:cNvSpPr/>
            <p:nvPr/>
          </p:nvSpPr>
          <p:spPr>
            <a:xfrm>
              <a:off x="89880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
            <p:cNvSpPr/>
            <p:nvPr/>
          </p:nvSpPr>
          <p:spPr>
            <a:xfrm>
              <a:off x="89806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
            <p:cNvSpPr/>
            <p:nvPr/>
          </p:nvSpPr>
          <p:spPr>
            <a:xfrm>
              <a:off x="89880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
            <p:cNvSpPr/>
            <p:nvPr/>
          </p:nvSpPr>
          <p:spPr>
            <a:xfrm>
              <a:off x="89806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
            <p:cNvSpPr/>
            <p:nvPr/>
          </p:nvSpPr>
          <p:spPr>
            <a:xfrm>
              <a:off x="89880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
            <p:cNvSpPr/>
            <p:nvPr/>
          </p:nvSpPr>
          <p:spPr>
            <a:xfrm>
              <a:off x="89806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
            <p:cNvSpPr/>
            <p:nvPr/>
          </p:nvSpPr>
          <p:spPr>
            <a:xfrm>
              <a:off x="89880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
            <p:cNvSpPr/>
            <p:nvPr/>
          </p:nvSpPr>
          <p:spPr>
            <a:xfrm>
              <a:off x="89880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
            <p:cNvSpPr/>
            <p:nvPr/>
          </p:nvSpPr>
          <p:spPr>
            <a:xfrm>
              <a:off x="89806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
            <p:cNvSpPr/>
            <p:nvPr/>
          </p:nvSpPr>
          <p:spPr>
            <a:xfrm>
              <a:off x="89806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
            <p:cNvSpPr/>
            <p:nvPr/>
          </p:nvSpPr>
          <p:spPr>
            <a:xfrm>
              <a:off x="89880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
            <p:cNvSpPr/>
            <p:nvPr/>
          </p:nvSpPr>
          <p:spPr>
            <a:xfrm>
              <a:off x="89806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
            <p:cNvSpPr/>
            <p:nvPr/>
          </p:nvSpPr>
          <p:spPr>
            <a:xfrm>
              <a:off x="89880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
            <p:cNvSpPr/>
            <p:nvPr/>
          </p:nvSpPr>
          <p:spPr>
            <a:xfrm>
              <a:off x="89880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
            <p:cNvSpPr/>
            <p:nvPr/>
          </p:nvSpPr>
          <p:spPr>
            <a:xfrm>
              <a:off x="89806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
            <p:cNvSpPr/>
            <p:nvPr/>
          </p:nvSpPr>
          <p:spPr>
            <a:xfrm>
              <a:off x="89806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
            <p:cNvSpPr/>
            <p:nvPr/>
          </p:nvSpPr>
          <p:spPr>
            <a:xfrm>
              <a:off x="89806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
            <p:cNvSpPr/>
            <p:nvPr/>
          </p:nvSpPr>
          <p:spPr>
            <a:xfrm>
              <a:off x="89880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
            <p:cNvSpPr/>
            <p:nvPr/>
          </p:nvSpPr>
          <p:spPr>
            <a:xfrm>
              <a:off x="89880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
            <p:cNvSpPr/>
            <p:nvPr/>
          </p:nvSpPr>
          <p:spPr>
            <a:xfrm>
              <a:off x="89880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
            <p:cNvSpPr/>
            <p:nvPr/>
          </p:nvSpPr>
          <p:spPr>
            <a:xfrm>
              <a:off x="89806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
            <p:cNvSpPr/>
            <p:nvPr/>
          </p:nvSpPr>
          <p:spPr>
            <a:xfrm>
              <a:off x="89880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
            <p:cNvSpPr/>
            <p:nvPr/>
          </p:nvSpPr>
          <p:spPr>
            <a:xfrm>
              <a:off x="89806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
            <p:cNvSpPr/>
            <p:nvPr/>
          </p:nvSpPr>
          <p:spPr>
            <a:xfrm>
              <a:off x="89880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
            <p:cNvSpPr/>
            <p:nvPr/>
          </p:nvSpPr>
          <p:spPr>
            <a:xfrm>
              <a:off x="89806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
            <p:cNvSpPr/>
            <p:nvPr/>
          </p:nvSpPr>
          <p:spPr>
            <a:xfrm>
              <a:off x="89880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
            <p:cNvSpPr/>
            <p:nvPr/>
          </p:nvSpPr>
          <p:spPr>
            <a:xfrm>
              <a:off x="441991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
            <p:cNvSpPr/>
            <p:nvPr/>
          </p:nvSpPr>
          <p:spPr>
            <a:xfrm>
              <a:off x="441991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
            <p:cNvSpPr/>
            <p:nvPr/>
          </p:nvSpPr>
          <p:spPr>
            <a:xfrm>
              <a:off x="441991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
            <p:cNvSpPr/>
            <p:nvPr/>
          </p:nvSpPr>
          <p:spPr>
            <a:xfrm>
              <a:off x="441991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
            <p:cNvSpPr/>
            <p:nvPr/>
          </p:nvSpPr>
          <p:spPr>
            <a:xfrm>
              <a:off x="441168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
            <p:cNvSpPr/>
            <p:nvPr/>
          </p:nvSpPr>
          <p:spPr>
            <a:xfrm>
              <a:off x="441168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
            <p:cNvSpPr/>
            <p:nvPr/>
          </p:nvSpPr>
          <p:spPr>
            <a:xfrm>
              <a:off x="441991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
            <p:cNvSpPr/>
            <p:nvPr/>
          </p:nvSpPr>
          <p:spPr>
            <a:xfrm>
              <a:off x="441168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
            <p:cNvSpPr/>
            <p:nvPr/>
          </p:nvSpPr>
          <p:spPr>
            <a:xfrm>
              <a:off x="683882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
            <p:cNvSpPr/>
            <p:nvPr/>
          </p:nvSpPr>
          <p:spPr>
            <a:xfrm>
              <a:off x="683882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
            <p:cNvSpPr/>
            <p:nvPr/>
          </p:nvSpPr>
          <p:spPr>
            <a:xfrm>
              <a:off x="6838823"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
            <p:cNvSpPr/>
            <p:nvPr/>
          </p:nvSpPr>
          <p:spPr>
            <a:xfrm>
              <a:off x="68305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
            <p:cNvSpPr/>
            <p:nvPr/>
          </p:nvSpPr>
          <p:spPr>
            <a:xfrm>
              <a:off x="68305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
            <p:cNvSpPr/>
            <p:nvPr/>
          </p:nvSpPr>
          <p:spPr>
            <a:xfrm>
              <a:off x="6838823"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
            <p:cNvSpPr/>
            <p:nvPr/>
          </p:nvSpPr>
          <p:spPr>
            <a:xfrm>
              <a:off x="68305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
            <p:cNvSpPr/>
            <p:nvPr/>
          </p:nvSpPr>
          <p:spPr>
            <a:xfrm>
              <a:off x="6838823"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
            <p:cNvSpPr/>
            <p:nvPr/>
          </p:nvSpPr>
          <p:spPr>
            <a:xfrm>
              <a:off x="4688917"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
            <p:cNvSpPr/>
            <p:nvPr/>
          </p:nvSpPr>
          <p:spPr>
            <a:xfrm>
              <a:off x="4688917"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
            <p:cNvSpPr/>
            <p:nvPr/>
          </p:nvSpPr>
          <p:spPr>
            <a:xfrm>
              <a:off x="4688917"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
            <p:cNvSpPr/>
            <p:nvPr/>
          </p:nvSpPr>
          <p:spPr>
            <a:xfrm>
              <a:off x="468057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
            <p:cNvSpPr/>
            <p:nvPr/>
          </p:nvSpPr>
          <p:spPr>
            <a:xfrm>
              <a:off x="468057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
            <p:cNvSpPr/>
            <p:nvPr/>
          </p:nvSpPr>
          <p:spPr>
            <a:xfrm>
              <a:off x="4688917"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
            <p:cNvSpPr/>
            <p:nvPr/>
          </p:nvSpPr>
          <p:spPr>
            <a:xfrm>
              <a:off x="468057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
            <p:cNvSpPr/>
            <p:nvPr/>
          </p:nvSpPr>
          <p:spPr>
            <a:xfrm>
              <a:off x="5763393"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
            <p:cNvSpPr/>
            <p:nvPr/>
          </p:nvSpPr>
          <p:spPr>
            <a:xfrm>
              <a:off x="5763393"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
            <p:cNvSpPr/>
            <p:nvPr/>
          </p:nvSpPr>
          <p:spPr>
            <a:xfrm>
              <a:off x="5763393"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
            <p:cNvSpPr/>
            <p:nvPr/>
          </p:nvSpPr>
          <p:spPr>
            <a:xfrm>
              <a:off x="5755167"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
            <p:cNvSpPr/>
            <p:nvPr/>
          </p:nvSpPr>
          <p:spPr>
            <a:xfrm>
              <a:off x="5755167"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
            <p:cNvSpPr/>
            <p:nvPr/>
          </p:nvSpPr>
          <p:spPr>
            <a:xfrm>
              <a:off x="5763393"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
            <p:cNvSpPr/>
            <p:nvPr/>
          </p:nvSpPr>
          <p:spPr>
            <a:xfrm>
              <a:off x="73765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
            <p:cNvSpPr/>
            <p:nvPr/>
          </p:nvSpPr>
          <p:spPr>
            <a:xfrm>
              <a:off x="73765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
            <p:cNvSpPr/>
            <p:nvPr/>
          </p:nvSpPr>
          <p:spPr>
            <a:xfrm>
              <a:off x="73765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
            <p:cNvSpPr/>
            <p:nvPr/>
          </p:nvSpPr>
          <p:spPr>
            <a:xfrm>
              <a:off x="73683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
            <p:cNvSpPr/>
            <p:nvPr/>
          </p:nvSpPr>
          <p:spPr>
            <a:xfrm>
              <a:off x="73683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
            <p:cNvSpPr/>
            <p:nvPr/>
          </p:nvSpPr>
          <p:spPr>
            <a:xfrm>
              <a:off x="73765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
            <p:cNvSpPr/>
            <p:nvPr/>
          </p:nvSpPr>
          <p:spPr>
            <a:xfrm>
              <a:off x="73683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
            <p:cNvSpPr/>
            <p:nvPr/>
          </p:nvSpPr>
          <p:spPr>
            <a:xfrm>
              <a:off x="73765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
            <p:cNvSpPr/>
            <p:nvPr/>
          </p:nvSpPr>
          <p:spPr>
            <a:xfrm>
              <a:off x="73683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
            <p:cNvSpPr/>
            <p:nvPr/>
          </p:nvSpPr>
          <p:spPr>
            <a:xfrm>
              <a:off x="73683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
            <p:cNvSpPr/>
            <p:nvPr/>
          </p:nvSpPr>
          <p:spPr>
            <a:xfrm>
              <a:off x="307559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
            <p:cNvSpPr/>
            <p:nvPr/>
          </p:nvSpPr>
          <p:spPr>
            <a:xfrm>
              <a:off x="307559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
            <p:cNvSpPr/>
            <p:nvPr/>
          </p:nvSpPr>
          <p:spPr>
            <a:xfrm>
              <a:off x="307559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
            <p:cNvSpPr/>
            <p:nvPr/>
          </p:nvSpPr>
          <p:spPr>
            <a:xfrm>
              <a:off x="307559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
            <p:cNvSpPr/>
            <p:nvPr/>
          </p:nvSpPr>
          <p:spPr>
            <a:xfrm>
              <a:off x="3068201"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
            <p:cNvSpPr/>
            <p:nvPr/>
          </p:nvSpPr>
          <p:spPr>
            <a:xfrm>
              <a:off x="3068201"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
            <p:cNvSpPr/>
            <p:nvPr/>
          </p:nvSpPr>
          <p:spPr>
            <a:xfrm>
              <a:off x="3075593"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
            <p:cNvSpPr/>
            <p:nvPr/>
          </p:nvSpPr>
          <p:spPr>
            <a:xfrm>
              <a:off x="36132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
            <p:cNvSpPr/>
            <p:nvPr/>
          </p:nvSpPr>
          <p:spPr>
            <a:xfrm>
              <a:off x="36132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
            <p:cNvSpPr/>
            <p:nvPr/>
          </p:nvSpPr>
          <p:spPr>
            <a:xfrm>
              <a:off x="36132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
            <p:cNvSpPr/>
            <p:nvPr/>
          </p:nvSpPr>
          <p:spPr>
            <a:xfrm>
              <a:off x="36132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
            <p:cNvSpPr/>
            <p:nvPr/>
          </p:nvSpPr>
          <p:spPr>
            <a:xfrm>
              <a:off x="36050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
            <p:cNvSpPr/>
            <p:nvPr/>
          </p:nvSpPr>
          <p:spPr>
            <a:xfrm>
              <a:off x="36050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
            <p:cNvSpPr/>
            <p:nvPr/>
          </p:nvSpPr>
          <p:spPr>
            <a:xfrm>
              <a:off x="361324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
            <p:cNvSpPr/>
            <p:nvPr/>
          </p:nvSpPr>
          <p:spPr>
            <a:xfrm>
              <a:off x="415102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
            <p:cNvSpPr/>
            <p:nvPr/>
          </p:nvSpPr>
          <p:spPr>
            <a:xfrm>
              <a:off x="415102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
            <p:cNvSpPr/>
            <p:nvPr/>
          </p:nvSpPr>
          <p:spPr>
            <a:xfrm>
              <a:off x="415102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
            <p:cNvSpPr/>
            <p:nvPr/>
          </p:nvSpPr>
          <p:spPr>
            <a:xfrm>
              <a:off x="415102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
            <p:cNvSpPr/>
            <p:nvPr/>
          </p:nvSpPr>
          <p:spPr>
            <a:xfrm>
              <a:off x="414279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
            <p:cNvSpPr/>
            <p:nvPr/>
          </p:nvSpPr>
          <p:spPr>
            <a:xfrm>
              <a:off x="414279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
            <p:cNvSpPr/>
            <p:nvPr/>
          </p:nvSpPr>
          <p:spPr>
            <a:xfrm>
              <a:off x="5225738"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
            <p:cNvSpPr/>
            <p:nvPr/>
          </p:nvSpPr>
          <p:spPr>
            <a:xfrm>
              <a:off x="5225738"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
            <p:cNvSpPr/>
            <p:nvPr/>
          </p:nvSpPr>
          <p:spPr>
            <a:xfrm>
              <a:off x="5225738"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
            <p:cNvSpPr/>
            <p:nvPr/>
          </p:nvSpPr>
          <p:spPr>
            <a:xfrm>
              <a:off x="5225738"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
            <p:cNvSpPr/>
            <p:nvPr/>
          </p:nvSpPr>
          <p:spPr>
            <a:xfrm>
              <a:off x="5217392"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
            <p:cNvSpPr/>
            <p:nvPr/>
          </p:nvSpPr>
          <p:spPr>
            <a:xfrm>
              <a:off x="5217392"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
            <p:cNvSpPr/>
            <p:nvPr/>
          </p:nvSpPr>
          <p:spPr>
            <a:xfrm>
              <a:off x="5225738"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
            <p:cNvSpPr/>
            <p:nvPr/>
          </p:nvSpPr>
          <p:spPr>
            <a:xfrm>
              <a:off x="5217392"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
            <p:cNvSpPr/>
            <p:nvPr/>
          </p:nvSpPr>
          <p:spPr>
            <a:xfrm>
              <a:off x="63010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
            <p:cNvSpPr/>
            <p:nvPr/>
          </p:nvSpPr>
          <p:spPr>
            <a:xfrm>
              <a:off x="63010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
            <p:cNvSpPr/>
            <p:nvPr/>
          </p:nvSpPr>
          <p:spPr>
            <a:xfrm>
              <a:off x="63010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
            <p:cNvSpPr/>
            <p:nvPr/>
          </p:nvSpPr>
          <p:spPr>
            <a:xfrm>
              <a:off x="63010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
            <p:cNvSpPr/>
            <p:nvPr/>
          </p:nvSpPr>
          <p:spPr>
            <a:xfrm>
              <a:off x="6292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
            <p:cNvSpPr/>
            <p:nvPr/>
          </p:nvSpPr>
          <p:spPr>
            <a:xfrm>
              <a:off x="6292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
            <p:cNvSpPr/>
            <p:nvPr/>
          </p:nvSpPr>
          <p:spPr>
            <a:xfrm>
              <a:off x="630104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
            <p:cNvSpPr/>
            <p:nvPr/>
          </p:nvSpPr>
          <p:spPr>
            <a:xfrm>
              <a:off x="8182306"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
            <p:cNvSpPr/>
            <p:nvPr/>
          </p:nvSpPr>
          <p:spPr>
            <a:xfrm>
              <a:off x="8182306"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
            <p:cNvSpPr/>
            <p:nvPr/>
          </p:nvSpPr>
          <p:spPr>
            <a:xfrm>
              <a:off x="8182306"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
            <p:cNvSpPr/>
            <p:nvPr/>
          </p:nvSpPr>
          <p:spPr>
            <a:xfrm>
              <a:off x="8182306"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
            <p:cNvSpPr/>
            <p:nvPr/>
          </p:nvSpPr>
          <p:spPr>
            <a:xfrm>
              <a:off x="8174914"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
            <p:cNvSpPr/>
            <p:nvPr/>
          </p:nvSpPr>
          <p:spPr>
            <a:xfrm>
              <a:off x="8174914"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
            <p:cNvSpPr/>
            <p:nvPr/>
          </p:nvSpPr>
          <p:spPr>
            <a:xfrm>
              <a:off x="8182306"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
            <p:cNvSpPr/>
            <p:nvPr/>
          </p:nvSpPr>
          <p:spPr>
            <a:xfrm>
              <a:off x="8174914"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
            <p:cNvSpPr/>
            <p:nvPr/>
          </p:nvSpPr>
          <p:spPr>
            <a:xfrm>
              <a:off x="8182306"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
            <p:cNvSpPr/>
            <p:nvPr/>
          </p:nvSpPr>
          <p:spPr>
            <a:xfrm>
              <a:off x="8174914"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
            <p:cNvSpPr/>
            <p:nvPr/>
          </p:nvSpPr>
          <p:spPr>
            <a:xfrm>
              <a:off x="2538773"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
            <p:cNvSpPr/>
            <p:nvPr/>
          </p:nvSpPr>
          <p:spPr>
            <a:xfrm>
              <a:off x="2538773"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
            <p:cNvSpPr/>
            <p:nvPr/>
          </p:nvSpPr>
          <p:spPr>
            <a:xfrm>
              <a:off x="2538773"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
            <p:cNvSpPr/>
            <p:nvPr/>
          </p:nvSpPr>
          <p:spPr>
            <a:xfrm>
              <a:off x="2538773"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3" name="Google Shape;963;p3"/>
          <p:cNvSpPr txBox="1"/>
          <p:nvPr>
            <p:ph type="title"/>
          </p:nvPr>
        </p:nvSpPr>
        <p:spPr>
          <a:xfrm>
            <a:off x="3596775" y="2182675"/>
            <a:ext cx="4728600" cy="88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964" name="Google Shape;964;p3"/>
          <p:cNvSpPr txBox="1"/>
          <p:nvPr>
            <p:ph hasCustomPrompt="1" idx="2" type="title"/>
          </p:nvPr>
        </p:nvSpPr>
        <p:spPr>
          <a:xfrm>
            <a:off x="5113425" y="1171925"/>
            <a:ext cx="1695300" cy="92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atin typeface="Rubik Black"/>
                <a:ea typeface="Rubik Black"/>
                <a:cs typeface="Rubik Black"/>
                <a:sym typeface="Rubik Black"/>
              </a:defRPr>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965" name="Google Shape;965;p3"/>
          <p:cNvSpPr txBox="1"/>
          <p:nvPr>
            <p:ph idx="1" type="subTitle"/>
          </p:nvPr>
        </p:nvSpPr>
        <p:spPr>
          <a:xfrm>
            <a:off x="4379775" y="3188222"/>
            <a:ext cx="3162600" cy="6999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None/>
              <a:defRPr sz="1700"/>
            </a:lvl1pPr>
            <a:lvl2pPr lvl="1" algn="ctr">
              <a:lnSpc>
                <a:spcPct val="100000"/>
              </a:lnSpc>
              <a:spcBef>
                <a:spcPts val="0"/>
              </a:spcBef>
              <a:spcAft>
                <a:spcPts val="0"/>
              </a:spcAft>
              <a:buNone/>
              <a:defRPr sz="1700"/>
            </a:lvl2pPr>
            <a:lvl3pPr lvl="2" algn="ctr">
              <a:lnSpc>
                <a:spcPct val="100000"/>
              </a:lnSpc>
              <a:spcBef>
                <a:spcPts val="0"/>
              </a:spcBef>
              <a:spcAft>
                <a:spcPts val="0"/>
              </a:spcAft>
              <a:buNone/>
              <a:defRPr sz="1700"/>
            </a:lvl3pPr>
            <a:lvl4pPr lvl="3" algn="ctr">
              <a:lnSpc>
                <a:spcPct val="100000"/>
              </a:lnSpc>
              <a:spcBef>
                <a:spcPts val="0"/>
              </a:spcBef>
              <a:spcAft>
                <a:spcPts val="0"/>
              </a:spcAft>
              <a:buNone/>
              <a:defRPr sz="1700"/>
            </a:lvl4pPr>
            <a:lvl5pPr lvl="4" algn="ctr">
              <a:lnSpc>
                <a:spcPct val="100000"/>
              </a:lnSpc>
              <a:spcBef>
                <a:spcPts val="0"/>
              </a:spcBef>
              <a:spcAft>
                <a:spcPts val="0"/>
              </a:spcAft>
              <a:buNone/>
              <a:defRPr sz="1700"/>
            </a:lvl5pPr>
            <a:lvl6pPr lvl="5" algn="ctr">
              <a:lnSpc>
                <a:spcPct val="100000"/>
              </a:lnSpc>
              <a:spcBef>
                <a:spcPts val="0"/>
              </a:spcBef>
              <a:spcAft>
                <a:spcPts val="0"/>
              </a:spcAft>
              <a:buNone/>
              <a:defRPr sz="1700"/>
            </a:lvl6pPr>
            <a:lvl7pPr lvl="6" algn="ctr">
              <a:lnSpc>
                <a:spcPct val="100000"/>
              </a:lnSpc>
              <a:spcBef>
                <a:spcPts val="0"/>
              </a:spcBef>
              <a:spcAft>
                <a:spcPts val="0"/>
              </a:spcAft>
              <a:buNone/>
              <a:defRPr sz="1700"/>
            </a:lvl7pPr>
            <a:lvl8pPr lvl="7" algn="ctr">
              <a:lnSpc>
                <a:spcPct val="100000"/>
              </a:lnSpc>
              <a:spcBef>
                <a:spcPts val="0"/>
              </a:spcBef>
              <a:spcAft>
                <a:spcPts val="0"/>
              </a:spcAft>
              <a:buNone/>
              <a:defRPr sz="1700"/>
            </a:lvl8pPr>
            <a:lvl9pPr lvl="8" algn="ctr">
              <a:lnSpc>
                <a:spcPct val="100000"/>
              </a:lnSpc>
              <a:spcBef>
                <a:spcPts val="0"/>
              </a:spcBef>
              <a:spcAft>
                <a:spcPts val="0"/>
              </a:spcAft>
              <a:buNone/>
              <a:defRPr sz="17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6" name="Shape 966"/>
        <p:cNvGrpSpPr/>
        <p:nvPr/>
      </p:nvGrpSpPr>
      <p:grpSpPr>
        <a:xfrm>
          <a:off x="0" y="0"/>
          <a:ext cx="0" cy="0"/>
          <a:chOff x="0" y="0"/>
          <a:chExt cx="0" cy="0"/>
        </a:xfrm>
      </p:grpSpPr>
      <p:grpSp>
        <p:nvGrpSpPr>
          <p:cNvPr id="967" name="Google Shape;967;p4"/>
          <p:cNvGrpSpPr/>
          <p:nvPr/>
        </p:nvGrpSpPr>
        <p:grpSpPr>
          <a:xfrm>
            <a:off x="189" y="52"/>
            <a:ext cx="9144013" cy="5143533"/>
            <a:chOff x="4088025" y="1324225"/>
            <a:chExt cx="1348575" cy="1101800"/>
          </a:xfrm>
        </p:grpSpPr>
        <p:sp>
          <p:nvSpPr>
            <p:cNvPr id="968" name="Google Shape;968;p4"/>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4"/>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4"/>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4"/>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4"/>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4"/>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4"/>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4"/>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4"/>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4"/>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4"/>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4"/>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4"/>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4"/>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4"/>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4"/>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4"/>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4"/>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4"/>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4"/>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4"/>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4"/>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8" name="Google Shape;1018;p4"/>
          <p:cNvSpPr txBox="1"/>
          <p:nvPr>
            <p:ph idx="1" type="body"/>
          </p:nvPr>
        </p:nvSpPr>
        <p:spPr>
          <a:xfrm>
            <a:off x="1741500" y="1227600"/>
            <a:ext cx="5661000" cy="1344000"/>
          </a:xfrm>
          <a:prstGeom prst="rect">
            <a:avLst/>
          </a:prstGeom>
        </p:spPr>
        <p:txBody>
          <a:bodyPr anchorCtr="0" anchor="t" bIns="91425" lIns="91425" spcFirstLastPara="1" rIns="91425" wrap="square" tIns="91425">
            <a:noAutofit/>
          </a:bodyPr>
          <a:lstStyle>
            <a:lvl1pPr indent="-304800" lvl="0" marL="457200" algn="ctr">
              <a:lnSpc>
                <a:spcPct val="100000"/>
              </a:lnSpc>
              <a:spcBef>
                <a:spcPts val="0"/>
              </a:spcBef>
              <a:spcAft>
                <a:spcPts val="0"/>
              </a:spcAft>
              <a:buClr>
                <a:schemeClr val="accent1"/>
              </a:buClr>
              <a:buSzPts val="1200"/>
              <a:buChar char="■"/>
              <a:defRPr/>
            </a:lvl1pPr>
            <a:lvl2pPr indent="-304800" lvl="1" marL="914400">
              <a:lnSpc>
                <a:spcPct val="100000"/>
              </a:lnSpc>
              <a:spcBef>
                <a:spcPts val="1000"/>
              </a:spcBef>
              <a:spcAft>
                <a:spcPts val="0"/>
              </a:spcAft>
              <a:buClr>
                <a:srgbClr val="434343"/>
              </a:buClr>
              <a:buSzPts val="1200"/>
              <a:buFont typeface="Roboto Condensed Light"/>
              <a:buChar char="○"/>
              <a:defRPr sz="1200"/>
            </a:lvl2pPr>
            <a:lvl3pPr indent="-304800" lvl="2" marL="1371600">
              <a:lnSpc>
                <a:spcPct val="100000"/>
              </a:lnSpc>
              <a:spcBef>
                <a:spcPts val="0"/>
              </a:spcBef>
              <a:spcAft>
                <a:spcPts val="0"/>
              </a:spcAft>
              <a:buClr>
                <a:srgbClr val="434343"/>
              </a:buClr>
              <a:buSzPts val="1200"/>
              <a:buFont typeface="Roboto Condensed Light"/>
              <a:buChar char="■"/>
              <a:defRPr sz="1200"/>
            </a:lvl3pPr>
            <a:lvl4pPr indent="-304800" lvl="3" marL="1828800">
              <a:lnSpc>
                <a:spcPct val="100000"/>
              </a:lnSpc>
              <a:spcBef>
                <a:spcPts val="0"/>
              </a:spcBef>
              <a:spcAft>
                <a:spcPts val="0"/>
              </a:spcAft>
              <a:buClr>
                <a:srgbClr val="434343"/>
              </a:buClr>
              <a:buSzPts val="1200"/>
              <a:buFont typeface="Roboto Condensed Light"/>
              <a:buChar char="●"/>
              <a:defRPr sz="1200"/>
            </a:lvl4pPr>
            <a:lvl5pPr indent="-304800" lvl="4" marL="2286000">
              <a:lnSpc>
                <a:spcPct val="100000"/>
              </a:lnSpc>
              <a:spcBef>
                <a:spcPts val="0"/>
              </a:spcBef>
              <a:spcAft>
                <a:spcPts val="0"/>
              </a:spcAft>
              <a:buClr>
                <a:srgbClr val="434343"/>
              </a:buClr>
              <a:buSzPts val="1200"/>
              <a:buFont typeface="Roboto Condensed Light"/>
              <a:buChar char="○"/>
              <a:defRPr sz="1200"/>
            </a:lvl5pPr>
            <a:lvl6pPr indent="-304800" lvl="5" marL="2743200">
              <a:lnSpc>
                <a:spcPct val="100000"/>
              </a:lnSpc>
              <a:spcBef>
                <a:spcPts val="0"/>
              </a:spcBef>
              <a:spcAft>
                <a:spcPts val="0"/>
              </a:spcAft>
              <a:buClr>
                <a:srgbClr val="434343"/>
              </a:buClr>
              <a:buSzPts val="1200"/>
              <a:buFont typeface="Roboto Condensed Light"/>
              <a:buChar char="■"/>
              <a:defRPr sz="1200"/>
            </a:lvl6pPr>
            <a:lvl7pPr indent="-304800" lvl="6" marL="3200400">
              <a:lnSpc>
                <a:spcPct val="100000"/>
              </a:lnSpc>
              <a:spcBef>
                <a:spcPts val="0"/>
              </a:spcBef>
              <a:spcAft>
                <a:spcPts val="0"/>
              </a:spcAft>
              <a:buClr>
                <a:srgbClr val="434343"/>
              </a:buClr>
              <a:buSzPts val="1200"/>
              <a:buFont typeface="Roboto Condensed Light"/>
              <a:buChar char="●"/>
              <a:defRPr sz="1200"/>
            </a:lvl7pPr>
            <a:lvl8pPr indent="-304800" lvl="7" marL="3657600">
              <a:lnSpc>
                <a:spcPct val="100000"/>
              </a:lnSpc>
              <a:spcBef>
                <a:spcPts val="0"/>
              </a:spcBef>
              <a:spcAft>
                <a:spcPts val="0"/>
              </a:spcAft>
              <a:buClr>
                <a:srgbClr val="434343"/>
              </a:buClr>
              <a:buSzPts val="1200"/>
              <a:buFont typeface="Roboto Condensed Light"/>
              <a:buChar char="○"/>
              <a:defRPr sz="1200"/>
            </a:lvl8pPr>
            <a:lvl9pPr indent="-304800" lvl="8" marL="4114800">
              <a:lnSpc>
                <a:spcPct val="100000"/>
              </a:lnSpc>
              <a:spcBef>
                <a:spcPts val="0"/>
              </a:spcBef>
              <a:spcAft>
                <a:spcPts val="0"/>
              </a:spcAft>
              <a:buClr>
                <a:srgbClr val="434343"/>
              </a:buClr>
              <a:buSzPts val="1200"/>
              <a:buFont typeface="Roboto Condensed Light"/>
              <a:buChar char="■"/>
              <a:defRPr sz="1200"/>
            </a:lvl9pPr>
          </a:lstStyle>
          <a:p/>
        </p:txBody>
      </p:sp>
      <p:sp>
        <p:nvSpPr>
          <p:cNvPr id="1019" name="Google Shape;1019;p4"/>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200"/>
              <a:buFont typeface="Fredoka One"/>
              <a:buNone/>
              <a:defRPr sz="3200"/>
            </a:lvl1pPr>
            <a:lvl2pPr lvl="1" rtl="0" algn="ctr">
              <a:spcBef>
                <a:spcPts val="0"/>
              </a:spcBef>
              <a:spcAft>
                <a:spcPts val="0"/>
              </a:spcAft>
              <a:buSzPts val="3600"/>
              <a:buFont typeface="Fredoka One"/>
              <a:buNone/>
              <a:defRPr sz="3600">
                <a:latin typeface="Fredoka One"/>
                <a:ea typeface="Fredoka One"/>
                <a:cs typeface="Fredoka One"/>
                <a:sym typeface="Fredoka One"/>
              </a:defRPr>
            </a:lvl2pPr>
            <a:lvl3pPr lvl="2" rtl="0" algn="ctr">
              <a:spcBef>
                <a:spcPts val="0"/>
              </a:spcBef>
              <a:spcAft>
                <a:spcPts val="0"/>
              </a:spcAft>
              <a:buSzPts val="3600"/>
              <a:buFont typeface="Fredoka One"/>
              <a:buNone/>
              <a:defRPr sz="3600">
                <a:latin typeface="Fredoka One"/>
                <a:ea typeface="Fredoka One"/>
                <a:cs typeface="Fredoka One"/>
                <a:sym typeface="Fredoka One"/>
              </a:defRPr>
            </a:lvl3pPr>
            <a:lvl4pPr lvl="3" rtl="0" algn="ctr">
              <a:spcBef>
                <a:spcPts val="0"/>
              </a:spcBef>
              <a:spcAft>
                <a:spcPts val="0"/>
              </a:spcAft>
              <a:buSzPts val="3600"/>
              <a:buFont typeface="Fredoka One"/>
              <a:buNone/>
              <a:defRPr sz="3600">
                <a:latin typeface="Fredoka One"/>
                <a:ea typeface="Fredoka One"/>
                <a:cs typeface="Fredoka One"/>
                <a:sym typeface="Fredoka One"/>
              </a:defRPr>
            </a:lvl4pPr>
            <a:lvl5pPr lvl="4" rtl="0" algn="ctr">
              <a:spcBef>
                <a:spcPts val="0"/>
              </a:spcBef>
              <a:spcAft>
                <a:spcPts val="0"/>
              </a:spcAft>
              <a:buSzPts val="3600"/>
              <a:buFont typeface="Fredoka One"/>
              <a:buNone/>
              <a:defRPr sz="3600">
                <a:latin typeface="Fredoka One"/>
                <a:ea typeface="Fredoka One"/>
                <a:cs typeface="Fredoka One"/>
                <a:sym typeface="Fredoka One"/>
              </a:defRPr>
            </a:lvl5pPr>
            <a:lvl6pPr lvl="5" rtl="0" algn="ctr">
              <a:spcBef>
                <a:spcPts val="0"/>
              </a:spcBef>
              <a:spcAft>
                <a:spcPts val="0"/>
              </a:spcAft>
              <a:buSzPts val="3600"/>
              <a:buFont typeface="Fredoka One"/>
              <a:buNone/>
              <a:defRPr sz="3600">
                <a:latin typeface="Fredoka One"/>
                <a:ea typeface="Fredoka One"/>
                <a:cs typeface="Fredoka One"/>
                <a:sym typeface="Fredoka One"/>
              </a:defRPr>
            </a:lvl6pPr>
            <a:lvl7pPr lvl="6" rtl="0" algn="ctr">
              <a:spcBef>
                <a:spcPts val="0"/>
              </a:spcBef>
              <a:spcAft>
                <a:spcPts val="0"/>
              </a:spcAft>
              <a:buSzPts val="3600"/>
              <a:buFont typeface="Fredoka One"/>
              <a:buNone/>
              <a:defRPr sz="3600">
                <a:latin typeface="Fredoka One"/>
                <a:ea typeface="Fredoka One"/>
                <a:cs typeface="Fredoka One"/>
                <a:sym typeface="Fredoka One"/>
              </a:defRPr>
            </a:lvl7pPr>
            <a:lvl8pPr lvl="7" rtl="0" algn="ctr">
              <a:spcBef>
                <a:spcPts val="0"/>
              </a:spcBef>
              <a:spcAft>
                <a:spcPts val="0"/>
              </a:spcAft>
              <a:buSzPts val="3600"/>
              <a:buFont typeface="Fredoka One"/>
              <a:buNone/>
              <a:defRPr sz="3600">
                <a:latin typeface="Fredoka One"/>
                <a:ea typeface="Fredoka One"/>
                <a:cs typeface="Fredoka One"/>
                <a:sym typeface="Fredoka One"/>
              </a:defRPr>
            </a:lvl8pPr>
            <a:lvl9pPr lvl="8" rtl="0" algn="ctr">
              <a:spcBef>
                <a:spcPts val="0"/>
              </a:spcBef>
              <a:spcAft>
                <a:spcPts val="0"/>
              </a:spcAft>
              <a:buSzPts val="3600"/>
              <a:buFont typeface="Fredoka One"/>
              <a:buNone/>
              <a:defRPr sz="3600">
                <a:latin typeface="Fredoka One"/>
                <a:ea typeface="Fredoka One"/>
                <a:cs typeface="Fredoka One"/>
                <a:sym typeface="Fredoka One"/>
              </a:defRPr>
            </a:lvl9pPr>
          </a:lstStyle>
          <a:p/>
        </p:txBody>
      </p:sp>
      <p:grpSp>
        <p:nvGrpSpPr>
          <p:cNvPr id="1020" name="Google Shape;1020;p4"/>
          <p:cNvGrpSpPr/>
          <p:nvPr/>
        </p:nvGrpSpPr>
        <p:grpSpPr>
          <a:xfrm>
            <a:off x="34718" y="206"/>
            <a:ext cx="9074564" cy="5143474"/>
            <a:chOff x="34718" y="206"/>
            <a:chExt cx="9074564" cy="5143474"/>
          </a:xfrm>
        </p:grpSpPr>
        <p:grpSp>
          <p:nvGrpSpPr>
            <p:cNvPr id="1021" name="Google Shape;1021;p4"/>
            <p:cNvGrpSpPr/>
            <p:nvPr/>
          </p:nvGrpSpPr>
          <p:grpSpPr>
            <a:xfrm>
              <a:off x="565521" y="206"/>
              <a:ext cx="53295" cy="5143474"/>
              <a:chOff x="578867" y="206"/>
              <a:chExt cx="53295" cy="5143474"/>
            </a:xfrm>
          </p:grpSpPr>
          <p:sp>
            <p:nvSpPr>
              <p:cNvPr id="1022" name="Google Shape;1022;p4"/>
              <p:cNvSpPr/>
              <p:nvPr/>
            </p:nvSpPr>
            <p:spPr>
              <a:xfrm>
                <a:off x="58709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
              <p:cNvSpPr/>
              <p:nvPr/>
            </p:nvSpPr>
            <p:spPr>
              <a:xfrm>
                <a:off x="58709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
              <p:cNvSpPr/>
              <p:nvPr/>
            </p:nvSpPr>
            <p:spPr>
              <a:xfrm>
                <a:off x="58709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4"/>
              <p:cNvSpPr/>
              <p:nvPr/>
            </p:nvSpPr>
            <p:spPr>
              <a:xfrm>
                <a:off x="578867"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
              <p:cNvSpPr/>
              <p:nvPr/>
            </p:nvSpPr>
            <p:spPr>
              <a:xfrm>
                <a:off x="578867"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
              <p:cNvSpPr/>
              <p:nvPr/>
            </p:nvSpPr>
            <p:spPr>
              <a:xfrm>
                <a:off x="58709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4"/>
              <p:cNvSpPr/>
              <p:nvPr/>
            </p:nvSpPr>
            <p:spPr>
              <a:xfrm>
                <a:off x="578867"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4"/>
              <p:cNvSpPr/>
              <p:nvPr/>
            </p:nvSpPr>
            <p:spPr>
              <a:xfrm>
                <a:off x="58709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4"/>
              <p:cNvSpPr/>
              <p:nvPr/>
            </p:nvSpPr>
            <p:spPr>
              <a:xfrm>
                <a:off x="578867"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4"/>
              <p:cNvSpPr/>
              <p:nvPr/>
            </p:nvSpPr>
            <p:spPr>
              <a:xfrm>
                <a:off x="578867"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4"/>
              <p:cNvSpPr/>
              <p:nvPr/>
            </p:nvSpPr>
            <p:spPr>
              <a:xfrm>
                <a:off x="58709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4"/>
              <p:cNvSpPr/>
              <p:nvPr/>
            </p:nvSpPr>
            <p:spPr>
              <a:xfrm>
                <a:off x="58709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
              <p:cNvSpPr/>
              <p:nvPr/>
            </p:nvSpPr>
            <p:spPr>
              <a:xfrm>
                <a:off x="58709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4"/>
              <p:cNvSpPr/>
              <p:nvPr/>
            </p:nvSpPr>
            <p:spPr>
              <a:xfrm>
                <a:off x="578867"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4"/>
              <p:cNvSpPr/>
              <p:nvPr/>
            </p:nvSpPr>
            <p:spPr>
              <a:xfrm>
                <a:off x="58709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4"/>
              <p:cNvSpPr/>
              <p:nvPr/>
            </p:nvSpPr>
            <p:spPr>
              <a:xfrm>
                <a:off x="58709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4"/>
              <p:cNvSpPr/>
              <p:nvPr/>
            </p:nvSpPr>
            <p:spPr>
              <a:xfrm>
                <a:off x="578867"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
              <p:cNvSpPr/>
              <p:nvPr/>
            </p:nvSpPr>
            <p:spPr>
              <a:xfrm>
                <a:off x="58709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4"/>
              <p:cNvSpPr/>
              <p:nvPr/>
            </p:nvSpPr>
            <p:spPr>
              <a:xfrm>
                <a:off x="578867"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4"/>
              <p:cNvSpPr/>
              <p:nvPr/>
            </p:nvSpPr>
            <p:spPr>
              <a:xfrm>
                <a:off x="58709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4"/>
              <p:cNvSpPr/>
              <p:nvPr/>
            </p:nvSpPr>
            <p:spPr>
              <a:xfrm>
                <a:off x="578867"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
              <p:cNvSpPr/>
              <p:nvPr/>
            </p:nvSpPr>
            <p:spPr>
              <a:xfrm>
                <a:off x="58709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
              <p:cNvSpPr/>
              <p:nvPr/>
            </p:nvSpPr>
            <p:spPr>
              <a:xfrm>
                <a:off x="578867"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4"/>
              <p:cNvSpPr/>
              <p:nvPr/>
            </p:nvSpPr>
            <p:spPr>
              <a:xfrm>
                <a:off x="578867"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4"/>
              <p:cNvSpPr/>
              <p:nvPr/>
            </p:nvSpPr>
            <p:spPr>
              <a:xfrm>
                <a:off x="58709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
              <p:cNvSpPr/>
              <p:nvPr/>
            </p:nvSpPr>
            <p:spPr>
              <a:xfrm>
                <a:off x="578867"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4"/>
              <p:cNvSpPr/>
              <p:nvPr/>
            </p:nvSpPr>
            <p:spPr>
              <a:xfrm>
                <a:off x="578867"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4"/>
              <p:cNvSpPr/>
              <p:nvPr/>
            </p:nvSpPr>
            <p:spPr>
              <a:xfrm>
                <a:off x="578867"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4"/>
              <p:cNvSpPr/>
              <p:nvPr/>
            </p:nvSpPr>
            <p:spPr>
              <a:xfrm>
                <a:off x="58709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4"/>
              <p:cNvSpPr/>
              <p:nvPr/>
            </p:nvSpPr>
            <p:spPr>
              <a:xfrm>
                <a:off x="58709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4"/>
              <p:cNvSpPr/>
              <p:nvPr/>
            </p:nvSpPr>
            <p:spPr>
              <a:xfrm>
                <a:off x="58709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4"/>
              <p:cNvSpPr/>
              <p:nvPr/>
            </p:nvSpPr>
            <p:spPr>
              <a:xfrm>
                <a:off x="578867"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4"/>
              <p:cNvSpPr/>
              <p:nvPr/>
            </p:nvSpPr>
            <p:spPr>
              <a:xfrm>
                <a:off x="58709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
              <p:cNvSpPr/>
              <p:nvPr/>
            </p:nvSpPr>
            <p:spPr>
              <a:xfrm>
                <a:off x="578867"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4"/>
              <p:cNvSpPr/>
              <p:nvPr/>
            </p:nvSpPr>
            <p:spPr>
              <a:xfrm>
                <a:off x="58709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4"/>
              <p:cNvSpPr/>
              <p:nvPr/>
            </p:nvSpPr>
            <p:spPr>
              <a:xfrm>
                <a:off x="578867"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8" name="Google Shape;1058;p4"/>
            <p:cNvGrpSpPr/>
            <p:nvPr/>
          </p:nvGrpSpPr>
          <p:grpSpPr>
            <a:xfrm>
              <a:off x="8525900" y="206"/>
              <a:ext cx="53414" cy="5143474"/>
              <a:chOff x="8511811" y="206"/>
              <a:chExt cx="53414" cy="5143474"/>
            </a:xfrm>
          </p:grpSpPr>
          <p:sp>
            <p:nvSpPr>
              <p:cNvPr id="1059" name="Google Shape;1059;p4"/>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4"/>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4"/>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4"/>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4"/>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4"/>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4"/>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4"/>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4"/>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4"/>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4"/>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4"/>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4"/>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4"/>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4"/>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4"/>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4"/>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4"/>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4"/>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4"/>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5" name="Google Shape;1095;p4"/>
            <p:cNvGrpSpPr/>
            <p:nvPr/>
          </p:nvGrpSpPr>
          <p:grpSpPr>
            <a:xfrm>
              <a:off x="8791361" y="206"/>
              <a:ext cx="53414" cy="5143474"/>
              <a:chOff x="8712171" y="206"/>
              <a:chExt cx="53414" cy="5143474"/>
            </a:xfrm>
          </p:grpSpPr>
          <p:sp>
            <p:nvSpPr>
              <p:cNvPr id="1096" name="Google Shape;1096;p4"/>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4"/>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4"/>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4"/>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4"/>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4"/>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4"/>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4"/>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4"/>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4"/>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4"/>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4"/>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4"/>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4"/>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4"/>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4"/>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4"/>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4"/>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4"/>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4"/>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4"/>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4"/>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2" name="Google Shape;1132;p4"/>
            <p:cNvGrpSpPr/>
            <p:nvPr/>
          </p:nvGrpSpPr>
          <p:grpSpPr>
            <a:xfrm>
              <a:off x="34718" y="206"/>
              <a:ext cx="53295" cy="4852321"/>
              <a:chOff x="62135" y="206"/>
              <a:chExt cx="53295" cy="4852321"/>
            </a:xfrm>
          </p:grpSpPr>
          <p:sp>
            <p:nvSpPr>
              <p:cNvPr id="1133" name="Google Shape;1133;p4"/>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4"/>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4"/>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4"/>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4"/>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4"/>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4"/>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4"/>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4"/>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4"/>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4"/>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4"/>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4"/>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4"/>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4"/>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4"/>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4"/>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4"/>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4"/>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4"/>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4"/>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7" name="Google Shape;1167;p4"/>
            <p:cNvGrpSpPr/>
            <p:nvPr/>
          </p:nvGrpSpPr>
          <p:grpSpPr>
            <a:xfrm>
              <a:off x="300060" y="206"/>
              <a:ext cx="53414" cy="4852321"/>
              <a:chOff x="418506" y="206"/>
              <a:chExt cx="53414" cy="4852321"/>
            </a:xfrm>
          </p:grpSpPr>
          <p:sp>
            <p:nvSpPr>
              <p:cNvPr id="1168" name="Google Shape;1168;p4"/>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4"/>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4"/>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4"/>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4"/>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4"/>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4"/>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4"/>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4"/>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4"/>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4"/>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4"/>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4"/>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4"/>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4"/>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4"/>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4"/>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4"/>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2" name="Google Shape;1202;p4"/>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4"/>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4"/>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4"/>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9" name="Google Shape;1209;p4"/>
            <p:cNvGrpSpPr/>
            <p:nvPr/>
          </p:nvGrpSpPr>
          <p:grpSpPr>
            <a:xfrm>
              <a:off x="9056822" y="206"/>
              <a:ext cx="52460" cy="4852321"/>
              <a:chOff x="8855639" y="206"/>
              <a:chExt cx="52460" cy="4852321"/>
            </a:xfrm>
          </p:grpSpPr>
          <p:sp>
            <p:nvSpPr>
              <p:cNvPr id="1210" name="Google Shape;1210;p4"/>
              <p:cNvSpPr/>
              <p:nvPr/>
            </p:nvSpPr>
            <p:spPr>
              <a:xfrm>
                <a:off x="886303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4"/>
              <p:cNvSpPr/>
              <p:nvPr/>
            </p:nvSpPr>
            <p:spPr>
              <a:xfrm>
                <a:off x="886303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
              <p:cNvSpPr/>
              <p:nvPr/>
            </p:nvSpPr>
            <p:spPr>
              <a:xfrm>
                <a:off x="886303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
              <p:cNvSpPr/>
              <p:nvPr/>
            </p:nvSpPr>
            <p:spPr>
              <a:xfrm>
                <a:off x="886303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
              <p:cNvSpPr/>
              <p:nvPr/>
            </p:nvSpPr>
            <p:spPr>
              <a:xfrm>
                <a:off x="885563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
              <p:cNvSpPr/>
              <p:nvPr/>
            </p:nvSpPr>
            <p:spPr>
              <a:xfrm>
                <a:off x="885563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4"/>
              <p:cNvSpPr/>
              <p:nvPr/>
            </p:nvSpPr>
            <p:spPr>
              <a:xfrm>
                <a:off x="886303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4"/>
              <p:cNvSpPr/>
              <p:nvPr/>
            </p:nvSpPr>
            <p:spPr>
              <a:xfrm>
                <a:off x="885563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
              <p:cNvSpPr/>
              <p:nvPr/>
            </p:nvSpPr>
            <p:spPr>
              <a:xfrm>
                <a:off x="886303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4"/>
              <p:cNvSpPr/>
              <p:nvPr/>
            </p:nvSpPr>
            <p:spPr>
              <a:xfrm>
                <a:off x="885563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4"/>
              <p:cNvSpPr/>
              <p:nvPr/>
            </p:nvSpPr>
            <p:spPr>
              <a:xfrm>
                <a:off x="886303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4"/>
              <p:cNvSpPr/>
              <p:nvPr/>
            </p:nvSpPr>
            <p:spPr>
              <a:xfrm>
                <a:off x="885563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4"/>
              <p:cNvSpPr/>
              <p:nvPr/>
            </p:nvSpPr>
            <p:spPr>
              <a:xfrm>
                <a:off x="886303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
              <p:cNvSpPr/>
              <p:nvPr/>
            </p:nvSpPr>
            <p:spPr>
              <a:xfrm>
                <a:off x="885563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4"/>
              <p:cNvSpPr/>
              <p:nvPr/>
            </p:nvSpPr>
            <p:spPr>
              <a:xfrm>
                <a:off x="8863032"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4"/>
              <p:cNvSpPr/>
              <p:nvPr/>
            </p:nvSpPr>
            <p:spPr>
              <a:xfrm>
                <a:off x="8863032"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
              <p:cNvSpPr/>
              <p:nvPr/>
            </p:nvSpPr>
            <p:spPr>
              <a:xfrm>
                <a:off x="885563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
              <p:cNvSpPr/>
              <p:nvPr/>
            </p:nvSpPr>
            <p:spPr>
              <a:xfrm>
                <a:off x="885563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
              <p:cNvSpPr/>
              <p:nvPr/>
            </p:nvSpPr>
            <p:spPr>
              <a:xfrm>
                <a:off x="8863032"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
              <p:cNvSpPr/>
              <p:nvPr/>
            </p:nvSpPr>
            <p:spPr>
              <a:xfrm>
                <a:off x="8855639"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
              <p:cNvSpPr/>
              <p:nvPr/>
            </p:nvSpPr>
            <p:spPr>
              <a:xfrm>
                <a:off x="8863032"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
              <p:cNvSpPr/>
              <p:nvPr/>
            </p:nvSpPr>
            <p:spPr>
              <a:xfrm>
                <a:off x="8863032"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4"/>
              <p:cNvSpPr/>
              <p:nvPr/>
            </p:nvSpPr>
            <p:spPr>
              <a:xfrm>
                <a:off x="8855639"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4"/>
              <p:cNvSpPr/>
              <p:nvPr/>
            </p:nvSpPr>
            <p:spPr>
              <a:xfrm>
                <a:off x="8855639"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
              <p:cNvSpPr/>
              <p:nvPr/>
            </p:nvSpPr>
            <p:spPr>
              <a:xfrm>
                <a:off x="8855639"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
              <p:cNvSpPr/>
              <p:nvPr/>
            </p:nvSpPr>
            <p:spPr>
              <a:xfrm>
                <a:off x="8863032"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
              <p:cNvSpPr/>
              <p:nvPr/>
            </p:nvSpPr>
            <p:spPr>
              <a:xfrm>
                <a:off x="8863032"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4"/>
              <p:cNvSpPr/>
              <p:nvPr/>
            </p:nvSpPr>
            <p:spPr>
              <a:xfrm>
                <a:off x="8863032"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4"/>
              <p:cNvSpPr/>
              <p:nvPr/>
            </p:nvSpPr>
            <p:spPr>
              <a:xfrm>
                <a:off x="8855639"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4"/>
              <p:cNvSpPr/>
              <p:nvPr/>
            </p:nvSpPr>
            <p:spPr>
              <a:xfrm>
                <a:off x="8863032"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4"/>
              <p:cNvSpPr/>
              <p:nvPr/>
            </p:nvSpPr>
            <p:spPr>
              <a:xfrm>
                <a:off x="8855639"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4"/>
              <p:cNvSpPr/>
              <p:nvPr/>
            </p:nvSpPr>
            <p:spPr>
              <a:xfrm>
                <a:off x="8863032"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
              <p:cNvSpPr/>
              <p:nvPr/>
            </p:nvSpPr>
            <p:spPr>
              <a:xfrm>
                <a:off x="8855639"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
              <p:cNvSpPr/>
              <p:nvPr/>
            </p:nvSpPr>
            <p:spPr>
              <a:xfrm>
                <a:off x="8863032"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4" name="Google Shape;1244;p4"/>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4"/>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4"/>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4"/>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4"/>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51" name="Shape 1251"/>
        <p:cNvGrpSpPr/>
        <p:nvPr/>
      </p:nvGrpSpPr>
      <p:grpSpPr>
        <a:xfrm>
          <a:off x="0" y="0"/>
          <a:ext cx="0" cy="0"/>
          <a:chOff x="0" y="0"/>
          <a:chExt cx="0" cy="0"/>
        </a:xfrm>
      </p:grpSpPr>
      <p:grpSp>
        <p:nvGrpSpPr>
          <p:cNvPr id="1252" name="Google Shape;1252;p5"/>
          <p:cNvGrpSpPr/>
          <p:nvPr/>
        </p:nvGrpSpPr>
        <p:grpSpPr>
          <a:xfrm>
            <a:off x="189" y="52"/>
            <a:ext cx="9144013" cy="5143533"/>
            <a:chOff x="4088025" y="1324225"/>
            <a:chExt cx="1348575" cy="1101800"/>
          </a:xfrm>
        </p:grpSpPr>
        <p:sp>
          <p:nvSpPr>
            <p:cNvPr id="1253" name="Google Shape;1253;p5"/>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5"/>
          <p:cNvGrpSpPr/>
          <p:nvPr/>
        </p:nvGrpSpPr>
        <p:grpSpPr>
          <a:xfrm>
            <a:off x="110918" y="206"/>
            <a:ext cx="8922164" cy="5143474"/>
            <a:chOff x="110918" y="206"/>
            <a:chExt cx="8922164" cy="5143474"/>
          </a:xfrm>
        </p:grpSpPr>
        <p:sp>
          <p:nvSpPr>
            <p:cNvPr id="1304" name="Google Shape;1304;p5"/>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2" name="Google Shape;1322;p5"/>
            <p:cNvGrpSpPr/>
            <p:nvPr/>
          </p:nvGrpSpPr>
          <p:grpSpPr>
            <a:xfrm>
              <a:off x="8706192" y="206"/>
              <a:ext cx="53414" cy="5143474"/>
              <a:chOff x="8511811" y="206"/>
              <a:chExt cx="53414" cy="5143474"/>
            </a:xfrm>
          </p:grpSpPr>
          <p:sp>
            <p:nvSpPr>
              <p:cNvPr id="1323" name="Google Shape;1323;p5"/>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5"/>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5"/>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5"/>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9" name="Google Shape;1359;p5"/>
            <p:cNvGrpSpPr/>
            <p:nvPr/>
          </p:nvGrpSpPr>
          <p:grpSpPr>
            <a:xfrm>
              <a:off x="8979668" y="206"/>
              <a:ext cx="53414" cy="5143474"/>
              <a:chOff x="8712171" y="206"/>
              <a:chExt cx="53414" cy="5143474"/>
            </a:xfrm>
          </p:grpSpPr>
          <p:sp>
            <p:nvSpPr>
              <p:cNvPr id="1360" name="Google Shape;1360;p5"/>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5"/>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5"/>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5"/>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5"/>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5"/>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5"/>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5"/>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5"/>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5"/>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5"/>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5"/>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5"/>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6" name="Google Shape;1396;p5"/>
            <p:cNvGrpSpPr/>
            <p:nvPr/>
          </p:nvGrpSpPr>
          <p:grpSpPr>
            <a:xfrm>
              <a:off x="110918" y="206"/>
              <a:ext cx="53295" cy="4852321"/>
              <a:chOff x="62135" y="206"/>
              <a:chExt cx="53295" cy="4852321"/>
            </a:xfrm>
          </p:grpSpPr>
          <p:sp>
            <p:nvSpPr>
              <p:cNvPr id="1397" name="Google Shape;1397;p5"/>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5"/>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1" name="Google Shape;1431;p5"/>
            <p:cNvGrpSpPr/>
            <p:nvPr/>
          </p:nvGrpSpPr>
          <p:grpSpPr>
            <a:xfrm>
              <a:off x="384275" y="206"/>
              <a:ext cx="53414" cy="4852321"/>
              <a:chOff x="418506" y="206"/>
              <a:chExt cx="53414" cy="4852321"/>
            </a:xfrm>
          </p:grpSpPr>
          <p:sp>
            <p:nvSpPr>
              <p:cNvPr id="1432" name="Google Shape;1432;p5"/>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5"/>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5"/>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5"/>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5"/>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5"/>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5"/>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5"/>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5"/>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5"/>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5"/>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6" name="Google Shape;1466;p5"/>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5"/>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5"/>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5"/>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5"/>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5"/>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
            <p:cNvSpPr/>
            <p:nvPr/>
          </p:nvSpPr>
          <p:spPr>
            <a:xfrm>
              <a:off x="816841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5"/>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5"/>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5"/>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
            <p:cNvSpPr/>
            <p:nvPr/>
          </p:nvSpPr>
          <p:spPr>
            <a:xfrm>
              <a:off x="844106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5"/>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5"/>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5"/>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5"/>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5"/>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5"/>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5"/>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5"/>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5"/>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5"/>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0" name="Google Shape;1500;p5"/>
          <p:cNvSpPr txBox="1"/>
          <p:nvPr>
            <p:ph idx="1" type="subTitle"/>
          </p:nvPr>
        </p:nvSpPr>
        <p:spPr>
          <a:xfrm>
            <a:off x="823525" y="2486050"/>
            <a:ext cx="2514600" cy="530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1501" name="Google Shape;1501;p5"/>
          <p:cNvSpPr txBox="1"/>
          <p:nvPr>
            <p:ph idx="2" type="subTitle"/>
          </p:nvPr>
        </p:nvSpPr>
        <p:spPr>
          <a:xfrm>
            <a:off x="823525" y="2968128"/>
            <a:ext cx="2514600" cy="8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502" name="Google Shape;1502;p5"/>
          <p:cNvSpPr txBox="1"/>
          <p:nvPr>
            <p:ph idx="3" type="subTitle"/>
          </p:nvPr>
        </p:nvSpPr>
        <p:spPr>
          <a:xfrm>
            <a:off x="5805900" y="2486050"/>
            <a:ext cx="2514600" cy="530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1503" name="Google Shape;1503;p5"/>
          <p:cNvSpPr txBox="1"/>
          <p:nvPr>
            <p:ph idx="4" type="subTitle"/>
          </p:nvPr>
        </p:nvSpPr>
        <p:spPr>
          <a:xfrm>
            <a:off x="5805900" y="2968130"/>
            <a:ext cx="2514600" cy="8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1504" name="Google Shape;1504;p5"/>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05" name="Shape 1505"/>
        <p:cNvGrpSpPr/>
        <p:nvPr/>
      </p:nvGrpSpPr>
      <p:grpSpPr>
        <a:xfrm>
          <a:off x="0" y="0"/>
          <a:ext cx="0" cy="0"/>
          <a:chOff x="0" y="0"/>
          <a:chExt cx="0" cy="0"/>
        </a:xfrm>
      </p:grpSpPr>
      <p:grpSp>
        <p:nvGrpSpPr>
          <p:cNvPr id="1506" name="Google Shape;1506;p6"/>
          <p:cNvGrpSpPr/>
          <p:nvPr/>
        </p:nvGrpSpPr>
        <p:grpSpPr>
          <a:xfrm>
            <a:off x="189" y="52"/>
            <a:ext cx="9144013" cy="5143533"/>
            <a:chOff x="4088025" y="1324225"/>
            <a:chExt cx="1348575" cy="1101800"/>
          </a:xfrm>
        </p:grpSpPr>
        <p:sp>
          <p:nvSpPr>
            <p:cNvPr id="1507" name="Google Shape;1507;p6"/>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6"/>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6"/>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6"/>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6"/>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6"/>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6"/>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6"/>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6"/>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6"/>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6"/>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6"/>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6"/>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6"/>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6"/>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6"/>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6"/>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6"/>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6"/>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6"/>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6"/>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6"/>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6"/>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6"/>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6"/>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6"/>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6"/>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6"/>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6"/>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6"/>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6"/>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6"/>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6"/>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6"/>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6"/>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6"/>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6"/>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6"/>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6"/>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6"/>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7" name="Google Shape;1557;p6"/>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grpSp>
        <p:nvGrpSpPr>
          <p:cNvPr id="1558" name="Google Shape;1558;p6"/>
          <p:cNvGrpSpPr/>
          <p:nvPr/>
        </p:nvGrpSpPr>
        <p:grpSpPr>
          <a:xfrm>
            <a:off x="145881" y="206"/>
            <a:ext cx="8852237" cy="5143474"/>
            <a:chOff x="145881" y="206"/>
            <a:chExt cx="8852237" cy="5143474"/>
          </a:xfrm>
        </p:grpSpPr>
        <p:grpSp>
          <p:nvGrpSpPr>
            <p:cNvPr id="1559" name="Google Shape;1559;p6"/>
            <p:cNvGrpSpPr/>
            <p:nvPr/>
          </p:nvGrpSpPr>
          <p:grpSpPr>
            <a:xfrm>
              <a:off x="145881" y="206"/>
              <a:ext cx="600248" cy="4852321"/>
              <a:chOff x="384275" y="206"/>
              <a:chExt cx="600248" cy="4852321"/>
            </a:xfrm>
          </p:grpSpPr>
          <p:sp>
            <p:nvSpPr>
              <p:cNvPr id="1560" name="Google Shape;1560;p6"/>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6"/>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6"/>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6"/>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6"/>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6"/>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6"/>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6"/>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6"/>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6"/>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6"/>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6"/>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6"/>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6"/>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8" name="Google Shape;1578;p6"/>
              <p:cNvGrpSpPr/>
              <p:nvPr/>
            </p:nvGrpSpPr>
            <p:grpSpPr>
              <a:xfrm>
                <a:off x="384275" y="206"/>
                <a:ext cx="53414" cy="4852321"/>
                <a:chOff x="418506" y="206"/>
                <a:chExt cx="53414" cy="4852321"/>
              </a:xfrm>
            </p:grpSpPr>
            <p:sp>
              <p:nvSpPr>
                <p:cNvPr id="1579" name="Google Shape;1579;p6"/>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6"/>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6"/>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6"/>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6"/>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6"/>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6"/>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6"/>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6"/>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6"/>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6"/>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6"/>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6"/>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6"/>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6"/>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6"/>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6"/>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6"/>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6"/>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6"/>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6"/>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6"/>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6"/>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6"/>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6"/>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6"/>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6"/>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6"/>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6"/>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6"/>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6"/>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3" name="Google Shape;1613;p6"/>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6"/>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6"/>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6"/>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6"/>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1" name="Google Shape;1621;p6"/>
            <p:cNvGrpSpPr/>
            <p:nvPr/>
          </p:nvGrpSpPr>
          <p:grpSpPr>
            <a:xfrm>
              <a:off x="8398705" y="206"/>
              <a:ext cx="599413" cy="5143474"/>
              <a:chOff x="8322446" y="206"/>
              <a:chExt cx="599413" cy="5143474"/>
            </a:xfrm>
          </p:grpSpPr>
          <p:sp>
            <p:nvSpPr>
              <p:cNvPr id="1622" name="Google Shape;1622;p6"/>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6"/>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4" name="Google Shape;1624;p6"/>
              <p:cNvGrpSpPr/>
              <p:nvPr/>
            </p:nvGrpSpPr>
            <p:grpSpPr>
              <a:xfrm>
                <a:off x="8322446" y="206"/>
                <a:ext cx="599413" cy="5143474"/>
                <a:chOff x="8160192" y="206"/>
                <a:chExt cx="599413" cy="5143474"/>
              </a:xfrm>
            </p:grpSpPr>
            <p:grpSp>
              <p:nvGrpSpPr>
                <p:cNvPr id="1625" name="Google Shape;1625;p6"/>
                <p:cNvGrpSpPr/>
                <p:nvPr/>
              </p:nvGrpSpPr>
              <p:grpSpPr>
                <a:xfrm>
                  <a:off x="8706192" y="206"/>
                  <a:ext cx="53414" cy="5143474"/>
                  <a:chOff x="8511811" y="206"/>
                  <a:chExt cx="53414" cy="5143474"/>
                </a:xfrm>
              </p:grpSpPr>
              <p:sp>
                <p:nvSpPr>
                  <p:cNvPr id="1626" name="Google Shape;1626;p6"/>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6"/>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6"/>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6"/>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6"/>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6"/>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6"/>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6"/>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6"/>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6"/>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6"/>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6"/>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6"/>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6"/>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6"/>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6"/>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6"/>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6"/>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6"/>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6"/>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6"/>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6"/>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6"/>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6"/>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6"/>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6"/>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6"/>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6"/>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6"/>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6"/>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6"/>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2" name="Google Shape;1662;p6"/>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6"/>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6"/>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6"/>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6"/>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6"/>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6"/>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6"/>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6"/>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6"/>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6"/>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6"/>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6"/>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6"/>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6"/>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6"/>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6"/>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6"/>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6"/>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6"/>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6"/>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6"/>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6"/>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86" name="Shape 1686"/>
        <p:cNvGrpSpPr/>
        <p:nvPr/>
      </p:nvGrpSpPr>
      <p:grpSpPr>
        <a:xfrm>
          <a:off x="0" y="0"/>
          <a:ext cx="0" cy="0"/>
          <a:chOff x="0" y="0"/>
          <a:chExt cx="0" cy="0"/>
        </a:xfrm>
      </p:grpSpPr>
      <p:grpSp>
        <p:nvGrpSpPr>
          <p:cNvPr id="1687" name="Google Shape;1687;p7"/>
          <p:cNvGrpSpPr/>
          <p:nvPr/>
        </p:nvGrpSpPr>
        <p:grpSpPr>
          <a:xfrm>
            <a:off x="189" y="52"/>
            <a:ext cx="9144013" cy="5143533"/>
            <a:chOff x="4088025" y="1324225"/>
            <a:chExt cx="1348575" cy="1101800"/>
          </a:xfrm>
        </p:grpSpPr>
        <p:sp>
          <p:nvSpPr>
            <p:cNvPr id="1688" name="Google Shape;1688;p7"/>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7"/>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7"/>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7"/>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7"/>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7"/>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7"/>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7"/>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7"/>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7"/>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7"/>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7"/>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7"/>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7"/>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7"/>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7"/>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8" name="Google Shape;1738;p7"/>
          <p:cNvSpPr txBox="1"/>
          <p:nvPr>
            <p:ph idx="1" type="subTitle"/>
          </p:nvPr>
        </p:nvSpPr>
        <p:spPr>
          <a:xfrm>
            <a:off x="1116031" y="2562075"/>
            <a:ext cx="2958900" cy="11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739" name="Google Shape;1739;p7"/>
          <p:cNvSpPr txBox="1"/>
          <p:nvPr>
            <p:ph type="title"/>
          </p:nvPr>
        </p:nvSpPr>
        <p:spPr>
          <a:xfrm>
            <a:off x="1116031" y="1408472"/>
            <a:ext cx="2958900" cy="116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600"/>
              <a:buFont typeface="Palanquin Dark"/>
              <a:buNone/>
              <a:defRPr>
                <a:latin typeface="Palanquin Dark"/>
                <a:ea typeface="Palanquin Dark"/>
                <a:cs typeface="Palanquin Dark"/>
                <a:sym typeface="Palanquin Dark"/>
              </a:defRPr>
            </a:lvl2pPr>
            <a:lvl3pPr lvl="2" rtl="0">
              <a:spcBef>
                <a:spcPts val="0"/>
              </a:spcBef>
              <a:spcAft>
                <a:spcPts val="0"/>
              </a:spcAft>
              <a:buSzPts val="3600"/>
              <a:buFont typeface="Palanquin Dark"/>
              <a:buNone/>
              <a:defRPr>
                <a:latin typeface="Palanquin Dark"/>
                <a:ea typeface="Palanquin Dark"/>
                <a:cs typeface="Palanquin Dark"/>
                <a:sym typeface="Palanquin Dark"/>
              </a:defRPr>
            </a:lvl3pPr>
            <a:lvl4pPr lvl="3" rtl="0">
              <a:spcBef>
                <a:spcPts val="0"/>
              </a:spcBef>
              <a:spcAft>
                <a:spcPts val="0"/>
              </a:spcAft>
              <a:buSzPts val="3600"/>
              <a:buFont typeface="Palanquin Dark"/>
              <a:buNone/>
              <a:defRPr>
                <a:latin typeface="Palanquin Dark"/>
                <a:ea typeface="Palanquin Dark"/>
                <a:cs typeface="Palanquin Dark"/>
                <a:sym typeface="Palanquin Dark"/>
              </a:defRPr>
            </a:lvl4pPr>
            <a:lvl5pPr lvl="4" rtl="0">
              <a:spcBef>
                <a:spcPts val="0"/>
              </a:spcBef>
              <a:spcAft>
                <a:spcPts val="0"/>
              </a:spcAft>
              <a:buSzPts val="3600"/>
              <a:buFont typeface="Palanquin Dark"/>
              <a:buNone/>
              <a:defRPr>
                <a:latin typeface="Palanquin Dark"/>
                <a:ea typeface="Palanquin Dark"/>
                <a:cs typeface="Palanquin Dark"/>
                <a:sym typeface="Palanquin Dark"/>
              </a:defRPr>
            </a:lvl5pPr>
            <a:lvl6pPr lvl="5" rtl="0">
              <a:spcBef>
                <a:spcPts val="0"/>
              </a:spcBef>
              <a:spcAft>
                <a:spcPts val="0"/>
              </a:spcAft>
              <a:buSzPts val="3600"/>
              <a:buFont typeface="Palanquin Dark"/>
              <a:buNone/>
              <a:defRPr>
                <a:latin typeface="Palanquin Dark"/>
                <a:ea typeface="Palanquin Dark"/>
                <a:cs typeface="Palanquin Dark"/>
                <a:sym typeface="Palanquin Dark"/>
              </a:defRPr>
            </a:lvl6pPr>
            <a:lvl7pPr lvl="6" rtl="0">
              <a:spcBef>
                <a:spcPts val="0"/>
              </a:spcBef>
              <a:spcAft>
                <a:spcPts val="0"/>
              </a:spcAft>
              <a:buSzPts val="3600"/>
              <a:buFont typeface="Palanquin Dark"/>
              <a:buNone/>
              <a:defRPr>
                <a:latin typeface="Palanquin Dark"/>
                <a:ea typeface="Palanquin Dark"/>
                <a:cs typeface="Palanquin Dark"/>
                <a:sym typeface="Palanquin Dark"/>
              </a:defRPr>
            </a:lvl7pPr>
            <a:lvl8pPr lvl="7" rtl="0">
              <a:spcBef>
                <a:spcPts val="0"/>
              </a:spcBef>
              <a:spcAft>
                <a:spcPts val="0"/>
              </a:spcAft>
              <a:buSzPts val="3600"/>
              <a:buFont typeface="Palanquin Dark"/>
              <a:buNone/>
              <a:defRPr>
                <a:latin typeface="Palanquin Dark"/>
                <a:ea typeface="Palanquin Dark"/>
                <a:cs typeface="Palanquin Dark"/>
                <a:sym typeface="Palanquin Dark"/>
              </a:defRPr>
            </a:lvl8pPr>
            <a:lvl9pPr lvl="8" rtl="0">
              <a:spcBef>
                <a:spcPts val="0"/>
              </a:spcBef>
              <a:spcAft>
                <a:spcPts val="0"/>
              </a:spcAft>
              <a:buSzPts val="3600"/>
              <a:buFont typeface="Palanquin Dark"/>
              <a:buNone/>
              <a:defRPr>
                <a:latin typeface="Palanquin Dark"/>
                <a:ea typeface="Palanquin Dark"/>
                <a:cs typeface="Palanquin Dark"/>
                <a:sym typeface="Palanquin Dark"/>
              </a:defRPr>
            </a:lvl9pPr>
          </a:lstStyle>
          <a:p/>
        </p:txBody>
      </p:sp>
      <p:grpSp>
        <p:nvGrpSpPr>
          <p:cNvPr id="1740" name="Google Shape;1740;p7"/>
          <p:cNvGrpSpPr/>
          <p:nvPr/>
        </p:nvGrpSpPr>
        <p:grpSpPr>
          <a:xfrm>
            <a:off x="145881" y="206"/>
            <a:ext cx="8852237" cy="5143474"/>
            <a:chOff x="145881" y="206"/>
            <a:chExt cx="8852237" cy="5143474"/>
          </a:xfrm>
        </p:grpSpPr>
        <p:grpSp>
          <p:nvGrpSpPr>
            <p:cNvPr id="1741" name="Google Shape;1741;p7"/>
            <p:cNvGrpSpPr/>
            <p:nvPr/>
          </p:nvGrpSpPr>
          <p:grpSpPr>
            <a:xfrm>
              <a:off x="145881" y="206"/>
              <a:ext cx="600248" cy="4852321"/>
              <a:chOff x="384275" y="206"/>
              <a:chExt cx="600248" cy="4852321"/>
            </a:xfrm>
          </p:grpSpPr>
          <p:sp>
            <p:nvSpPr>
              <p:cNvPr id="1742" name="Google Shape;1742;p7"/>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7"/>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7"/>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7"/>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7"/>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0" name="Google Shape;1760;p7"/>
              <p:cNvGrpSpPr/>
              <p:nvPr/>
            </p:nvGrpSpPr>
            <p:grpSpPr>
              <a:xfrm>
                <a:off x="384275" y="206"/>
                <a:ext cx="53414" cy="4852321"/>
                <a:chOff x="418506" y="206"/>
                <a:chExt cx="53414" cy="4852321"/>
              </a:xfrm>
            </p:grpSpPr>
            <p:sp>
              <p:nvSpPr>
                <p:cNvPr id="1761" name="Google Shape;1761;p7"/>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7"/>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7"/>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7"/>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7"/>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7"/>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7"/>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7"/>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7"/>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7"/>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7"/>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7"/>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5" name="Google Shape;1795;p7"/>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7"/>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3" name="Google Shape;1803;p7"/>
            <p:cNvGrpSpPr/>
            <p:nvPr/>
          </p:nvGrpSpPr>
          <p:grpSpPr>
            <a:xfrm>
              <a:off x="8398705" y="206"/>
              <a:ext cx="599413" cy="5143474"/>
              <a:chOff x="8322446" y="206"/>
              <a:chExt cx="599413" cy="5143474"/>
            </a:xfrm>
          </p:grpSpPr>
          <p:sp>
            <p:nvSpPr>
              <p:cNvPr id="1804" name="Google Shape;1804;p7"/>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6" name="Google Shape;1806;p7"/>
              <p:cNvGrpSpPr/>
              <p:nvPr/>
            </p:nvGrpSpPr>
            <p:grpSpPr>
              <a:xfrm>
                <a:off x="8322446" y="206"/>
                <a:ext cx="599413" cy="5143474"/>
                <a:chOff x="8160192" y="206"/>
                <a:chExt cx="599413" cy="5143474"/>
              </a:xfrm>
            </p:grpSpPr>
            <p:grpSp>
              <p:nvGrpSpPr>
                <p:cNvPr id="1807" name="Google Shape;1807;p7"/>
                <p:cNvGrpSpPr/>
                <p:nvPr/>
              </p:nvGrpSpPr>
              <p:grpSpPr>
                <a:xfrm>
                  <a:off x="8706192" y="206"/>
                  <a:ext cx="53414" cy="5143474"/>
                  <a:chOff x="8511811" y="206"/>
                  <a:chExt cx="53414" cy="5143474"/>
                </a:xfrm>
              </p:grpSpPr>
              <p:sp>
                <p:nvSpPr>
                  <p:cNvPr id="1808" name="Google Shape;1808;p7"/>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7"/>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7"/>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7"/>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7"/>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7"/>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7"/>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7"/>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7"/>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7"/>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7"/>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7"/>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7"/>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7"/>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4" name="Google Shape;1844;p7"/>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7"/>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7"/>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7"/>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7"/>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7"/>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7"/>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7"/>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7"/>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7"/>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7"/>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7"/>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68" name="Shape 1868"/>
        <p:cNvGrpSpPr/>
        <p:nvPr/>
      </p:nvGrpSpPr>
      <p:grpSpPr>
        <a:xfrm>
          <a:off x="0" y="0"/>
          <a:ext cx="0" cy="0"/>
          <a:chOff x="0" y="0"/>
          <a:chExt cx="0" cy="0"/>
        </a:xfrm>
      </p:grpSpPr>
      <p:grpSp>
        <p:nvGrpSpPr>
          <p:cNvPr id="1869" name="Google Shape;1869;p8"/>
          <p:cNvGrpSpPr/>
          <p:nvPr/>
        </p:nvGrpSpPr>
        <p:grpSpPr>
          <a:xfrm>
            <a:off x="189" y="52"/>
            <a:ext cx="9144013" cy="5143533"/>
            <a:chOff x="4088025" y="1324225"/>
            <a:chExt cx="1348575" cy="1101800"/>
          </a:xfrm>
        </p:grpSpPr>
        <p:sp>
          <p:nvSpPr>
            <p:cNvPr id="1870" name="Google Shape;1870;p8"/>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8"/>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8"/>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8"/>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8"/>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8"/>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8"/>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8"/>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8"/>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8"/>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8"/>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8"/>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8"/>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8"/>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8"/>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8"/>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8"/>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8"/>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8"/>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8"/>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8"/>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8"/>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8"/>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8"/>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8"/>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8"/>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8"/>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8"/>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8"/>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8"/>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8"/>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8"/>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8"/>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8"/>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8"/>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8"/>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8"/>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8"/>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8"/>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8"/>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8"/>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8"/>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8"/>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8"/>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8"/>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8"/>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8"/>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8"/>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8"/>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8"/>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0" name="Google Shape;1920;p8"/>
          <p:cNvGrpSpPr/>
          <p:nvPr/>
        </p:nvGrpSpPr>
        <p:grpSpPr>
          <a:xfrm>
            <a:off x="34718" y="206"/>
            <a:ext cx="9074564" cy="5143474"/>
            <a:chOff x="34718" y="206"/>
            <a:chExt cx="9074564" cy="5143474"/>
          </a:xfrm>
        </p:grpSpPr>
        <p:sp>
          <p:nvSpPr>
            <p:cNvPr id="1921" name="Google Shape;1921;p8"/>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8"/>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8"/>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8"/>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8"/>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8"/>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8"/>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8"/>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8"/>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8"/>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8"/>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8"/>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8"/>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8"/>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8"/>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8"/>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8"/>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8"/>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8"/>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8"/>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8"/>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8"/>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8"/>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8"/>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8"/>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8"/>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8"/>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8"/>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8"/>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8"/>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8"/>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8"/>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8"/>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8"/>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8"/>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8"/>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8"/>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8"/>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8"/>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8"/>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8"/>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8"/>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8"/>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8"/>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8"/>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8"/>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8"/>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8"/>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8"/>
            <p:cNvSpPr/>
            <p:nvPr/>
          </p:nvSpPr>
          <p:spPr>
            <a:xfrm>
              <a:off x="1104670"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8"/>
            <p:cNvSpPr/>
            <p:nvPr/>
          </p:nvSpPr>
          <p:spPr>
            <a:xfrm>
              <a:off x="1096324"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8"/>
            <p:cNvSpPr/>
            <p:nvPr/>
          </p:nvSpPr>
          <p:spPr>
            <a:xfrm>
              <a:off x="1104670"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8"/>
            <p:cNvSpPr/>
            <p:nvPr/>
          </p:nvSpPr>
          <p:spPr>
            <a:xfrm>
              <a:off x="1104670"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8"/>
            <p:cNvSpPr/>
            <p:nvPr/>
          </p:nvSpPr>
          <p:spPr>
            <a:xfrm>
              <a:off x="1096324"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8"/>
            <p:cNvSpPr/>
            <p:nvPr/>
          </p:nvSpPr>
          <p:spPr>
            <a:xfrm>
              <a:off x="1104670"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8"/>
            <p:cNvSpPr/>
            <p:nvPr/>
          </p:nvSpPr>
          <p:spPr>
            <a:xfrm>
              <a:off x="1096324" y="2602704"/>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8"/>
            <p:cNvSpPr/>
            <p:nvPr/>
          </p:nvSpPr>
          <p:spPr>
            <a:xfrm>
              <a:off x="1104670"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8"/>
            <p:cNvSpPr/>
            <p:nvPr/>
          </p:nvSpPr>
          <p:spPr>
            <a:xfrm>
              <a:off x="1096324" y="2892069"/>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8"/>
            <p:cNvSpPr/>
            <p:nvPr/>
          </p:nvSpPr>
          <p:spPr>
            <a:xfrm>
              <a:off x="1104670"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8"/>
            <p:cNvSpPr/>
            <p:nvPr/>
          </p:nvSpPr>
          <p:spPr>
            <a:xfrm>
              <a:off x="1096324" y="3181435"/>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8"/>
            <p:cNvSpPr/>
            <p:nvPr/>
          </p:nvSpPr>
          <p:spPr>
            <a:xfrm>
              <a:off x="1096324" y="332653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8"/>
            <p:cNvSpPr/>
            <p:nvPr/>
          </p:nvSpPr>
          <p:spPr>
            <a:xfrm>
              <a:off x="1104670"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8"/>
            <p:cNvSpPr/>
            <p:nvPr/>
          </p:nvSpPr>
          <p:spPr>
            <a:xfrm>
              <a:off x="1096324" y="506272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8"/>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8"/>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8"/>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8"/>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8"/>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8"/>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8"/>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8"/>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8"/>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8"/>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8"/>
            <p:cNvSpPr/>
            <p:nvPr/>
          </p:nvSpPr>
          <p:spPr>
            <a:xfrm>
              <a:off x="1370012"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8"/>
            <p:cNvSpPr/>
            <p:nvPr/>
          </p:nvSpPr>
          <p:spPr>
            <a:xfrm>
              <a:off x="1370012"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8"/>
            <p:cNvSpPr/>
            <p:nvPr/>
          </p:nvSpPr>
          <p:spPr>
            <a:xfrm>
              <a:off x="1370012"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8"/>
            <p:cNvSpPr/>
            <p:nvPr/>
          </p:nvSpPr>
          <p:spPr>
            <a:xfrm>
              <a:off x="1361785" y="1879709"/>
              <a:ext cx="53295" cy="80955"/>
            </a:xfrm>
            <a:custGeom>
              <a:rect b="b" l="l" r="r" t="t"/>
              <a:pathLst>
                <a:path extrusionOk="0" h="679" w="447">
                  <a:moveTo>
                    <a:pt x="224" y="70"/>
                  </a:moveTo>
                  <a:cubicBezTo>
                    <a:pt x="316" y="70"/>
                    <a:pt x="355" y="162"/>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8"/>
            <p:cNvSpPr/>
            <p:nvPr/>
          </p:nvSpPr>
          <p:spPr>
            <a:xfrm>
              <a:off x="1370012"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8"/>
            <p:cNvSpPr/>
            <p:nvPr/>
          </p:nvSpPr>
          <p:spPr>
            <a:xfrm>
              <a:off x="1370012"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8"/>
            <p:cNvSpPr/>
            <p:nvPr/>
          </p:nvSpPr>
          <p:spPr>
            <a:xfrm>
              <a:off x="1361785" y="2313220"/>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8"/>
            <p:cNvSpPr/>
            <p:nvPr/>
          </p:nvSpPr>
          <p:spPr>
            <a:xfrm>
              <a:off x="1370012"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8"/>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8"/>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8"/>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8"/>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8"/>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8"/>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8"/>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8"/>
            <p:cNvSpPr/>
            <p:nvPr/>
          </p:nvSpPr>
          <p:spPr>
            <a:xfrm>
              <a:off x="853412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8"/>
            <p:cNvSpPr/>
            <p:nvPr/>
          </p:nvSpPr>
          <p:spPr>
            <a:xfrm>
              <a:off x="852590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8"/>
            <p:cNvSpPr/>
            <p:nvPr/>
          </p:nvSpPr>
          <p:spPr>
            <a:xfrm>
              <a:off x="8525900"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8"/>
            <p:cNvSpPr/>
            <p:nvPr/>
          </p:nvSpPr>
          <p:spPr>
            <a:xfrm>
              <a:off x="853412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8"/>
            <p:cNvSpPr/>
            <p:nvPr/>
          </p:nvSpPr>
          <p:spPr>
            <a:xfrm>
              <a:off x="8534126"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8"/>
            <p:cNvSpPr/>
            <p:nvPr/>
          </p:nvSpPr>
          <p:spPr>
            <a:xfrm>
              <a:off x="8534126"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8"/>
            <p:cNvSpPr/>
            <p:nvPr/>
          </p:nvSpPr>
          <p:spPr>
            <a:xfrm>
              <a:off x="8525900"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8"/>
            <p:cNvSpPr/>
            <p:nvPr/>
          </p:nvSpPr>
          <p:spPr>
            <a:xfrm>
              <a:off x="8534126"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8"/>
            <p:cNvSpPr/>
            <p:nvPr/>
          </p:nvSpPr>
          <p:spPr>
            <a:xfrm>
              <a:off x="8534126"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8"/>
            <p:cNvSpPr/>
            <p:nvPr/>
          </p:nvSpPr>
          <p:spPr>
            <a:xfrm>
              <a:off x="8525900"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8"/>
            <p:cNvSpPr/>
            <p:nvPr/>
          </p:nvSpPr>
          <p:spPr>
            <a:xfrm>
              <a:off x="8534126"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8"/>
            <p:cNvSpPr/>
            <p:nvPr/>
          </p:nvSpPr>
          <p:spPr>
            <a:xfrm>
              <a:off x="8525900"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8"/>
            <p:cNvSpPr/>
            <p:nvPr/>
          </p:nvSpPr>
          <p:spPr>
            <a:xfrm>
              <a:off x="8534126"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8"/>
            <p:cNvSpPr/>
            <p:nvPr/>
          </p:nvSpPr>
          <p:spPr>
            <a:xfrm>
              <a:off x="8525900"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8"/>
            <p:cNvSpPr/>
            <p:nvPr/>
          </p:nvSpPr>
          <p:spPr>
            <a:xfrm>
              <a:off x="8534126"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8"/>
            <p:cNvSpPr/>
            <p:nvPr/>
          </p:nvSpPr>
          <p:spPr>
            <a:xfrm>
              <a:off x="8525900"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8"/>
            <p:cNvSpPr/>
            <p:nvPr/>
          </p:nvSpPr>
          <p:spPr>
            <a:xfrm>
              <a:off x="8525900"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8"/>
            <p:cNvSpPr/>
            <p:nvPr/>
          </p:nvSpPr>
          <p:spPr>
            <a:xfrm>
              <a:off x="8534126"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8"/>
            <p:cNvSpPr/>
            <p:nvPr/>
          </p:nvSpPr>
          <p:spPr>
            <a:xfrm>
              <a:off x="8525900"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8"/>
            <p:cNvSpPr/>
            <p:nvPr/>
          </p:nvSpPr>
          <p:spPr>
            <a:xfrm>
              <a:off x="8525900"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8"/>
            <p:cNvSpPr/>
            <p:nvPr/>
          </p:nvSpPr>
          <p:spPr>
            <a:xfrm>
              <a:off x="8525900"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8"/>
            <p:cNvSpPr/>
            <p:nvPr/>
          </p:nvSpPr>
          <p:spPr>
            <a:xfrm>
              <a:off x="8534126"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8"/>
            <p:cNvSpPr/>
            <p:nvPr/>
          </p:nvSpPr>
          <p:spPr>
            <a:xfrm>
              <a:off x="8534126"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8"/>
            <p:cNvSpPr/>
            <p:nvPr/>
          </p:nvSpPr>
          <p:spPr>
            <a:xfrm>
              <a:off x="8534126"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8"/>
            <p:cNvSpPr/>
            <p:nvPr/>
          </p:nvSpPr>
          <p:spPr>
            <a:xfrm>
              <a:off x="8525900"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8"/>
            <p:cNvSpPr/>
            <p:nvPr/>
          </p:nvSpPr>
          <p:spPr>
            <a:xfrm>
              <a:off x="8534126"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8"/>
            <p:cNvSpPr/>
            <p:nvPr/>
          </p:nvSpPr>
          <p:spPr>
            <a:xfrm>
              <a:off x="8525900"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8"/>
            <p:cNvSpPr/>
            <p:nvPr/>
          </p:nvSpPr>
          <p:spPr>
            <a:xfrm>
              <a:off x="8534126"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8"/>
            <p:cNvSpPr/>
            <p:nvPr/>
          </p:nvSpPr>
          <p:spPr>
            <a:xfrm>
              <a:off x="8525900"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8"/>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8"/>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8"/>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8"/>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8"/>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8"/>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8"/>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8"/>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8"/>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8"/>
            <p:cNvSpPr/>
            <p:nvPr/>
          </p:nvSpPr>
          <p:spPr>
            <a:xfrm>
              <a:off x="16271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8"/>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8"/>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8"/>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8"/>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8"/>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8"/>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8"/>
            <p:cNvSpPr/>
            <p:nvPr/>
          </p:nvSpPr>
          <p:spPr>
            <a:xfrm>
              <a:off x="666874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8"/>
            <p:cNvSpPr/>
            <p:nvPr/>
          </p:nvSpPr>
          <p:spPr>
            <a:xfrm>
              <a:off x="6677090"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8"/>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8"/>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8"/>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8"/>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8"/>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8"/>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8"/>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8"/>
            <p:cNvSpPr/>
            <p:nvPr/>
          </p:nvSpPr>
          <p:spPr>
            <a:xfrm>
              <a:off x="7738816"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8"/>
            <p:cNvSpPr/>
            <p:nvPr/>
          </p:nvSpPr>
          <p:spPr>
            <a:xfrm>
              <a:off x="773058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8"/>
            <p:cNvSpPr/>
            <p:nvPr/>
          </p:nvSpPr>
          <p:spPr>
            <a:xfrm>
              <a:off x="773058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8"/>
            <p:cNvSpPr/>
            <p:nvPr/>
          </p:nvSpPr>
          <p:spPr>
            <a:xfrm>
              <a:off x="7738816"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8"/>
            <p:cNvSpPr/>
            <p:nvPr/>
          </p:nvSpPr>
          <p:spPr>
            <a:xfrm>
              <a:off x="7738816"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8"/>
            <p:cNvSpPr/>
            <p:nvPr/>
          </p:nvSpPr>
          <p:spPr>
            <a:xfrm>
              <a:off x="7738816" y="1736397"/>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8"/>
            <p:cNvSpPr/>
            <p:nvPr/>
          </p:nvSpPr>
          <p:spPr>
            <a:xfrm>
              <a:off x="7730589" y="1879709"/>
              <a:ext cx="53295" cy="80955"/>
            </a:xfrm>
            <a:custGeom>
              <a:rect b="b" l="l" r="r" t="t"/>
              <a:pathLst>
                <a:path extrusionOk="0" h="679" w="447">
                  <a:moveTo>
                    <a:pt x="224" y="70"/>
                  </a:moveTo>
                  <a:cubicBezTo>
                    <a:pt x="316" y="70"/>
                    <a:pt x="362" y="162"/>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8"/>
            <p:cNvSpPr/>
            <p:nvPr/>
          </p:nvSpPr>
          <p:spPr>
            <a:xfrm>
              <a:off x="7738816" y="202576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8"/>
            <p:cNvSpPr/>
            <p:nvPr/>
          </p:nvSpPr>
          <p:spPr>
            <a:xfrm>
              <a:off x="7738816" y="217002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8"/>
            <p:cNvSpPr/>
            <p:nvPr/>
          </p:nvSpPr>
          <p:spPr>
            <a:xfrm>
              <a:off x="7730589" y="2313220"/>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8"/>
            <p:cNvSpPr/>
            <p:nvPr/>
          </p:nvSpPr>
          <p:spPr>
            <a:xfrm>
              <a:off x="7738816" y="245939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8"/>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8"/>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8"/>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8"/>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8"/>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8"/>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8"/>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8"/>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8"/>
            <p:cNvSpPr/>
            <p:nvPr/>
          </p:nvSpPr>
          <p:spPr>
            <a:xfrm>
              <a:off x="879136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8"/>
            <p:cNvSpPr/>
            <p:nvPr/>
          </p:nvSpPr>
          <p:spPr>
            <a:xfrm>
              <a:off x="879136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8"/>
            <p:cNvSpPr/>
            <p:nvPr/>
          </p:nvSpPr>
          <p:spPr>
            <a:xfrm>
              <a:off x="879958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8"/>
            <p:cNvSpPr/>
            <p:nvPr/>
          </p:nvSpPr>
          <p:spPr>
            <a:xfrm>
              <a:off x="879958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8"/>
            <p:cNvSpPr/>
            <p:nvPr/>
          </p:nvSpPr>
          <p:spPr>
            <a:xfrm>
              <a:off x="879958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8"/>
            <p:cNvSpPr/>
            <p:nvPr/>
          </p:nvSpPr>
          <p:spPr>
            <a:xfrm>
              <a:off x="879136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8"/>
            <p:cNvSpPr/>
            <p:nvPr/>
          </p:nvSpPr>
          <p:spPr>
            <a:xfrm>
              <a:off x="879958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8"/>
            <p:cNvSpPr/>
            <p:nvPr/>
          </p:nvSpPr>
          <p:spPr>
            <a:xfrm>
              <a:off x="879958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8"/>
            <p:cNvSpPr/>
            <p:nvPr/>
          </p:nvSpPr>
          <p:spPr>
            <a:xfrm>
              <a:off x="879136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8"/>
            <p:cNvSpPr/>
            <p:nvPr/>
          </p:nvSpPr>
          <p:spPr>
            <a:xfrm>
              <a:off x="879958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8"/>
            <p:cNvSpPr/>
            <p:nvPr/>
          </p:nvSpPr>
          <p:spPr>
            <a:xfrm>
              <a:off x="879136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8"/>
            <p:cNvSpPr/>
            <p:nvPr/>
          </p:nvSpPr>
          <p:spPr>
            <a:xfrm>
              <a:off x="879958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8"/>
            <p:cNvSpPr/>
            <p:nvPr/>
          </p:nvSpPr>
          <p:spPr>
            <a:xfrm>
              <a:off x="879136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8"/>
            <p:cNvSpPr/>
            <p:nvPr/>
          </p:nvSpPr>
          <p:spPr>
            <a:xfrm>
              <a:off x="879958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8"/>
            <p:cNvSpPr/>
            <p:nvPr/>
          </p:nvSpPr>
          <p:spPr>
            <a:xfrm>
              <a:off x="879136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8"/>
            <p:cNvSpPr/>
            <p:nvPr/>
          </p:nvSpPr>
          <p:spPr>
            <a:xfrm>
              <a:off x="879136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8"/>
            <p:cNvSpPr/>
            <p:nvPr/>
          </p:nvSpPr>
          <p:spPr>
            <a:xfrm>
              <a:off x="879958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8"/>
            <p:cNvSpPr/>
            <p:nvPr/>
          </p:nvSpPr>
          <p:spPr>
            <a:xfrm>
              <a:off x="879136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8"/>
            <p:cNvSpPr/>
            <p:nvPr/>
          </p:nvSpPr>
          <p:spPr>
            <a:xfrm>
              <a:off x="879136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8"/>
            <p:cNvSpPr/>
            <p:nvPr/>
          </p:nvSpPr>
          <p:spPr>
            <a:xfrm>
              <a:off x="879136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8"/>
            <p:cNvSpPr/>
            <p:nvPr/>
          </p:nvSpPr>
          <p:spPr>
            <a:xfrm>
              <a:off x="879958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8"/>
            <p:cNvSpPr/>
            <p:nvPr/>
          </p:nvSpPr>
          <p:spPr>
            <a:xfrm>
              <a:off x="879958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8"/>
            <p:cNvSpPr/>
            <p:nvPr/>
          </p:nvSpPr>
          <p:spPr>
            <a:xfrm>
              <a:off x="879958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8"/>
            <p:cNvSpPr/>
            <p:nvPr/>
          </p:nvSpPr>
          <p:spPr>
            <a:xfrm>
              <a:off x="879136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8"/>
            <p:cNvSpPr/>
            <p:nvPr/>
          </p:nvSpPr>
          <p:spPr>
            <a:xfrm>
              <a:off x="879958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8"/>
            <p:cNvSpPr/>
            <p:nvPr/>
          </p:nvSpPr>
          <p:spPr>
            <a:xfrm>
              <a:off x="879136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8"/>
            <p:cNvSpPr/>
            <p:nvPr/>
          </p:nvSpPr>
          <p:spPr>
            <a:xfrm>
              <a:off x="879958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8"/>
            <p:cNvSpPr/>
            <p:nvPr/>
          </p:nvSpPr>
          <p:spPr>
            <a:xfrm>
              <a:off x="879136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8"/>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8"/>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8"/>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8"/>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8"/>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8"/>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8"/>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8"/>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8"/>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8"/>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8"/>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8"/>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8"/>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8"/>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8"/>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8"/>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8"/>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8"/>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8"/>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8"/>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8"/>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8"/>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8"/>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8"/>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8"/>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8"/>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8"/>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8"/>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8"/>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8"/>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8"/>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8"/>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8"/>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8"/>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8"/>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8"/>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8"/>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8"/>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8"/>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8"/>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8"/>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8"/>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8"/>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8"/>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8"/>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8"/>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8"/>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8"/>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8"/>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8"/>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8"/>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8"/>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8"/>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8"/>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8"/>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8"/>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8"/>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8"/>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8"/>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8"/>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8"/>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8"/>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8"/>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8"/>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8"/>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8"/>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8"/>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8"/>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8"/>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8"/>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8"/>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8"/>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8"/>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8"/>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8"/>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8"/>
            <p:cNvSpPr/>
            <p:nvPr/>
          </p:nvSpPr>
          <p:spPr>
            <a:xfrm>
              <a:off x="189258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8"/>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8"/>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8"/>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8"/>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8"/>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8"/>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8"/>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8"/>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8"/>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8"/>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8"/>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8"/>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8"/>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8"/>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8"/>
            <p:cNvSpPr/>
            <p:nvPr/>
          </p:nvSpPr>
          <p:spPr>
            <a:xfrm>
              <a:off x="2423511"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8"/>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8"/>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8"/>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8"/>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8"/>
            <p:cNvSpPr/>
            <p:nvPr/>
          </p:nvSpPr>
          <p:spPr>
            <a:xfrm>
              <a:off x="401520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8"/>
            <p:cNvSpPr/>
            <p:nvPr/>
          </p:nvSpPr>
          <p:spPr>
            <a:xfrm>
              <a:off x="401520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8"/>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8"/>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8"/>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8"/>
            <p:cNvSpPr/>
            <p:nvPr/>
          </p:nvSpPr>
          <p:spPr>
            <a:xfrm>
              <a:off x="508444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8"/>
            <p:cNvSpPr/>
            <p:nvPr/>
          </p:nvSpPr>
          <p:spPr>
            <a:xfrm>
              <a:off x="5077050"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8"/>
            <p:cNvSpPr/>
            <p:nvPr/>
          </p:nvSpPr>
          <p:spPr>
            <a:xfrm>
              <a:off x="5077050"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8"/>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8"/>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8"/>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8"/>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8"/>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8"/>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8"/>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8"/>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8"/>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8"/>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8"/>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8"/>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8"/>
            <p:cNvSpPr/>
            <p:nvPr/>
          </p:nvSpPr>
          <p:spPr>
            <a:xfrm>
              <a:off x="839090"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8"/>
            <p:cNvSpPr/>
            <p:nvPr/>
          </p:nvSpPr>
          <p:spPr>
            <a:xfrm>
              <a:off x="83086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8"/>
            <p:cNvSpPr/>
            <p:nvPr/>
          </p:nvSpPr>
          <p:spPr>
            <a:xfrm>
              <a:off x="839090"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8"/>
            <p:cNvSpPr/>
            <p:nvPr/>
          </p:nvSpPr>
          <p:spPr>
            <a:xfrm>
              <a:off x="839090"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8"/>
            <p:cNvSpPr/>
            <p:nvPr/>
          </p:nvSpPr>
          <p:spPr>
            <a:xfrm>
              <a:off x="83086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8"/>
            <p:cNvSpPr/>
            <p:nvPr/>
          </p:nvSpPr>
          <p:spPr>
            <a:xfrm>
              <a:off x="83086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8"/>
            <p:cNvSpPr/>
            <p:nvPr/>
          </p:nvSpPr>
          <p:spPr>
            <a:xfrm>
              <a:off x="839090"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8"/>
            <p:cNvSpPr/>
            <p:nvPr/>
          </p:nvSpPr>
          <p:spPr>
            <a:xfrm>
              <a:off x="83086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8"/>
            <p:cNvSpPr/>
            <p:nvPr/>
          </p:nvSpPr>
          <p:spPr>
            <a:xfrm>
              <a:off x="839090"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8"/>
            <p:cNvSpPr/>
            <p:nvPr/>
          </p:nvSpPr>
          <p:spPr>
            <a:xfrm>
              <a:off x="839090"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8"/>
            <p:cNvSpPr/>
            <p:nvPr/>
          </p:nvSpPr>
          <p:spPr>
            <a:xfrm>
              <a:off x="83086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8"/>
            <p:cNvSpPr/>
            <p:nvPr/>
          </p:nvSpPr>
          <p:spPr>
            <a:xfrm>
              <a:off x="83086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8"/>
            <p:cNvSpPr/>
            <p:nvPr/>
          </p:nvSpPr>
          <p:spPr>
            <a:xfrm>
              <a:off x="83086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8"/>
            <p:cNvSpPr/>
            <p:nvPr/>
          </p:nvSpPr>
          <p:spPr>
            <a:xfrm>
              <a:off x="839090"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8"/>
            <p:cNvSpPr/>
            <p:nvPr/>
          </p:nvSpPr>
          <p:spPr>
            <a:xfrm>
              <a:off x="839090"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8"/>
            <p:cNvSpPr/>
            <p:nvPr/>
          </p:nvSpPr>
          <p:spPr>
            <a:xfrm>
              <a:off x="839090"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8"/>
            <p:cNvSpPr/>
            <p:nvPr/>
          </p:nvSpPr>
          <p:spPr>
            <a:xfrm>
              <a:off x="830863"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8"/>
            <p:cNvSpPr/>
            <p:nvPr/>
          </p:nvSpPr>
          <p:spPr>
            <a:xfrm>
              <a:off x="839090"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8"/>
            <p:cNvSpPr/>
            <p:nvPr/>
          </p:nvSpPr>
          <p:spPr>
            <a:xfrm>
              <a:off x="830863"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8"/>
            <p:cNvSpPr/>
            <p:nvPr/>
          </p:nvSpPr>
          <p:spPr>
            <a:xfrm>
              <a:off x="839090"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8"/>
            <p:cNvSpPr/>
            <p:nvPr/>
          </p:nvSpPr>
          <p:spPr>
            <a:xfrm>
              <a:off x="830863"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8"/>
            <p:cNvSpPr/>
            <p:nvPr/>
          </p:nvSpPr>
          <p:spPr>
            <a:xfrm>
              <a:off x="839090"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8"/>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8"/>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8"/>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8"/>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8"/>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8"/>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8"/>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8"/>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8"/>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8"/>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8"/>
            <p:cNvSpPr/>
            <p:nvPr/>
          </p:nvSpPr>
          <p:spPr>
            <a:xfrm>
              <a:off x="3484283"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8"/>
            <p:cNvSpPr/>
            <p:nvPr/>
          </p:nvSpPr>
          <p:spPr>
            <a:xfrm>
              <a:off x="3484283"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8"/>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8"/>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8"/>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8"/>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8"/>
            <p:cNvSpPr/>
            <p:nvPr/>
          </p:nvSpPr>
          <p:spPr>
            <a:xfrm>
              <a:off x="560701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8"/>
            <p:cNvSpPr/>
            <p:nvPr/>
          </p:nvSpPr>
          <p:spPr>
            <a:xfrm>
              <a:off x="560701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8"/>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8"/>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8"/>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8"/>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8"/>
            <p:cNvSpPr/>
            <p:nvPr/>
          </p:nvSpPr>
          <p:spPr>
            <a:xfrm>
              <a:off x="6137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8"/>
            <p:cNvSpPr/>
            <p:nvPr/>
          </p:nvSpPr>
          <p:spPr>
            <a:xfrm>
              <a:off x="6137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8"/>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8"/>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8"/>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8"/>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8"/>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8"/>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8"/>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8"/>
            <p:cNvSpPr/>
            <p:nvPr/>
          </p:nvSpPr>
          <p:spPr>
            <a:xfrm>
              <a:off x="719966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8"/>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8"/>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8"/>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8"/>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8"/>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8"/>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8"/>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8"/>
            <p:cNvSpPr/>
            <p:nvPr/>
          </p:nvSpPr>
          <p:spPr>
            <a:xfrm>
              <a:off x="799593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8"/>
            <p:cNvSpPr/>
            <p:nvPr/>
          </p:nvSpPr>
          <p:spPr>
            <a:xfrm>
              <a:off x="8004158"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8"/>
            <p:cNvSpPr/>
            <p:nvPr/>
          </p:nvSpPr>
          <p:spPr>
            <a:xfrm>
              <a:off x="799593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8"/>
            <p:cNvSpPr/>
            <p:nvPr/>
          </p:nvSpPr>
          <p:spPr>
            <a:xfrm>
              <a:off x="800415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8"/>
            <p:cNvSpPr/>
            <p:nvPr/>
          </p:nvSpPr>
          <p:spPr>
            <a:xfrm>
              <a:off x="799593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8"/>
            <p:cNvSpPr/>
            <p:nvPr/>
          </p:nvSpPr>
          <p:spPr>
            <a:xfrm>
              <a:off x="800415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8"/>
            <p:cNvSpPr/>
            <p:nvPr/>
          </p:nvSpPr>
          <p:spPr>
            <a:xfrm>
              <a:off x="7995931"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8"/>
            <p:cNvSpPr/>
            <p:nvPr/>
          </p:nvSpPr>
          <p:spPr>
            <a:xfrm>
              <a:off x="800415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8"/>
            <p:cNvSpPr/>
            <p:nvPr/>
          </p:nvSpPr>
          <p:spPr>
            <a:xfrm>
              <a:off x="8004158"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8"/>
            <p:cNvSpPr/>
            <p:nvPr/>
          </p:nvSpPr>
          <p:spPr>
            <a:xfrm>
              <a:off x="7995931"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8"/>
            <p:cNvSpPr/>
            <p:nvPr/>
          </p:nvSpPr>
          <p:spPr>
            <a:xfrm>
              <a:off x="7995931"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8"/>
            <p:cNvSpPr/>
            <p:nvPr/>
          </p:nvSpPr>
          <p:spPr>
            <a:xfrm>
              <a:off x="8004158"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8"/>
            <p:cNvSpPr/>
            <p:nvPr/>
          </p:nvSpPr>
          <p:spPr>
            <a:xfrm>
              <a:off x="7995931" y="274780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8"/>
            <p:cNvSpPr/>
            <p:nvPr/>
          </p:nvSpPr>
          <p:spPr>
            <a:xfrm>
              <a:off x="8004158" y="2893858"/>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8"/>
            <p:cNvSpPr/>
            <p:nvPr/>
          </p:nvSpPr>
          <p:spPr>
            <a:xfrm>
              <a:off x="800415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8"/>
            <p:cNvSpPr/>
            <p:nvPr/>
          </p:nvSpPr>
          <p:spPr>
            <a:xfrm>
              <a:off x="7995931" y="3181315"/>
              <a:ext cx="53414" cy="81075"/>
            </a:xfrm>
            <a:custGeom>
              <a:rect b="b" l="l" r="r" t="t"/>
              <a:pathLst>
                <a:path extrusionOk="0" h="680" w="448">
                  <a:moveTo>
                    <a:pt x="224" y="70"/>
                  </a:moveTo>
                  <a:cubicBezTo>
                    <a:pt x="316" y="70"/>
                    <a:pt x="355" y="170"/>
                    <a:pt x="355" y="340"/>
                  </a:cubicBezTo>
                  <a:cubicBezTo>
                    <a:pt x="355" y="510"/>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8"/>
            <p:cNvSpPr/>
            <p:nvPr/>
          </p:nvSpPr>
          <p:spPr>
            <a:xfrm>
              <a:off x="799593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8"/>
            <p:cNvSpPr/>
            <p:nvPr/>
          </p:nvSpPr>
          <p:spPr>
            <a:xfrm>
              <a:off x="7995931" y="3470800"/>
              <a:ext cx="53414" cy="80955"/>
            </a:xfrm>
            <a:custGeom>
              <a:rect b="b" l="l" r="r" t="t"/>
              <a:pathLst>
                <a:path extrusionOk="0" h="679" w="448">
                  <a:moveTo>
                    <a:pt x="224" y="69"/>
                  </a:moveTo>
                  <a:cubicBezTo>
                    <a:pt x="316" y="69"/>
                    <a:pt x="355" y="170"/>
                    <a:pt x="355" y="339"/>
                  </a:cubicBezTo>
                  <a:cubicBezTo>
                    <a:pt x="355" y="501"/>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2"/>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8"/>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8"/>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8"/>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8"/>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8"/>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8"/>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8"/>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8"/>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8"/>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8"/>
            <p:cNvSpPr/>
            <p:nvPr/>
          </p:nvSpPr>
          <p:spPr>
            <a:xfrm>
              <a:off x="90568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8"/>
            <p:cNvSpPr/>
            <p:nvPr/>
          </p:nvSpPr>
          <p:spPr>
            <a:xfrm>
              <a:off x="90642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8"/>
            <p:cNvSpPr/>
            <p:nvPr/>
          </p:nvSpPr>
          <p:spPr>
            <a:xfrm>
              <a:off x="90568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8"/>
            <p:cNvSpPr/>
            <p:nvPr/>
          </p:nvSpPr>
          <p:spPr>
            <a:xfrm>
              <a:off x="90642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8"/>
            <p:cNvSpPr/>
            <p:nvPr/>
          </p:nvSpPr>
          <p:spPr>
            <a:xfrm>
              <a:off x="90568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8"/>
            <p:cNvSpPr/>
            <p:nvPr/>
          </p:nvSpPr>
          <p:spPr>
            <a:xfrm>
              <a:off x="90642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8"/>
            <p:cNvSpPr/>
            <p:nvPr/>
          </p:nvSpPr>
          <p:spPr>
            <a:xfrm>
              <a:off x="90642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8"/>
            <p:cNvSpPr/>
            <p:nvPr/>
          </p:nvSpPr>
          <p:spPr>
            <a:xfrm>
              <a:off x="90568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8"/>
            <p:cNvSpPr/>
            <p:nvPr/>
          </p:nvSpPr>
          <p:spPr>
            <a:xfrm>
              <a:off x="90568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8"/>
            <p:cNvSpPr/>
            <p:nvPr/>
          </p:nvSpPr>
          <p:spPr>
            <a:xfrm>
              <a:off x="90642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8"/>
            <p:cNvSpPr/>
            <p:nvPr/>
          </p:nvSpPr>
          <p:spPr>
            <a:xfrm>
              <a:off x="90568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8"/>
            <p:cNvSpPr/>
            <p:nvPr/>
          </p:nvSpPr>
          <p:spPr>
            <a:xfrm>
              <a:off x="90642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8"/>
            <p:cNvSpPr/>
            <p:nvPr/>
          </p:nvSpPr>
          <p:spPr>
            <a:xfrm>
              <a:off x="90642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8"/>
            <p:cNvSpPr/>
            <p:nvPr/>
          </p:nvSpPr>
          <p:spPr>
            <a:xfrm>
              <a:off x="90568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8"/>
            <p:cNvSpPr/>
            <p:nvPr/>
          </p:nvSpPr>
          <p:spPr>
            <a:xfrm>
              <a:off x="90568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8"/>
            <p:cNvSpPr/>
            <p:nvPr/>
          </p:nvSpPr>
          <p:spPr>
            <a:xfrm>
              <a:off x="90568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8"/>
            <p:cNvSpPr/>
            <p:nvPr/>
          </p:nvSpPr>
          <p:spPr>
            <a:xfrm>
              <a:off x="90642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8"/>
            <p:cNvSpPr/>
            <p:nvPr/>
          </p:nvSpPr>
          <p:spPr>
            <a:xfrm>
              <a:off x="90642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8"/>
            <p:cNvSpPr/>
            <p:nvPr/>
          </p:nvSpPr>
          <p:spPr>
            <a:xfrm>
              <a:off x="90642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8"/>
            <p:cNvSpPr/>
            <p:nvPr/>
          </p:nvSpPr>
          <p:spPr>
            <a:xfrm>
              <a:off x="90568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8"/>
            <p:cNvSpPr/>
            <p:nvPr/>
          </p:nvSpPr>
          <p:spPr>
            <a:xfrm>
              <a:off x="90642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8"/>
            <p:cNvSpPr/>
            <p:nvPr/>
          </p:nvSpPr>
          <p:spPr>
            <a:xfrm>
              <a:off x="90568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8"/>
            <p:cNvSpPr/>
            <p:nvPr/>
          </p:nvSpPr>
          <p:spPr>
            <a:xfrm>
              <a:off x="90642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8"/>
            <p:cNvSpPr/>
            <p:nvPr/>
          </p:nvSpPr>
          <p:spPr>
            <a:xfrm>
              <a:off x="90568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8"/>
            <p:cNvSpPr/>
            <p:nvPr/>
          </p:nvSpPr>
          <p:spPr>
            <a:xfrm>
              <a:off x="90642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8"/>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8"/>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8"/>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8"/>
            <p:cNvSpPr/>
            <p:nvPr/>
          </p:nvSpPr>
          <p:spPr>
            <a:xfrm>
              <a:off x="4554354"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8"/>
            <p:cNvSpPr/>
            <p:nvPr/>
          </p:nvSpPr>
          <p:spPr>
            <a:xfrm>
              <a:off x="4546128"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8"/>
            <p:cNvSpPr/>
            <p:nvPr/>
          </p:nvSpPr>
          <p:spPr>
            <a:xfrm>
              <a:off x="4546128"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8"/>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8"/>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8"/>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8"/>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8"/>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8"/>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8"/>
            <p:cNvSpPr/>
            <p:nvPr/>
          </p:nvSpPr>
          <p:spPr>
            <a:xfrm>
              <a:off x="6934205"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8"/>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8"/>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8"/>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8"/>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8"/>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8"/>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8"/>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8"/>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8"/>
            <p:cNvSpPr/>
            <p:nvPr/>
          </p:nvSpPr>
          <p:spPr>
            <a:xfrm>
              <a:off x="5872480"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8"/>
            <p:cNvSpPr/>
            <p:nvPr/>
          </p:nvSpPr>
          <p:spPr>
            <a:xfrm>
              <a:off x="5880707"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8"/>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8"/>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8"/>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8"/>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8"/>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8"/>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8"/>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8"/>
            <p:cNvSpPr/>
            <p:nvPr/>
          </p:nvSpPr>
          <p:spPr>
            <a:xfrm>
              <a:off x="7473355"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8"/>
            <p:cNvSpPr/>
            <p:nvPr/>
          </p:nvSpPr>
          <p:spPr>
            <a:xfrm>
              <a:off x="7465128"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8"/>
            <p:cNvSpPr/>
            <p:nvPr/>
          </p:nvSpPr>
          <p:spPr>
            <a:xfrm>
              <a:off x="7465128"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8"/>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8"/>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8"/>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8"/>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8"/>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8"/>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8"/>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8"/>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8"/>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8"/>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8"/>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8"/>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8"/>
            <p:cNvSpPr/>
            <p:nvPr/>
          </p:nvSpPr>
          <p:spPr>
            <a:xfrm>
              <a:off x="428889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8"/>
            <p:cNvSpPr/>
            <p:nvPr/>
          </p:nvSpPr>
          <p:spPr>
            <a:xfrm>
              <a:off x="4280666"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8"/>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8"/>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8"/>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8"/>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8"/>
            <p:cNvSpPr/>
            <p:nvPr/>
          </p:nvSpPr>
          <p:spPr>
            <a:xfrm>
              <a:off x="534155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8"/>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8"/>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8"/>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8"/>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8"/>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8"/>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8"/>
            <p:cNvSpPr/>
            <p:nvPr/>
          </p:nvSpPr>
          <p:spPr>
            <a:xfrm>
              <a:off x="6411510"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8"/>
            <p:cNvSpPr/>
            <p:nvPr/>
          </p:nvSpPr>
          <p:spPr>
            <a:xfrm>
              <a:off x="6403283"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8"/>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8"/>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8"/>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8"/>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8"/>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8"/>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8"/>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8"/>
            <p:cNvSpPr/>
            <p:nvPr/>
          </p:nvSpPr>
          <p:spPr>
            <a:xfrm>
              <a:off x="826139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8"/>
            <p:cNvSpPr/>
            <p:nvPr/>
          </p:nvSpPr>
          <p:spPr>
            <a:xfrm>
              <a:off x="826878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8"/>
            <p:cNvSpPr/>
            <p:nvPr/>
          </p:nvSpPr>
          <p:spPr>
            <a:xfrm>
              <a:off x="826139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8"/>
            <p:cNvSpPr/>
            <p:nvPr/>
          </p:nvSpPr>
          <p:spPr>
            <a:xfrm>
              <a:off x="826878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8"/>
            <p:cNvSpPr/>
            <p:nvPr/>
          </p:nvSpPr>
          <p:spPr>
            <a:xfrm>
              <a:off x="826139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8"/>
            <p:cNvSpPr/>
            <p:nvPr/>
          </p:nvSpPr>
          <p:spPr>
            <a:xfrm>
              <a:off x="826878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8"/>
            <p:cNvSpPr/>
            <p:nvPr/>
          </p:nvSpPr>
          <p:spPr>
            <a:xfrm>
              <a:off x="826139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8"/>
            <p:cNvSpPr/>
            <p:nvPr/>
          </p:nvSpPr>
          <p:spPr>
            <a:xfrm>
              <a:off x="826878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8"/>
            <p:cNvSpPr/>
            <p:nvPr/>
          </p:nvSpPr>
          <p:spPr>
            <a:xfrm>
              <a:off x="826878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8"/>
            <p:cNvSpPr/>
            <p:nvPr/>
          </p:nvSpPr>
          <p:spPr>
            <a:xfrm>
              <a:off x="826139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8"/>
            <p:cNvSpPr/>
            <p:nvPr/>
          </p:nvSpPr>
          <p:spPr>
            <a:xfrm>
              <a:off x="826139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8"/>
            <p:cNvSpPr/>
            <p:nvPr/>
          </p:nvSpPr>
          <p:spPr>
            <a:xfrm>
              <a:off x="826878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8"/>
            <p:cNvSpPr/>
            <p:nvPr/>
          </p:nvSpPr>
          <p:spPr>
            <a:xfrm>
              <a:off x="826139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8"/>
            <p:cNvSpPr/>
            <p:nvPr/>
          </p:nvSpPr>
          <p:spPr>
            <a:xfrm>
              <a:off x="826878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8"/>
            <p:cNvSpPr/>
            <p:nvPr/>
          </p:nvSpPr>
          <p:spPr>
            <a:xfrm>
              <a:off x="826878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8"/>
            <p:cNvSpPr/>
            <p:nvPr/>
          </p:nvSpPr>
          <p:spPr>
            <a:xfrm>
              <a:off x="826139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8"/>
            <p:cNvSpPr/>
            <p:nvPr/>
          </p:nvSpPr>
          <p:spPr>
            <a:xfrm>
              <a:off x="826139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8"/>
            <p:cNvSpPr/>
            <p:nvPr/>
          </p:nvSpPr>
          <p:spPr>
            <a:xfrm>
              <a:off x="826139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8"/>
            <p:cNvSpPr/>
            <p:nvPr/>
          </p:nvSpPr>
          <p:spPr>
            <a:xfrm>
              <a:off x="826878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8"/>
            <p:cNvSpPr/>
            <p:nvPr/>
          </p:nvSpPr>
          <p:spPr>
            <a:xfrm>
              <a:off x="826878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8"/>
            <p:cNvSpPr/>
            <p:nvPr/>
          </p:nvSpPr>
          <p:spPr>
            <a:xfrm>
              <a:off x="826878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8"/>
            <p:cNvSpPr/>
            <p:nvPr/>
          </p:nvSpPr>
          <p:spPr>
            <a:xfrm>
              <a:off x="826139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8"/>
            <p:cNvSpPr/>
            <p:nvPr/>
          </p:nvSpPr>
          <p:spPr>
            <a:xfrm>
              <a:off x="826878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8"/>
            <p:cNvSpPr/>
            <p:nvPr/>
          </p:nvSpPr>
          <p:spPr>
            <a:xfrm>
              <a:off x="826139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8"/>
            <p:cNvSpPr/>
            <p:nvPr/>
          </p:nvSpPr>
          <p:spPr>
            <a:xfrm>
              <a:off x="826878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8"/>
            <p:cNvSpPr/>
            <p:nvPr/>
          </p:nvSpPr>
          <p:spPr>
            <a:xfrm>
              <a:off x="826139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8"/>
            <p:cNvSpPr/>
            <p:nvPr/>
          </p:nvSpPr>
          <p:spPr>
            <a:xfrm>
              <a:off x="826878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8"/>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8"/>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8"/>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8"/>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8"/>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6" name="Google Shape;2436;p8"/>
          <p:cNvSpPr txBox="1"/>
          <p:nvPr>
            <p:ph type="title"/>
          </p:nvPr>
        </p:nvSpPr>
        <p:spPr>
          <a:xfrm>
            <a:off x="1269300" y="1461190"/>
            <a:ext cx="6605400" cy="222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8500"/>
            </a:lvl1pPr>
            <a:lvl2pPr lvl="1" rtl="0">
              <a:lnSpc>
                <a:spcPct val="80000"/>
              </a:lnSpc>
              <a:spcBef>
                <a:spcPts val="0"/>
              </a:spcBef>
              <a:spcAft>
                <a:spcPts val="0"/>
              </a:spcAft>
              <a:buSzPts val="3600"/>
              <a:buNone/>
              <a:defRPr/>
            </a:lvl2pPr>
            <a:lvl3pPr lvl="2" rtl="0">
              <a:lnSpc>
                <a:spcPct val="80000"/>
              </a:lnSpc>
              <a:spcBef>
                <a:spcPts val="0"/>
              </a:spcBef>
              <a:spcAft>
                <a:spcPts val="0"/>
              </a:spcAft>
              <a:buSzPts val="3600"/>
              <a:buNone/>
              <a:defRPr/>
            </a:lvl3pPr>
            <a:lvl4pPr lvl="3" rtl="0">
              <a:lnSpc>
                <a:spcPct val="80000"/>
              </a:lnSpc>
              <a:spcBef>
                <a:spcPts val="0"/>
              </a:spcBef>
              <a:spcAft>
                <a:spcPts val="0"/>
              </a:spcAft>
              <a:buSzPts val="3600"/>
              <a:buNone/>
              <a:defRPr/>
            </a:lvl4pPr>
            <a:lvl5pPr lvl="4" rtl="0">
              <a:lnSpc>
                <a:spcPct val="80000"/>
              </a:lnSpc>
              <a:spcBef>
                <a:spcPts val="0"/>
              </a:spcBef>
              <a:spcAft>
                <a:spcPts val="0"/>
              </a:spcAft>
              <a:buSzPts val="3600"/>
              <a:buNone/>
              <a:defRPr/>
            </a:lvl5pPr>
            <a:lvl6pPr lvl="5" rtl="0">
              <a:lnSpc>
                <a:spcPct val="80000"/>
              </a:lnSpc>
              <a:spcBef>
                <a:spcPts val="0"/>
              </a:spcBef>
              <a:spcAft>
                <a:spcPts val="0"/>
              </a:spcAft>
              <a:buSzPts val="3600"/>
              <a:buNone/>
              <a:defRPr/>
            </a:lvl6pPr>
            <a:lvl7pPr lvl="6" rtl="0">
              <a:lnSpc>
                <a:spcPct val="80000"/>
              </a:lnSpc>
              <a:spcBef>
                <a:spcPts val="0"/>
              </a:spcBef>
              <a:spcAft>
                <a:spcPts val="0"/>
              </a:spcAft>
              <a:buSzPts val="3600"/>
              <a:buNone/>
              <a:defRPr/>
            </a:lvl7pPr>
            <a:lvl8pPr lvl="7" rtl="0">
              <a:lnSpc>
                <a:spcPct val="80000"/>
              </a:lnSpc>
              <a:spcBef>
                <a:spcPts val="0"/>
              </a:spcBef>
              <a:spcAft>
                <a:spcPts val="0"/>
              </a:spcAft>
              <a:buSzPts val="3600"/>
              <a:buNone/>
              <a:defRPr/>
            </a:lvl8pPr>
            <a:lvl9pPr lvl="8" rtl="0">
              <a:lnSpc>
                <a:spcPct val="80000"/>
              </a:lnSpc>
              <a:spcBef>
                <a:spcPts val="0"/>
              </a:spcBef>
              <a:spcAft>
                <a:spcPts val="0"/>
              </a:spcAft>
              <a:buSzPts val="36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37" name="Shape 2437"/>
        <p:cNvGrpSpPr/>
        <p:nvPr/>
      </p:nvGrpSpPr>
      <p:grpSpPr>
        <a:xfrm>
          <a:off x="0" y="0"/>
          <a:ext cx="0" cy="0"/>
          <a:chOff x="0" y="0"/>
          <a:chExt cx="0" cy="0"/>
        </a:xfrm>
      </p:grpSpPr>
      <p:grpSp>
        <p:nvGrpSpPr>
          <p:cNvPr id="2438" name="Google Shape;2438;p9"/>
          <p:cNvGrpSpPr/>
          <p:nvPr/>
        </p:nvGrpSpPr>
        <p:grpSpPr>
          <a:xfrm>
            <a:off x="189" y="52"/>
            <a:ext cx="9144013" cy="5143533"/>
            <a:chOff x="4088025" y="1324225"/>
            <a:chExt cx="1348575" cy="1101800"/>
          </a:xfrm>
        </p:grpSpPr>
        <p:sp>
          <p:nvSpPr>
            <p:cNvPr id="2439" name="Google Shape;2439;p9"/>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9"/>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9"/>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9"/>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9"/>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9"/>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9"/>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9"/>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9"/>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9"/>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9"/>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9"/>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9"/>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9"/>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9"/>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9"/>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9"/>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9"/>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9"/>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9"/>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9"/>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9"/>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9"/>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9"/>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9"/>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9"/>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9"/>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9"/>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9"/>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9"/>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9"/>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9"/>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9"/>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9"/>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9"/>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9"/>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9"/>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9"/>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9"/>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9"/>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9"/>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9"/>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9"/>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9"/>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9"/>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9"/>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9"/>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9"/>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9"/>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9"/>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9" name="Google Shape;2489;p9"/>
          <p:cNvGrpSpPr/>
          <p:nvPr/>
        </p:nvGrpSpPr>
        <p:grpSpPr>
          <a:xfrm>
            <a:off x="34718" y="206"/>
            <a:ext cx="9056203" cy="5143474"/>
            <a:chOff x="34718" y="206"/>
            <a:chExt cx="9056203" cy="5143474"/>
          </a:xfrm>
        </p:grpSpPr>
        <p:sp>
          <p:nvSpPr>
            <p:cNvPr id="2490" name="Google Shape;2490;p9"/>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9"/>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9"/>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9"/>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9"/>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9"/>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9"/>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9"/>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9"/>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9"/>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9"/>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9"/>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9"/>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9"/>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9"/>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9"/>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9"/>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9"/>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9"/>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9"/>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9"/>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9"/>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9"/>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9"/>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9"/>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9"/>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9"/>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9"/>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9"/>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9"/>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9"/>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9"/>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9"/>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9"/>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9"/>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9"/>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9"/>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9"/>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9"/>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9"/>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9"/>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9"/>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9"/>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9"/>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9"/>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9"/>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9"/>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9"/>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9"/>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9"/>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9"/>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9"/>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9"/>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9"/>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9"/>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9"/>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9"/>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9"/>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9"/>
            <p:cNvSpPr/>
            <p:nvPr/>
          </p:nvSpPr>
          <p:spPr>
            <a:xfrm>
              <a:off x="1370012"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9"/>
            <p:cNvSpPr/>
            <p:nvPr/>
          </p:nvSpPr>
          <p:spPr>
            <a:xfrm>
              <a:off x="1370012"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9"/>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9"/>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9"/>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9"/>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9"/>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9"/>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9"/>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9"/>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9"/>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9"/>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9"/>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9"/>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9"/>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9"/>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9"/>
            <p:cNvSpPr/>
            <p:nvPr/>
          </p:nvSpPr>
          <p:spPr>
            <a:xfrm>
              <a:off x="16271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9"/>
            <p:cNvSpPr/>
            <p:nvPr/>
          </p:nvSpPr>
          <p:spPr>
            <a:xfrm>
              <a:off x="1635354"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9"/>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9"/>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9"/>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9"/>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9"/>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9"/>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9"/>
            <p:cNvSpPr/>
            <p:nvPr/>
          </p:nvSpPr>
          <p:spPr>
            <a:xfrm>
              <a:off x="666874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9"/>
            <p:cNvSpPr/>
            <p:nvPr/>
          </p:nvSpPr>
          <p:spPr>
            <a:xfrm>
              <a:off x="6677090"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9"/>
            <p:cNvSpPr/>
            <p:nvPr/>
          </p:nvSpPr>
          <p:spPr>
            <a:xfrm>
              <a:off x="666874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9"/>
            <p:cNvSpPr/>
            <p:nvPr/>
          </p:nvSpPr>
          <p:spPr>
            <a:xfrm>
              <a:off x="666874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9"/>
            <p:cNvSpPr/>
            <p:nvPr/>
          </p:nvSpPr>
          <p:spPr>
            <a:xfrm>
              <a:off x="6677090" y="144703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9"/>
            <p:cNvSpPr/>
            <p:nvPr/>
          </p:nvSpPr>
          <p:spPr>
            <a:xfrm>
              <a:off x="6677090" y="159117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9"/>
            <p:cNvSpPr/>
            <p:nvPr/>
          </p:nvSpPr>
          <p:spPr>
            <a:xfrm>
              <a:off x="6677090" y="1736397"/>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9"/>
            <p:cNvSpPr/>
            <p:nvPr/>
          </p:nvSpPr>
          <p:spPr>
            <a:xfrm>
              <a:off x="6668744"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9"/>
            <p:cNvSpPr/>
            <p:nvPr/>
          </p:nvSpPr>
          <p:spPr>
            <a:xfrm>
              <a:off x="6677090" y="202576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9"/>
            <p:cNvSpPr/>
            <p:nvPr/>
          </p:nvSpPr>
          <p:spPr>
            <a:xfrm>
              <a:off x="6677090" y="2170028"/>
              <a:ext cx="25753" cy="78094"/>
            </a:xfrm>
            <a:custGeom>
              <a:rect b="b" l="l" r="r" t="t"/>
              <a:pathLst>
                <a:path extrusionOk="0" h="655" w="216">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9"/>
            <p:cNvSpPr/>
            <p:nvPr/>
          </p:nvSpPr>
          <p:spPr>
            <a:xfrm>
              <a:off x="6668744"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9"/>
            <p:cNvSpPr/>
            <p:nvPr/>
          </p:nvSpPr>
          <p:spPr>
            <a:xfrm>
              <a:off x="6677090" y="2459393"/>
              <a:ext cx="25753" cy="78094"/>
            </a:xfrm>
            <a:custGeom>
              <a:rect b="b" l="l" r="r" t="t"/>
              <a:pathLst>
                <a:path extrusionOk="0" h="655" w="216">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9"/>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9"/>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9"/>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9"/>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9"/>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9"/>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9"/>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9"/>
            <p:cNvSpPr/>
            <p:nvPr/>
          </p:nvSpPr>
          <p:spPr>
            <a:xfrm>
              <a:off x="7738816"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9"/>
            <p:cNvSpPr/>
            <p:nvPr/>
          </p:nvSpPr>
          <p:spPr>
            <a:xfrm>
              <a:off x="773058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9"/>
            <p:cNvSpPr/>
            <p:nvPr/>
          </p:nvSpPr>
          <p:spPr>
            <a:xfrm>
              <a:off x="773058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9"/>
            <p:cNvSpPr/>
            <p:nvPr/>
          </p:nvSpPr>
          <p:spPr>
            <a:xfrm>
              <a:off x="7738816"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9"/>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9"/>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9"/>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9"/>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9"/>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9"/>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9"/>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9"/>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9"/>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9"/>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9"/>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9"/>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9"/>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9"/>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9"/>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9"/>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9"/>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9"/>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9"/>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9"/>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9"/>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9"/>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9"/>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9"/>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9"/>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9"/>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9"/>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9"/>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9"/>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9"/>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9"/>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9"/>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9"/>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9"/>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9"/>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9"/>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9"/>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9"/>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9"/>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9"/>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9"/>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9"/>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9"/>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9"/>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9"/>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9"/>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9"/>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9"/>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9"/>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9"/>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9"/>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9"/>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9"/>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9"/>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9"/>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9"/>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9"/>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9"/>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9"/>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9"/>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9"/>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9"/>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9"/>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9"/>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9"/>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9"/>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9"/>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9"/>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9"/>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9"/>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9"/>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9"/>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9"/>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9"/>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9"/>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9"/>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9"/>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9"/>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9"/>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9"/>
            <p:cNvSpPr/>
            <p:nvPr/>
          </p:nvSpPr>
          <p:spPr>
            <a:xfrm>
              <a:off x="189258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9"/>
            <p:cNvSpPr/>
            <p:nvPr/>
          </p:nvSpPr>
          <p:spPr>
            <a:xfrm>
              <a:off x="190081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9"/>
            <p:cNvSpPr/>
            <p:nvPr/>
          </p:nvSpPr>
          <p:spPr>
            <a:xfrm>
              <a:off x="189258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9"/>
            <p:cNvSpPr/>
            <p:nvPr/>
          </p:nvSpPr>
          <p:spPr>
            <a:xfrm>
              <a:off x="1900815"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9"/>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9"/>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9"/>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9"/>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9"/>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9"/>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9"/>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9"/>
            <p:cNvSpPr/>
            <p:nvPr/>
          </p:nvSpPr>
          <p:spPr>
            <a:xfrm>
              <a:off x="2158050"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9"/>
            <p:cNvSpPr/>
            <p:nvPr/>
          </p:nvSpPr>
          <p:spPr>
            <a:xfrm>
              <a:off x="2166277"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9"/>
            <p:cNvSpPr/>
            <p:nvPr/>
          </p:nvSpPr>
          <p:spPr>
            <a:xfrm>
              <a:off x="2158050"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9"/>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9"/>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9"/>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9"/>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9"/>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9"/>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9"/>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9"/>
            <p:cNvSpPr/>
            <p:nvPr/>
          </p:nvSpPr>
          <p:spPr>
            <a:xfrm>
              <a:off x="2423511"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9"/>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9"/>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9"/>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9"/>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9"/>
            <p:cNvSpPr/>
            <p:nvPr/>
          </p:nvSpPr>
          <p:spPr>
            <a:xfrm>
              <a:off x="401520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9"/>
            <p:cNvSpPr/>
            <p:nvPr/>
          </p:nvSpPr>
          <p:spPr>
            <a:xfrm>
              <a:off x="401520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9"/>
            <p:cNvSpPr/>
            <p:nvPr/>
          </p:nvSpPr>
          <p:spPr>
            <a:xfrm>
              <a:off x="4023432"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9"/>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9"/>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9"/>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9"/>
            <p:cNvSpPr/>
            <p:nvPr/>
          </p:nvSpPr>
          <p:spPr>
            <a:xfrm>
              <a:off x="508444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9"/>
            <p:cNvSpPr/>
            <p:nvPr/>
          </p:nvSpPr>
          <p:spPr>
            <a:xfrm>
              <a:off x="5077050"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9"/>
            <p:cNvSpPr/>
            <p:nvPr/>
          </p:nvSpPr>
          <p:spPr>
            <a:xfrm>
              <a:off x="5077050"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9"/>
            <p:cNvSpPr/>
            <p:nvPr/>
          </p:nvSpPr>
          <p:spPr>
            <a:xfrm>
              <a:off x="508444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9"/>
            <p:cNvSpPr/>
            <p:nvPr/>
          </p:nvSpPr>
          <p:spPr>
            <a:xfrm>
              <a:off x="5077050"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9"/>
            <p:cNvSpPr/>
            <p:nvPr/>
          </p:nvSpPr>
          <p:spPr>
            <a:xfrm>
              <a:off x="508444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9"/>
            <p:cNvSpPr/>
            <p:nvPr/>
          </p:nvSpPr>
          <p:spPr>
            <a:xfrm>
              <a:off x="5077050"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9"/>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9"/>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9"/>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9"/>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9"/>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9"/>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9"/>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9"/>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9"/>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9"/>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9"/>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9"/>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9"/>
            <p:cNvSpPr/>
            <p:nvPr/>
          </p:nvSpPr>
          <p:spPr>
            <a:xfrm>
              <a:off x="839090"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9"/>
            <p:cNvSpPr/>
            <p:nvPr/>
          </p:nvSpPr>
          <p:spPr>
            <a:xfrm>
              <a:off x="83086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9"/>
            <p:cNvSpPr/>
            <p:nvPr/>
          </p:nvSpPr>
          <p:spPr>
            <a:xfrm>
              <a:off x="839090"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9"/>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9"/>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9"/>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9"/>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9"/>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9"/>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9"/>
            <p:cNvSpPr/>
            <p:nvPr/>
          </p:nvSpPr>
          <p:spPr>
            <a:xfrm>
              <a:off x="2962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9"/>
            <p:cNvSpPr/>
            <p:nvPr/>
          </p:nvSpPr>
          <p:spPr>
            <a:xfrm>
              <a:off x="2954433"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9"/>
            <p:cNvSpPr/>
            <p:nvPr/>
          </p:nvSpPr>
          <p:spPr>
            <a:xfrm>
              <a:off x="2962660"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9"/>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9"/>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9"/>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9"/>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9"/>
            <p:cNvSpPr/>
            <p:nvPr/>
          </p:nvSpPr>
          <p:spPr>
            <a:xfrm>
              <a:off x="3484283"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9"/>
            <p:cNvSpPr/>
            <p:nvPr/>
          </p:nvSpPr>
          <p:spPr>
            <a:xfrm>
              <a:off x="3484283"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9"/>
            <p:cNvSpPr/>
            <p:nvPr/>
          </p:nvSpPr>
          <p:spPr>
            <a:xfrm>
              <a:off x="349250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9"/>
            <p:cNvSpPr/>
            <p:nvPr/>
          </p:nvSpPr>
          <p:spPr>
            <a:xfrm>
              <a:off x="3484283"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9"/>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9"/>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9"/>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9"/>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9"/>
            <p:cNvSpPr/>
            <p:nvPr/>
          </p:nvSpPr>
          <p:spPr>
            <a:xfrm>
              <a:off x="560701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9"/>
            <p:cNvSpPr/>
            <p:nvPr/>
          </p:nvSpPr>
          <p:spPr>
            <a:xfrm>
              <a:off x="560701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9"/>
            <p:cNvSpPr/>
            <p:nvPr/>
          </p:nvSpPr>
          <p:spPr>
            <a:xfrm>
              <a:off x="561524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9"/>
            <p:cNvSpPr/>
            <p:nvPr/>
          </p:nvSpPr>
          <p:spPr>
            <a:xfrm>
              <a:off x="560701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9"/>
            <p:cNvSpPr/>
            <p:nvPr/>
          </p:nvSpPr>
          <p:spPr>
            <a:xfrm>
              <a:off x="561524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9"/>
            <p:cNvSpPr/>
            <p:nvPr/>
          </p:nvSpPr>
          <p:spPr>
            <a:xfrm>
              <a:off x="560701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9"/>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9"/>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9"/>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9"/>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9"/>
            <p:cNvSpPr/>
            <p:nvPr/>
          </p:nvSpPr>
          <p:spPr>
            <a:xfrm>
              <a:off x="6137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9"/>
            <p:cNvSpPr/>
            <p:nvPr/>
          </p:nvSpPr>
          <p:spPr>
            <a:xfrm>
              <a:off x="6137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9"/>
            <p:cNvSpPr/>
            <p:nvPr/>
          </p:nvSpPr>
          <p:spPr>
            <a:xfrm>
              <a:off x="614604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9"/>
            <p:cNvSpPr/>
            <p:nvPr/>
          </p:nvSpPr>
          <p:spPr>
            <a:xfrm>
              <a:off x="6137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9"/>
            <p:cNvSpPr/>
            <p:nvPr/>
          </p:nvSpPr>
          <p:spPr>
            <a:xfrm>
              <a:off x="6146049"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9"/>
            <p:cNvSpPr/>
            <p:nvPr/>
          </p:nvSpPr>
          <p:spPr>
            <a:xfrm>
              <a:off x="6137822"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9"/>
            <p:cNvSpPr/>
            <p:nvPr/>
          </p:nvSpPr>
          <p:spPr>
            <a:xfrm>
              <a:off x="6146049"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9"/>
            <p:cNvSpPr/>
            <p:nvPr/>
          </p:nvSpPr>
          <p:spPr>
            <a:xfrm>
              <a:off x="6137822"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2"/>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9"/>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9"/>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9"/>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9"/>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9"/>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9"/>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9"/>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9"/>
            <p:cNvSpPr/>
            <p:nvPr/>
          </p:nvSpPr>
          <p:spPr>
            <a:xfrm>
              <a:off x="719966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9"/>
            <p:cNvSpPr/>
            <p:nvPr/>
          </p:nvSpPr>
          <p:spPr>
            <a:xfrm>
              <a:off x="7208013"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9"/>
            <p:cNvSpPr/>
            <p:nvPr/>
          </p:nvSpPr>
          <p:spPr>
            <a:xfrm>
              <a:off x="7199667"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9"/>
            <p:cNvSpPr/>
            <p:nvPr/>
          </p:nvSpPr>
          <p:spPr>
            <a:xfrm>
              <a:off x="7208013"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9"/>
            <p:cNvSpPr/>
            <p:nvPr/>
          </p:nvSpPr>
          <p:spPr>
            <a:xfrm>
              <a:off x="7199667" y="1590344"/>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9"/>
            <p:cNvSpPr/>
            <p:nvPr/>
          </p:nvSpPr>
          <p:spPr>
            <a:xfrm>
              <a:off x="7208013"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9"/>
            <p:cNvSpPr/>
            <p:nvPr/>
          </p:nvSpPr>
          <p:spPr>
            <a:xfrm>
              <a:off x="7199667" y="1879709"/>
              <a:ext cx="53414" cy="80955"/>
            </a:xfrm>
            <a:custGeom>
              <a:rect b="b" l="l" r="r" t="t"/>
              <a:pathLst>
                <a:path extrusionOk="0" h="679" w="448">
                  <a:moveTo>
                    <a:pt x="224" y="62"/>
                  </a:moveTo>
                  <a:cubicBezTo>
                    <a:pt x="317" y="62"/>
                    <a:pt x="355" y="162"/>
                    <a:pt x="355" y="332"/>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2"/>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9"/>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9"/>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9"/>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9"/>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9"/>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9"/>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9"/>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9"/>
            <p:cNvSpPr/>
            <p:nvPr/>
          </p:nvSpPr>
          <p:spPr>
            <a:xfrm>
              <a:off x="799593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9"/>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9"/>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9"/>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9"/>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9"/>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9"/>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9"/>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9"/>
            <p:cNvSpPr/>
            <p:nvPr/>
          </p:nvSpPr>
          <p:spPr>
            <a:xfrm>
              <a:off x="4554354"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9"/>
            <p:cNvSpPr/>
            <p:nvPr/>
          </p:nvSpPr>
          <p:spPr>
            <a:xfrm>
              <a:off x="4546128"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9"/>
            <p:cNvSpPr/>
            <p:nvPr/>
          </p:nvSpPr>
          <p:spPr>
            <a:xfrm>
              <a:off x="4546128"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9"/>
            <p:cNvSpPr/>
            <p:nvPr/>
          </p:nvSpPr>
          <p:spPr>
            <a:xfrm>
              <a:off x="4554354"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9"/>
            <p:cNvSpPr/>
            <p:nvPr/>
          </p:nvSpPr>
          <p:spPr>
            <a:xfrm>
              <a:off x="4546128"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9"/>
            <p:cNvSpPr/>
            <p:nvPr/>
          </p:nvSpPr>
          <p:spPr>
            <a:xfrm>
              <a:off x="4554354"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9"/>
            <p:cNvSpPr/>
            <p:nvPr/>
          </p:nvSpPr>
          <p:spPr>
            <a:xfrm>
              <a:off x="4546128"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9"/>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9"/>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9"/>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9"/>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9"/>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9"/>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9"/>
            <p:cNvSpPr/>
            <p:nvPr/>
          </p:nvSpPr>
          <p:spPr>
            <a:xfrm>
              <a:off x="6934205"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9"/>
            <p:cNvSpPr/>
            <p:nvPr/>
          </p:nvSpPr>
          <p:spPr>
            <a:xfrm>
              <a:off x="6942432"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9"/>
            <p:cNvSpPr/>
            <p:nvPr/>
          </p:nvSpPr>
          <p:spPr>
            <a:xfrm>
              <a:off x="6934205"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9"/>
            <p:cNvSpPr/>
            <p:nvPr/>
          </p:nvSpPr>
          <p:spPr>
            <a:xfrm>
              <a:off x="6934205"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9"/>
            <p:cNvSpPr/>
            <p:nvPr/>
          </p:nvSpPr>
          <p:spPr>
            <a:xfrm>
              <a:off x="6942432"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9"/>
            <p:cNvSpPr/>
            <p:nvPr/>
          </p:nvSpPr>
          <p:spPr>
            <a:xfrm>
              <a:off x="6942432"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9"/>
            <p:cNvSpPr/>
            <p:nvPr/>
          </p:nvSpPr>
          <p:spPr>
            <a:xfrm>
              <a:off x="6942432"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9"/>
            <p:cNvSpPr/>
            <p:nvPr/>
          </p:nvSpPr>
          <p:spPr>
            <a:xfrm>
              <a:off x="6934205"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9"/>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9"/>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9"/>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9"/>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9"/>
            <p:cNvSpPr/>
            <p:nvPr/>
          </p:nvSpPr>
          <p:spPr>
            <a:xfrm>
              <a:off x="481158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9"/>
            <p:cNvSpPr/>
            <p:nvPr/>
          </p:nvSpPr>
          <p:spPr>
            <a:xfrm>
              <a:off x="481993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9"/>
            <p:cNvSpPr/>
            <p:nvPr/>
          </p:nvSpPr>
          <p:spPr>
            <a:xfrm>
              <a:off x="481158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9"/>
            <p:cNvSpPr/>
            <p:nvPr/>
          </p:nvSpPr>
          <p:spPr>
            <a:xfrm>
              <a:off x="4819935"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9"/>
            <p:cNvSpPr/>
            <p:nvPr/>
          </p:nvSpPr>
          <p:spPr>
            <a:xfrm>
              <a:off x="4811589"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9"/>
            <p:cNvSpPr/>
            <p:nvPr/>
          </p:nvSpPr>
          <p:spPr>
            <a:xfrm>
              <a:off x="4811589"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9"/>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9"/>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9"/>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9"/>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9"/>
            <p:cNvSpPr/>
            <p:nvPr/>
          </p:nvSpPr>
          <p:spPr>
            <a:xfrm>
              <a:off x="5872480"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9"/>
            <p:cNvSpPr/>
            <p:nvPr/>
          </p:nvSpPr>
          <p:spPr>
            <a:xfrm>
              <a:off x="5880707"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9"/>
            <p:cNvSpPr/>
            <p:nvPr/>
          </p:nvSpPr>
          <p:spPr>
            <a:xfrm>
              <a:off x="5872480"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9"/>
            <p:cNvSpPr/>
            <p:nvPr/>
          </p:nvSpPr>
          <p:spPr>
            <a:xfrm>
              <a:off x="5880707"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9"/>
            <p:cNvSpPr/>
            <p:nvPr/>
          </p:nvSpPr>
          <p:spPr>
            <a:xfrm>
              <a:off x="5872480"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9"/>
            <p:cNvSpPr/>
            <p:nvPr/>
          </p:nvSpPr>
          <p:spPr>
            <a:xfrm>
              <a:off x="5872480"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9"/>
            <p:cNvSpPr/>
            <p:nvPr/>
          </p:nvSpPr>
          <p:spPr>
            <a:xfrm>
              <a:off x="5880707"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9"/>
            <p:cNvSpPr/>
            <p:nvPr/>
          </p:nvSpPr>
          <p:spPr>
            <a:xfrm>
              <a:off x="5880707"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9"/>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9"/>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9"/>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9"/>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9"/>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9"/>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9"/>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9"/>
            <p:cNvSpPr/>
            <p:nvPr/>
          </p:nvSpPr>
          <p:spPr>
            <a:xfrm>
              <a:off x="7473355"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9"/>
            <p:cNvSpPr/>
            <p:nvPr/>
          </p:nvSpPr>
          <p:spPr>
            <a:xfrm>
              <a:off x="7465128"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9"/>
            <p:cNvSpPr/>
            <p:nvPr/>
          </p:nvSpPr>
          <p:spPr>
            <a:xfrm>
              <a:off x="7465128"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9"/>
            <p:cNvSpPr/>
            <p:nvPr/>
          </p:nvSpPr>
          <p:spPr>
            <a:xfrm>
              <a:off x="7473355"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9"/>
            <p:cNvSpPr/>
            <p:nvPr/>
          </p:nvSpPr>
          <p:spPr>
            <a:xfrm>
              <a:off x="7473355"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9"/>
            <p:cNvSpPr/>
            <p:nvPr/>
          </p:nvSpPr>
          <p:spPr>
            <a:xfrm>
              <a:off x="7473355"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9"/>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9"/>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9"/>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9"/>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9"/>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9"/>
            <p:cNvSpPr/>
            <p:nvPr/>
          </p:nvSpPr>
          <p:spPr>
            <a:xfrm>
              <a:off x="3219775"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9"/>
            <p:cNvSpPr/>
            <p:nvPr/>
          </p:nvSpPr>
          <p:spPr>
            <a:xfrm>
              <a:off x="3227168"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9"/>
            <p:cNvSpPr/>
            <p:nvPr/>
          </p:nvSpPr>
          <p:spPr>
            <a:xfrm>
              <a:off x="3219775"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9"/>
            <p:cNvSpPr/>
            <p:nvPr/>
          </p:nvSpPr>
          <p:spPr>
            <a:xfrm>
              <a:off x="3227168"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9"/>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9"/>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9"/>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9"/>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9"/>
            <p:cNvSpPr/>
            <p:nvPr/>
          </p:nvSpPr>
          <p:spPr>
            <a:xfrm>
              <a:off x="374974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9"/>
            <p:cNvSpPr/>
            <p:nvPr/>
          </p:nvSpPr>
          <p:spPr>
            <a:xfrm>
              <a:off x="374974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9"/>
            <p:cNvSpPr/>
            <p:nvPr/>
          </p:nvSpPr>
          <p:spPr>
            <a:xfrm>
              <a:off x="3757971"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9"/>
            <p:cNvSpPr/>
            <p:nvPr/>
          </p:nvSpPr>
          <p:spPr>
            <a:xfrm>
              <a:off x="3749744"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9"/>
            <p:cNvSpPr/>
            <p:nvPr/>
          </p:nvSpPr>
          <p:spPr>
            <a:xfrm>
              <a:off x="3757971"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9"/>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9"/>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9"/>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9"/>
            <p:cNvSpPr/>
            <p:nvPr/>
          </p:nvSpPr>
          <p:spPr>
            <a:xfrm>
              <a:off x="428889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9"/>
            <p:cNvSpPr/>
            <p:nvPr/>
          </p:nvSpPr>
          <p:spPr>
            <a:xfrm>
              <a:off x="4280666"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9"/>
            <p:cNvSpPr/>
            <p:nvPr/>
          </p:nvSpPr>
          <p:spPr>
            <a:xfrm>
              <a:off x="4280666"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9"/>
            <p:cNvSpPr/>
            <p:nvPr/>
          </p:nvSpPr>
          <p:spPr>
            <a:xfrm>
              <a:off x="428889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9"/>
            <p:cNvSpPr/>
            <p:nvPr/>
          </p:nvSpPr>
          <p:spPr>
            <a:xfrm>
              <a:off x="4280666"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9"/>
            <p:cNvSpPr/>
            <p:nvPr/>
          </p:nvSpPr>
          <p:spPr>
            <a:xfrm>
              <a:off x="428889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9"/>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9"/>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9"/>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9"/>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9"/>
            <p:cNvSpPr/>
            <p:nvPr/>
          </p:nvSpPr>
          <p:spPr>
            <a:xfrm>
              <a:off x="534155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9"/>
            <p:cNvSpPr/>
            <p:nvPr/>
          </p:nvSpPr>
          <p:spPr>
            <a:xfrm>
              <a:off x="534155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9"/>
            <p:cNvSpPr/>
            <p:nvPr/>
          </p:nvSpPr>
          <p:spPr>
            <a:xfrm>
              <a:off x="534990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9"/>
            <p:cNvSpPr/>
            <p:nvPr/>
          </p:nvSpPr>
          <p:spPr>
            <a:xfrm>
              <a:off x="534155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9"/>
            <p:cNvSpPr/>
            <p:nvPr/>
          </p:nvSpPr>
          <p:spPr>
            <a:xfrm>
              <a:off x="5349903"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9"/>
            <p:cNvSpPr/>
            <p:nvPr/>
          </p:nvSpPr>
          <p:spPr>
            <a:xfrm>
              <a:off x="5341557"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9"/>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9"/>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9"/>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9"/>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9"/>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9"/>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9"/>
            <p:cNvSpPr/>
            <p:nvPr/>
          </p:nvSpPr>
          <p:spPr>
            <a:xfrm>
              <a:off x="6411510"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9"/>
            <p:cNvSpPr/>
            <p:nvPr/>
          </p:nvSpPr>
          <p:spPr>
            <a:xfrm>
              <a:off x="6403283"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9"/>
            <p:cNvSpPr/>
            <p:nvPr/>
          </p:nvSpPr>
          <p:spPr>
            <a:xfrm>
              <a:off x="6411510"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9"/>
            <p:cNvSpPr/>
            <p:nvPr/>
          </p:nvSpPr>
          <p:spPr>
            <a:xfrm>
              <a:off x="6403283"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9"/>
            <p:cNvSpPr/>
            <p:nvPr/>
          </p:nvSpPr>
          <p:spPr>
            <a:xfrm>
              <a:off x="6411510"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9"/>
            <p:cNvSpPr/>
            <p:nvPr/>
          </p:nvSpPr>
          <p:spPr>
            <a:xfrm>
              <a:off x="6403283"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9"/>
            <p:cNvSpPr/>
            <p:nvPr/>
          </p:nvSpPr>
          <p:spPr>
            <a:xfrm>
              <a:off x="6411510"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9"/>
            <p:cNvSpPr/>
            <p:nvPr/>
          </p:nvSpPr>
          <p:spPr>
            <a:xfrm>
              <a:off x="6403283"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9"/>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9"/>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9"/>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9"/>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9"/>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9"/>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9"/>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9"/>
            <p:cNvSpPr/>
            <p:nvPr/>
          </p:nvSpPr>
          <p:spPr>
            <a:xfrm>
              <a:off x="826139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9"/>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9"/>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9"/>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9"/>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9"/>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9"/>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9"/>
            <p:cNvSpPr/>
            <p:nvPr/>
          </p:nvSpPr>
          <p:spPr>
            <a:xfrm>
              <a:off x="269719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9"/>
            <p:cNvSpPr/>
            <p:nvPr/>
          </p:nvSpPr>
          <p:spPr>
            <a:xfrm>
              <a:off x="2688972"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9"/>
            <p:cNvSpPr/>
            <p:nvPr/>
          </p:nvSpPr>
          <p:spPr>
            <a:xfrm>
              <a:off x="2697199"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9"/>
            <p:cNvSpPr/>
            <p:nvPr/>
          </p:nvSpPr>
          <p:spPr>
            <a:xfrm>
              <a:off x="2688972"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1" name="Google Shape;2921;p9"/>
          <p:cNvSpPr txBox="1"/>
          <p:nvPr>
            <p:ph idx="1" type="subTitle"/>
          </p:nvPr>
        </p:nvSpPr>
        <p:spPr>
          <a:xfrm>
            <a:off x="1084951" y="2249027"/>
            <a:ext cx="4974300" cy="13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2922" name="Google Shape;2922;p9"/>
          <p:cNvSpPr txBox="1"/>
          <p:nvPr>
            <p:ph type="title"/>
          </p:nvPr>
        </p:nvSpPr>
        <p:spPr>
          <a:xfrm>
            <a:off x="1085099" y="1498100"/>
            <a:ext cx="4974300" cy="79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200"/>
              <a:buNone/>
              <a:defRPr sz="4200"/>
            </a:lvl1pPr>
            <a:lvl2pPr lvl="1" rtl="0">
              <a:spcBef>
                <a:spcPts val="0"/>
              </a:spcBef>
              <a:spcAft>
                <a:spcPts val="0"/>
              </a:spcAft>
              <a:buSzPts val="3600"/>
              <a:buFont typeface="Palanquin Dark"/>
              <a:buNone/>
              <a:defRPr>
                <a:latin typeface="Palanquin Dark"/>
                <a:ea typeface="Palanquin Dark"/>
                <a:cs typeface="Palanquin Dark"/>
                <a:sym typeface="Palanquin Dark"/>
              </a:defRPr>
            </a:lvl2pPr>
            <a:lvl3pPr lvl="2" rtl="0">
              <a:spcBef>
                <a:spcPts val="0"/>
              </a:spcBef>
              <a:spcAft>
                <a:spcPts val="0"/>
              </a:spcAft>
              <a:buSzPts val="3600"/>
              <a:buFont typeface="Palanquin Dark"/>
              <a:buNone/>
              <a:defRPr>
                <a:latin typeface="Palanquin Dark"/>
                <a:ea typeface="Palanquin Dark"/>
                <a:cs typeface="Palanquin Dark"/>
                <a:sym typeface="Palanquin Dark"/>
              </a:defRPr>
            </a:lvl3pPr>
            <a:lvl4pPr lvl="3" rtl="0">
              <a:spcBef>
                <a:spcPts val="0"/>
              </a:spcBef>
              <a:spcAft>
                <a:spcPts val="0"/>
              </a:spcAft>
              <a:buSzPts val="3600"/>
              <a:buFont typeface="Palanquin Dark"/>
              <a:buNone/>
              <a:defRPr>
                <a:latin typeface="Palanquin Dark"/>
                <a:ea typeface="Palanquin Dark"/>
                <a:cs typeface="Palanquin Dark"/>
                <a:sym typeface="Palanquin Dark"/>
              </a:defRPr>
            </a:lvl4pPr>
            <a:lvl5pPr lvl="4" rtl="0">
              <a:spcBef>
                <a:spcPts val="0"/>
              </a:spcBef>
              <a:spcAft>
                <a:spcPts val="0"/>
              </a:spcAft>
              <a:buSzPts val="3600"/>
              <a:buFont typeface="Palanquin Dark"/>
              <a:buNone/>
              <a:defRPr>
                <a:latin typeface="Palanquin Dark"/>
                <a:ea typeface="Palanquin Dark"/>
                <a:cs typeface="Palanquin Dark"/>
                <a:sym typeface="Palanquin Dark"/>
              </a:defRPr>
            </a:lvl5pPr>
            <a:lvl6pPr lvl="5" rtl="0">
              <a:spcBef>
                <a:spcPts val="0"/>
              </a:spcBef>
              <a:spcAft>
                <a:spcPts val="0"/>
              </a:spcAft>
              <a:buSzPts val="3600"/>
              <a:buFont typeface="Palanquin Dark"/>
              <a:buNone/>
              <a:defRPr>
                <a:latin typeface="Palanquin Dark"/>
                <a:ea typeface="Palanquin Dark"/>
                <a:cs typeface="Palanquin Dark"/>
                <a:sym typeface="Palanquin Dark"/>
              </a:defRPr>
            </a:lvl6pPr>
            <a:lvl7pPr lvl="6" rtl="0">
              <a:spcBef>
                <a:spcPts val="0"/>
              </a:spcBef>
              <a:spcAft>
                <a:spcPts val="0"/>
              </a:spcAft>
              <a:buSzPts val="3600"/>
              <a:buFont typeface="Palanquin Dark"/>
              <a:buNone/>
              <a:defRPr>
                <a:latin typeface="Palanquin Dark"/>
                <a:ea typeface="Palanquin Dark"/>
                <a:cs typeface="Palanquin Dark"/>
                <a:sym typeface="Palanquin Dark"/>
              </a:defRPr>
            </a:lvl7pPr>
            <a:lvl8pPr lvl="7" rtl="0">
              <a:spcBef>
                <a:spcPts val="0"/>
              </a:spcBef>
              <a:spcAft>
                <a:spcPts val="0"/>
              </a:spcAft>
              <a:buSzPts val="3600"/>
              <a:buFont typeface="Palanquin Dark"/>
              <a:buNone/>
              <a:defRPr>
                <a:latin typeface="Palanquin Dark"/>
                <a:ea typeface="Palanquin Dark"/>
                <a:cs typeface="Palanquin Dark"/>
                <a:sym typeface="Palanquin Dark"/>
              </a:defRPr>
            </a:lvl8pPr>
            <a:lvl9pPr lvl="8" rtl="0">
              <a:spcBef>
                <a:spcPts val="0"/>
              </a:spcBef>
              <a:spcAft>
                <a:spcPts val="0"/>
              </a:spcAft>
              <a:buSzPts val="3600"/>
              <a:buFont typeface="Palanquin Dark"/>
              <a:buNone/>
              <a:defRPr>
                <a:latin typeface="Palanquin Dark"/>
                <a:ea typeface="Palanquin Dark"/>
                <a:cs typeface="Palanquin Dark"/>
                <a:sym typeface="Palanquin Dark"/>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23" name="Shape 2923"/>
        <p:cNvGrpSpPr/>
        <p:nvPr/>
      </p:nvGrpSpPr>
      <p:grpSpPr>
        <a:xfrm>
          <a:off x="0" y="0"/>
          <a:ext cx="0" cy="0"/>
          <a:chOff x="0" y="0"/>
          <a:chExt cx="0" cy="0"/>
        </a:xfrm>
      </p:grpSpPr>
      <p:sp>
        <p:nvSpPr>
          <p:cNvPr id="2924" name="Google Shape;2924;p10"/>
          <p:cNvSpPr txBox="1"/>
          <p:nvPr>
            <p:ph type="title"/>
          </p:nvPr>
        </p:nvSpPr>
        <p:spPr>
          <a:xfrm>
            <a:off x="720000" y="2454850"/>
            <a:ext cx="2945700" cy="2184300"/>
          </a:xfrm>
          <a:prstGeom prst="rect">
            <a:avLst/>
          </a:prstGeom>
          <a:noFill/>
        </p:spPr>
        <p:txBody>
          <a:bodyPr anchorCtr="0" anchor="b" bIns="91425" lIns="91425" spcFirstLastPara="1" rIns="91425" wrap="square" tIns="91425">
            <a:noAutofit/>
          </a:bodyPr>
          <a:lstStyle>
            <a:lvl1pPr lvl="0" rtl="0" algn="l">
              <a:spcBef>
                <a:spcPts val="0"/>
              </a:spcBef>
              <a:spcAft>
                <a:spcPts val="0"/>
              </a:spcAft>
              <a:buClr>
                <a:schemeClr val="dk2"/>
              </a:buClr>
              <a:buSzPts val="3200"/>
              <a:buFont typeface="Fredoka One"/>
              <a:buNone/>
              <a:defRPr sz="3200">
                <a:highlight>
                  <a:schemeClr val="lt1"/>
                </a:highlight>
              </a:defRPr>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grpSp>
        <p:nvGrpSpPr>
          <p:cNvPr id="2925" name="Google Shape;2925;p10"/>
          <p:cNvGrpSpPr/>
          <p:nvPr/>
        </p:nvGrpSpPr>
        <p:grpSpPr>
          <a:xfrm>
            <a:off x="34718" y="206"/>
            <a:ext cx="9074564" cy="4852321"/>
            <a:chOff x="34718" y="206"/>
            <a:chExt cx="9074564" cy="4852321"/>
          </a:xfrm>
        </p:grpSpPr>
        <p:sp>
          <p:nvSpPr>
            <p:cNvPr id="2926" name="Google Shape;2926;p10"/>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0"/>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0"/>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0"/>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0"/>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0"/>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0"/>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0"/>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0"/>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0"/>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0"/>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0"/>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0"/>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0"/>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0"/>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0"/>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0"/>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0"/>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0"/>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0"/>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0"/>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0"/>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0"/>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0"/>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0"/>
            <p:cNvSpPr/>
            <p:nvPr/>
          </p:nvSpPr>
          <p:spPr>
            <a:xfrm>
              <a:off x="879136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0"/>
            <p:cNvSpPr/>
            <p:nvPr/>
          </p:nvSpPr>
          <p:spPr>
            <a:xfrm>
              <a:off x="879136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0"/>
            <p:cNvSpPr/>
            <p:nvPr/>
          </p:nvSpPr>
          <p:spPr>
            <a:xfrm>
              <a:off x="879958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0"/>
            <p:cNvSpPr/>
            <p:nvPr/>
          </p:nvSpPr>
          <p:spPr>
            <a:xfrm>
              <a:off x="879958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0"/>
            <p:cNvSpPr/>
            <p:nvPr/>
          </p:nvSpPr>
          <p:spPr>
            <a:xfrm>
              <a:off x="879958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0"/>
            <p:cNvSpPr/>
            <p:nvPr/>
          </p:nvSpPr>
          <p:spPr>
            <a:xfrm>
              <a:off x="879136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0"/>
            <p:cNvSpPr/>
            <p:nvPr/>
          </p:nvSpPr>
          <p:spPr>
            <a:xfrm>
              <a:off x="879958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0"/>
            <p:cNvSpPr/>
            <p:nvPr/>
          </p:nvSpPr>
          <p:spPr>
            <a:xfrm>
              <a:off x="879958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0"/>
            <p:cNvSpPr/>
            <p:nvPr/>
          </p:nvSpPr>
          <p:spPr>
            <a:xfrm>
              <a:off x="879136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0"/>
            <p:cNvSpPr/>
            <p:nvPr/>
          </p:nvSpPr>
          <p:spPr>
            <a:xfrm>
              <a:off x="879958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0"/>
            <p:cNvSpPr/>
            <p:nvPr/>
          </p:nvSpPr>
          <p:spPr>
            <a:xfrm>
              <a:off x="879136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0"/>
            <p:cNvSpPr/>
            <p:nvPr/>
          </p:nvSpPr>
          <p:spPr>
            <a:xfrm>
              <a:off x="879958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0"/>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0"/>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0"/>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0"/>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0"/>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0"/>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0"/>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0"/>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0"/>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0"/>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0"/>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0"/>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0"/>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0"/>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0"/>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0"/>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0"/>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0"/>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0"/>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0"/>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0"/>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0"/>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10"/>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0"/>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0"/>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0"/>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0"/>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0"/>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10"/>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0"/>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0"/>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0"/>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0"/>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0"/>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0"/>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0"/>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0"/>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0"/>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0"/>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0"/>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0"/>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0"/>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0"/>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0"/>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10"/>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0"/>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10"/>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0"/>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0"/>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10"/>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10"/>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0"/>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0"/>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0"/>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0"/>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0"/>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0"/>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0"/>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0"/>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0"/>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10"/>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0"/>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0"/>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0"/>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0"/>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0"/>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0"/>
            <p:cNvSpPr/>
            <p:nvPr/>
          </p:nvSpPr>
          <p:spPr>
            <a:xfrm>
              <a:off x="90568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0"/>
            <p:cNvSpPr/>
            <p:nvPr/>
          </p:nvSpPr>
          <p:spPr>
            <a:xfrm>
              <a:off x="90642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0"/>
            <p:cNvSpPr/>
            <p:nvPr/>
          </p:nvSpPr>
          <p:spPr>
            <a:xfrm>
              <a:off x="90568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0"/>
            <p:cNvSpPr/>
            <p:nvPr/>
          </p:nvSpPr>
          <p:spPr>
            <a:xfrm>
              <a:off x="90642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0"/>
            <p:cNvSpPr/>
            <p:nvPr/>
          </p:nvSpPr>
          <p:spPr>
            <a:xfrm>
              <a:off x="90568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0"/>
            <p:cNvSpPr/>
            <p:nvPr/>
          </p:nvSpPr>
          <p:spPr>
            <a:xfrm>
              <a:off x="90642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0"/>
            <p:cNvSpPr/>
            <p:nvPr/>
          </p:nvSpPr>
          <p:spPr>
            <a:xfrm>
              <a:off x="90642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0"/>
            <p:cNvSpPr/>
            <p:nvPr/>
          </p:nvSpPr>
          <p:spPr>
            <a:xfrm>
              <a:off x="90568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0"/>
            <p:cNvSpPr/>
            <p:nvPr/>
          </p:nvSpPr>
          <p:spPr>
            <a:xfrm>
              <a:off x="90568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0"/>
            <p:cNvSpPr/>
            <p:nvPr/>
          </p:nvSpPr>
          <p:spPr>
            <a:xfrm>
              <a:off x="90642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0"/>
            <p:cNvSpPr/>
            <p:nvPr/>
          </p:nvSpPr>
          <p:spPr>
            <a:xfrm>
              <a:off x="90568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0"/>
            <p:cNvSpPr/>
            <p:nvPr/>
          </p:nvSpPr>
          <p:spPr>
            <a:xfrm>
              <a:off x="90642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0"/>
            <p:cNvSpPr/>
            <p:nvPr/>
          </p:nvSpPr>
          <p:spPr>
            <a:xfrm>
              <a:off x="90642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0"/>
            <p:cNvSpPr/>
            <p:nvPr/>
          </p:nvSpPr>
          <p:spPr>
            <a:xfrm>
              <a:off x="90568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0"/>
            <p:cNvSpPr/>
            <p:nvPr/>
          </p:nvSpPr>
          <p:spPr>
            <a:xfrm>
              <a:off x="90568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0"/>
            <p:cNvSpPr/>
            <p:nvPr/>
          </p:nvSpPr>
          <p:spPr>
            <a:xfrm>
              <a:off x="90568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0"/>
            <p:cNvSpPr/>
            <p:nvPr/>
          </p:nvSpPr>
          <p:spPr>
            <a:xfrm>
              <a:off x="90642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10"/>
            <p:cNvSpPr/>
            <p:nvPr/>
          </p:nvSpPr>
          <p:spPr>
            <a:xfrm>
              <a:off x="90642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10"/>
            <p:cNvSpPr/>
            <p:nvPr/>
          </p:nvSpPr>
          <p:spPr>
            <a:xfrm>
              <a:off x="90642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10"/>
            <p:cNvSpPr/>
            <p:nvPr/>
          </p:nvSpPr>
          <p:spPr>
            <a:xfrm>
              <a:off x="90568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10"/>
            <p:cNvSpPr/>
            <p:nvPr/>
          </p:nvSpPr>
          <p:spPr>
            <a:xfrm>
              <a:off x="90642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0"/>
            <p:cNvSpPr/>
            <p:nvPr/>
          </p:nvSpPr>
          <p:spPr>
            <a:xfrm>
              <a:off x="90568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10"/>
            <p:cNvSpPr/>
            <p:nvPr/>
          </p:nvSpPr>
          <p:spPr>
            <a:xfrm>
              <a:off x="90642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0"/>
            <p:cNvSpPr/>
            <p:nvPr/>
          </p:nvSpPr>
          <p:spPr>
            <a:xfrm>
              <a:off x="90568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0"/>
            <p:cNvSpPr/>
            <p:nvPr/>
          </p:nvSpPr>
          <p:spPr>
            <a:xfrm>
              <a:off x="90642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53" name="Shape 3053"/>
        <p:cNvGrpSpPr/>
        <p:nvPr/>
      </p:nvGrpSpPr>
      <p:grpSpPr>
        <a:xfrm>
          <a:off x="0" y="0"/>
          <a:ext cx="0" cy="0"/>
          <a:chOff x="0" y="0"/>
          <a:chExt cx="0" cy="0"/>
        </a:xfrm>
      </p:grpSpPr>
      <p:grpSp>
        <p:nvGrpSpPr>
          <p:cNvPr id="3054" name="Google Shape;3054;p11"/>
          <p:cNvGrpSpPr/>
          <p:nvPr/>
        </p:nvGrpSpPr>
        <p:grpSpPr>
          <a:xfrm>
            <a:off x="189" y="52"/>
            <a:ext cx="9144013" cy="5143533"/>
            <a:chOff x="4088025" y="1324225"/>
            <a:chExt cx="1348575" cy="1101800"/>
          </a:xfrm>
        </p:grpSpPr>
        <p:sp>
          <p:nvSpPr>
            <p:cNvPr id="3055" name="Google Shape;3055;p11"/>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1"/>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11"/>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1"/>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11"/>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1"/>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11"/>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11"/>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11"/>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11"/>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11"/>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11"/>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11"/>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11"/>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11"/>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11"/>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11"/>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11"/>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1"/>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1"/>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11"/>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11"/>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11"/>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1"/>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1"/>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11"/>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11"/>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1"/>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11"/>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11"/>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1"/>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11"/>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11"/>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1"/>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1"/>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1"/>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1"/>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11"/>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11"/>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11"/>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11"/>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11"/>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11"/>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1"/>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11"/>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11"/>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1"/>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1"/>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11"/>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1"/>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5" name="Google Shape;3105;p11"/>
          <p:cNvGrpSpPr/>
          <p:nvPr/>
        </p:nvGrpSpPr>
        <p:grpSpPr>
          <a:xfrm>
            <a:off x="110918" y="206"/>
            <a:ext cx="8922164" cy="5143474"/>
            <a:chOff x="110918" y="206"/>
            <a:chExt cx="8922164" cy="5143474"/>
          </a:xfrm>
        </p:grpSpPr>
        <p:sp>
          <p:nvSpPr>
            <p:cNvPr id="3106" name="Google Shape;3106;p11"/>
            <p:cNvSpPr/>
            <p:nvPr/>
          </p:nvSpPr>
          <p:spPr>
            <a:xfrm>
              <a:off x="38791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11"/>
            <p:cNvSpPr/>
            <p:nvPr/>
          </p:nvSpPr>
          <p:spPr>
            <a:xfrm>
              <a:off x="38791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11"/>
            <p:cNvSpPr/>
            <p:nvPr/>
          </p:nvSpPr>
          <p:spPr>
            <a:xfrm>
              <a:off x="38791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1"/>
            <p:cNvSpPr/>
            <p:nvPr/>
          </p:nvSpPr>
          <p:spPr>
            <a:xfrm>
              <a:off x="379686"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1"/>
            <p:cNvSpPr/>
            <p:nvPr/>
          </p:nvSpPr>
          <p:spPr>
            <a:xfrm>
              <a:off x="379686"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1"/>
            <p:cNvSpPr/>
            <p:nvPr/>
          </p:nvSpPr>
          <p:spPr>
            <a:xfrm>
              <a:off x="38791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11"/>
            <p:cNvSpPr/>
            <p:nvPr/>
          </p:nvSpPr>
          <p:spPr>
            <a:xfrm>
              <a:off x="379686"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1"/>
            <p:cNvSpPr/>
            <p:nvPr/>
          </p:nvSpPr>
          <p:spPr>
            <a:xfrm>
              <a:off x="38791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1"/>
            <p:cNvSpPr/>
            <p:nvPr/>
          </p:nvSpPr>
          <p:spPr>
            <a:xfrm>
              <a:off x="379686"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1"/>
            <p:cNvSpPr/>
            <p:nvPr/>
          </p:nvSpPr>
          <p:spPr>
            <a:xfrm>
              <a:off x="379686"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1"/>
            <p:cNvSpPr/>
            <p:nvPr/>
          </p:nvSpPr>
          <p:spPr>
            <a:xfrm>
              <a:off x="38791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1"/>
            <p:cNvSpPr/>
            <p:nvPr/>
          </p:nvSpPr>
          <p:spPr>
            <a:xfrm>
              <a:off x="38791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1"/>
            <p:cNvSpPr/>
            <p:nvPr/>
          </p:nvSpPr>
          <p:spPr>
            <a:xfrm>
              <a:off x="38791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11"/>
            <p:cNvSpPr/>
            <p:nvPr/>
          </p:nvSpPr>
          <p:spPr>
            <a:xfrm>
              <a:off x="379686"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1"/>
            <p:cNvSpPr/>
            <p:nvPr/>
          </p:nvSpPr>
          <p:spPr>
            <a:xfrm>
              <a:off x="38791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11"/>
            <p:cNvSpPr/>
            <p:nvPr/>
          </p:nvSpPr>
          <p:spPr>
            <a:xfrm>
              <a:off x="38791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11"/>
            <p:cNvSpPr/>
            <p:nvPr/>
          </p:nvSpPr>
          <p:spPr>
            <a:xfrm>
              <a:off x="379686"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1"/>
            <p:cNvSpPr/>
            <p:nvPr/>
          </p:nvSpPr>
          <p:spPr>
            <a:xfrm>
              <a:off x="38791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11"/>
            <p:cNvSpPr/>
            <p:nvPr/>
          </p:nvSpPr>
          <p:spPr>
            <a:xfrm>
              <a:off x="379686"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1"/>
            <p:cNvSpPr/>
            <p:nvPr/>
          </p:nvSpPr>
          <p:spPr>
            <a:xfrm>
              <a:off x="38791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11"/>
            <p:cNvSpPr/>
            <p:nvPr/>
          </p:nvSpPr>
          <p:spPr>
            <a:xfrm>
              <a:off x="379686"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11"/>
            <p:cNvSpPr/>
            <p:nvPr/>
          </p:nvSpPr>
          <p:spPr>
            <a:xfrm>
              <a:off x="38791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1"/>
            <p:cNvSpPr/>
            <p:nvPr/>
          </p:nvSpPr>
          <p:spPr>
            <a:xfrm>
              <a:off x="379686"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1"/>
            <p:cNvSpPr/>
            <p:nvPr/>
          </p:nvSpPr>
          <p:spPr>
            <a:xfrm>
              <a:off x="379686"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1"/>
            <p:cNvSpPr/>
            <p:nvPr/>
          </p:nvSpPr>
          <p:spPr>
            <a:xfrm>
              <a:off x="38791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1"/>
            <p:cNvSpPr/>
            <p:nvPr/>
          </p:nvSpPr>
          <p:spPr>
            <a:xfrm>
              <a:off x="379686"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11"/>
            <p:cNvSpPr/>
            <p:nvPr/>
          </p:nvSpPr>
          <p:spPr>
            <a:xfrm>
              <a:off x="379686"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1"/>
            <p:cNvSpPr/>
            <p:nvPr/>
          </p:nvSpPr>
          <p:spPr>
            <a:xfrm>
              <a:off x="379686"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11"/>
            <p:cNvSpPr/>
            <p:nvPr/>
          </p:nvSpPr>
          <p:spPr>
            <a:xfrm>
              <a:off x="38791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11"/>
            <p:cNvSpPr/>
            <p:nvPr/>
          </p:nvSpPr>
          <p:spPr>
            <a:xfrm>
              <a:off x="38791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11"/>
            <p:cNvSpPr/>
            <p:nvPr/>
          </p:nvSpPr>
          <p:spPr>
            <a:xfrm>
              <a:off x="38791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11"/>
            <p:cNvSpPr/>
            <p:nvPr/>
          </p:nvSpPr>
          <p:spPr>
            <a:xfrm>
              <a:off x="379686"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11"/>
            <p:cNvSpPr/>
            <p:nvPr/>
          </p:nvSpPr>
          <p:spPr>
            <a:xfrm>
              <a:off x="38791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11"/>
            <p:cNvSpPr/>
            <p:nvPr/>
          </p:nvSpPr>
          <p:spPr>
            <a:xfrm>
              <a:off x="379686"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11"/>
            <p:cNvSpPr/>
            <p:nvPr/>
          </p:nvSpPr>
          <p:spPr>
            <a:xfrm>
              <a:off x="38791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11"/>
            <p:cNvSpPr/>
            <p:nvPr/>
          </p:nvSpPr>
          <p:spPr>
            <a:xfrm>
              <a:off x="379686"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1"/>
            <p:cNvSpPr/>
            <p:nvPr/>
          </p:nvSpPr>
          <p:spPr>
            <a:xfrm>
              <a:off x="92568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11"/>
            <p:cNvSpPr/>
            <p:nvPr/>
          </p:nvSpPr>
          <p:spPr>
            <a:xfrm>
              <a:off x="92568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11"/>
            <p:cNvSpPr/>
            <p:nvPr/>
          </p:nvSpPr>
          <p:spPr>
            <a:xfrm>
              <a:off x="925687"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1"/>
            <p:cNvSpPr/>
            <p:nvPr/>
          </p:nvSpPr>
          <p:spPr>
            <a:xfrm>
              <a:off x="91734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11"/>
            <p:cNvSpPr/>
            <p:nvPr/>
          </p:nvSpPr>
          <p:spPr>
            <a:xfrm>
              <a:off x="91734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1"/>
            <p:cNvSpPr/>
            <p:nvPr/>
          </p:nvSpPr>
          <p:spPr>
            <a:xfrm>
              <a:off x="925687"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1"/>
            <p:cNvSpPr/>
            <p:nvPr/>
          </p:nvSpPr>
          <p:spPr>
            <a:xfrm>
              <a:off x="91734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1"/>
            <p:cNvSpPr/>
            <p:nvPr/>
          </p:nvSpPr>
          <p:spPr>
            <a:xfrm>
              <a:off x="925687"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1"/>
            <p:cNvSpPr/>
            <p:nvPr/>
          </p:nvSpPr>
          <p:spPr>
            <a:xfrm>
              <a:off x="917341"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1"/>
            <p:cNvSpPr/>
            <p:nvPr/>
          </p:nvSpPr>
          <p:spPr>
            <a:xfrm>
              <a:off x="917341"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11"/>
            <p:cNvSpPr/>
            <p:nvPr/>
          </p:nvSpPr>
          <p:spPr>
            <a:xfrm>
              <a:off x="925687"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11"/>
            <p:cNvSpPr/>
            <p:nvPr/>
          </p:nvSpPr>
          <p:spPr>
            <a:xfrm>
              <a:off x="925687"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1"/>
            <p:cNvSpPr/>
            <p:nvPr/>
          </p:nvSpPr>
          <p:spPr>
            <a:xfrm>
              <a:off x="925687"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11"/>
            <p:cNvSpPr/>
            <p:nvPr/>
          </p:nvSpPr>
          <p:spPr>
            <a:xfrm>
              <a:off x="917341"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11"/>
            <p:cNvSpPr/>
            <p:nvPr/>
          </p:nvSpPr>
          <p:spPr>
            <a:xfrm>
              <a:off x="925687"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1"/>
            <p:cNvSpPr/>
            <p:nvPr/>
          </p:nvSpPr>
          <p:spPr>
            <a:xfrm>
              <a:off x="925687"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1"/>
            <p:cNvSpPr/>
            <p:nvPr/>
          </p:nvSpPr>
          <p:spPr>
            <a:xfrm>
              <a:off x="917341"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1"/>
            <p:cNvSpPr/>
            <p:nvPr/>
          </p:nvSpPr>
          <p:spPr>
            <a:xfrm>
              <a:off x="925687"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11"/>
            <p:cNvSpPr/>
            <p:nvPr/>
          </p:nvSpPr>
          <p:spPr>
            <a:xfrm>
              <a:off x="917341" y="2602704"/>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1"/>
            <p:cNvSpPr/>
            <p:nvPr/>
          </p:nvSpPr>
          <p:spPr>
            <a:xfrm>
              <a:off x="925687"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1"/>
            <p:cNvSpPr/>
            <p:nvPr/>
          </p:nvSpPr>
          <p:spPr>
            <a:xfrm>
              <a:off x="917341" y="2892069"/>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1"/>
            <p:cNvSpPr/>
            <p:nvPr/>
          </p:nvSpPr>
          <p:spPr>
            <a:xfrm>
              <a:off x="925687"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1"/>
            <p:cNvSpPr/>
            <p:nvPr/>
          </p:nvSpPr>
          <p:spPr>
            <a:xfrm>
              <a:off x="917341" y="3181435"/>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1"/>
            <p:cNvSpPr/>
            <p:nvPr/>
          </p:nvSpPr>
          <p:spPr>
            <a:xfrm>
              <a:off x="917341" y="332653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11"/>
            <p:cNvSpPr/>
            <p:nvPr/>
          </p:nvSpPr>
          <p:spPr>
            <a:xfrm>
              <a:off x="925687"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1"/>
            <p:cNvSpPr/>
            <p:nvPr/>
          </p:nvSpPr>
          <p:spPr>
            <a:xfrm>
              <a:off x="917341" y="3615900"/>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11"/>
            <p:cNvSpPr/>
            <p:nvPr/>
          </p:nvSpPr>
          <p:spPr>
            <a:xfrm>
              <a:off x="917341" y="3760165"/>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1"/>
            <p:cNvSpPr/>
            <p:nvPr/>
          </p:nvSpPr>
          <p:spPr>
            <a:xfrm>
              <a:off x="917341" y="390526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11"/>
            <p:cNvSpPr/>
            <p:nvPr/>
          </p:nvSpPr>
          <p:spPr>
            <a:xfrm>
              <a:off x="925687"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11"/>
            <p:cNvSpPr/>
            <p:nvPr/>
          </p:nvSpPr>
          <p:spPr>
            <a:xfrm>
              <a:off x="925687" y="4195584"/>
              <a:ext cx="25872" cy="78213"/>
            </a:xfrm>
            <a:custGeom>
              <a:rect b="b" l="l" r="r" t="t"/>
              <a:pathLst>
                <a:path extrusionOk="0" h="656" w="217">
                  <a:moveTo>
                    <a:pt x="139" y="0"/>
                  </a:moveTo>
                  <a:lnTo>
                    <a:pt x="0" y="77"/>
                  </a:lnTo>
                  <a:lnTo>
                    <a:pt x="16" y="147"/>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11"/>
            <p:cNvSpPr/>
            <p:nvPr/>
          </p:nvSpPr>
          <p:spPr>
            <a:xfrm>
              <a:off x="119445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1"/>
            <p:cNvSpPr/>
            <p:nvPr/>
          </p:nvSpPr>
          <p:spPr>
            <a:xfrm>
              <a:off x="119445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11"/>
            <p:cNvSpPr/>
            <p:nvPr/>
          </p:nvSpPr>
          <p:spPr>
            <a:xfrm>
              <a:off x="1194455"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11"/>
            <p:cNvSpPr/>
            <p:nvPr/>
          </p:nvSpPr>
          <p:spPr>
            <a:xfrm>
              <a:off x="1186229"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11"/>
            <p:cNvSpPr/>
            <p:nvPr/>
          </p:nvSpPr>
          <p:spPr>
            <a:xfrm>
              <a:off x="1186229"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11"/>
            <p:cNvSpPr/>
            <p:nvPr/>
          </p:nvSpPr>
          <p:spPr>
            <a:xfrm>
              <a:off x="1194455"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1"/>
            <p:cNvSpPr/>
            <p:nvPr/>
          </p:nvSpPr>
          <p:spPr>
            <a:xfrm>
              <a:off x="1186229"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1"/>
            <p:cNvSpPr/>
            <p:nvPr/>
          </p:nvSpPr>
          <p:spPr>
            <a:xfrm>
              <a:off x="1194455"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1"/>
            <p:cNvSpPr/>
            <p:nvPr/>
          </p:nvSpPr>
          <p:spPr>
            <a:xfrm>
              <a:off x="1186229"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1"/>
            <p:cNvSpPr/>
            <p:nvPr/>
          </p:nvSpPr>
          <p:spPr>
            <a:xfrm>
              <a:off x="1186229"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1"/>
            <p:cNvSpPr/>
            <p:nvPr/>
          </p:nvSpPr>
          <p:spPr>
            <a:xfrm>
              <a:off x="1194455"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1"/>
            <p:cNvSpPr/>
            <p:nvPr/>
          </p:nvSpPr>
          <p:spPr>
            <a:xfrm>
              <a:off x="1194455"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1"/>
            <p:cNvSpPr/>
            <p:nvPr/>
          </p:nvSpPr>
          <p:spPr>
            <a:xfrm>
              <a:off x="1194455"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1"/>
            <p:cNvSpPr/>
            <p:nvPr/>
          </p:nvSpPr>
          <p:spPr>
            <a:xfrm>
              <a:off x="1186229" y="1879709"/>
              <a:ext cx="53295" cy="80955"/>
            </a:xfrm>
            <a:custGeom>
              <a:rect b="b" l="l" r="r" t="t"/>
              <a:pathLst>
                <a:path extrusionOk="0" h="679" w="447">
                  <a:moveTo>
                    <a:pt x="224" y="70"/>
                  </a:moveTo>
                  <a:cubicBezTo>
                    <a:pt x="316" y="70"/>
                    <a:pt x="355" y="162"/>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1"/>
            <p:cNvSpPr/>
            <p:nvPr/>
          </p:nvSpPr>
          <p:spPr>
            <a:xfrm>
              <a:off x="1194455"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1"/>
            <p:cNvSpPr/>
            <p:nvPr/>
          </p:nvSpPr>
          <p:spPr>
            <a:xfrm>
              <a:off x="1194455"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11"/>
            <p:cNvSpPr/>
            <p:nvPr/>
          </p:nvSpPr>
          <p:spPr>
            <a:xfrm>
              <a:off x="1186229" y="2313220"/>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11"/>
            <p:cNvSpPr/>
            <p:nvPr/>
          </p:nvSpPr>
          <p:spPr>
            <a:xfrm>
              <a:off x="1194455"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1"/>
            <p:cNvSpPr/>
            <p:nvPr/>
          </p:nvSpPr>
          <p:spPr>
            <a:xfrm>
              <a:off x="1186229" y="2602704"/>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1"/>
            <p:cNvSpPr/>
            <p:nvPr/>
          </p:nvSpPr>
          <p:spPr>
            <a:xfrm>
              <a:off x="1194455"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1"/>
            <p:cNvSpPr/>
            <p:nvPr/>
          </p:nvSpPr>
          <p:spPr>
            <a:xfrm>
              <a:off x="1186229" y="2892069"/>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1"/>
            <p:cNvSpPr/>
            <p:nvPr/>
          </p:nvSpPr>
          <p:spPr>
            <a:xfrm>
              <a:off x="1194455"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11"/>
            <p:cNvSpPr/>
            <p:nvPr/>
          </p:nvSpPr>
          <p:spPr>
            <a:xfrm>
              <a:off x="1186229" y="3181435"/>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11"/>
            <p:cNvSpPr/>
            <p:nvPr/>
          </p:nvSpPr>
          <p:spPr>
            <a:xfrm>
              <a:off x="1186229" y="332653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1"/>
            <p:cNvSpPr/>
            <p:nvPr/>
          </p:nvSpPr>
          <p:spPr>
            <a:xfrm>
              <a:off x="1194455"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11"/>
            <p:cNvSpPr/>
            <p:nvPr/>
          </p:nvSpPr>
          <p:spPr>
            <a:xfrm>
              <a:off x="1186229" y="3615900"/>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11"/>
            <p:cNvSpPr/>
            <p:nvPr/>
          </p:nvSpPr>
          <p:spPr>
            <a:xfrm>
              <a:off x="1186229" y="3760165"/>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1"/>
            <p:cNvSpPr/>
            <p:nvPr/>
          </p:nvSpPr>
          <p:spPr>
            <a:xfrm>
              <a:off x="1186229" y="390526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1"/>
            <p:cNvSpPr/>
            <p:nvPr/>
          </p:nvSpPr>
          <p:spPr>
            <a:xfrm>
              <a:off x="1194455"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1"/>
            <p:cNvSpPr/>
            <p:nvPr/>
          </p:nvSpPr>
          <p:spPr>
            <a:xfrm>
              <a:off x="8451074"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1"/>
            <p:cNvSpPr/>
            <p:nvPr/>
          </p:nvSpPr>
          <p:spPr>
            <a:xfrm>
              <a:off x="8451074"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11"/>
            <p:cNvSpPr/>
            <p:nvPr/>
          </p:nvSpPr>
          <p:spPr>
            <a:xfrm>
              <a:off x="8451074"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1"/>
            <p:cNvSpPr/>
            <p:nvPr/>
          </p:nvSpPr>
          <p:spPr>
            <a:xfrm>
              <a:off x="844284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1"/>
            <p:cNvSpPr/>
            <p:nvPr/>
          </p:nvSpPr>
          <p:spPr>
            <a:xfrm>
              <a:off x="844284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11"/>
            <p:cNvSpPr/>
            <p:nvPr/>
          </p:nvSpPr>
          <p:spPr>
            <a:xfrm>
              <a:off x="8451074"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11"/>
            <p:cNvSpPr/>
            <p:nvPr/>
          </p:nvSpPr>
          <p:spPr>
            <a:xfrm>
              <a:off x="844284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11"/>
            <p:cNvSpPr/>
            <p:nvPr/>
          </p:nvSpPr>
          <p:spPr>
            <a:xfrm>
              <a:off x="8451074"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11"/>
            <p:cNvSpPr/>
            <p:nvPr/>
          </p:nvSpPr>
          <p:spPr>
            <a:xfrm>
              <a:off x="844284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11"/>
            <p:cNvSpPr/>
            <p:nvPr/>
          </p:nvSpPr>
          <p:spPr>
            <a:xfrm>
              <a:off x="844284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11"/>
            <p:cNvSpPr/>
            <p:nvPr/>
          </p:nvSpPr>
          <p:spPr>
            <a:xfrm>
              <a:off x="8451074"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11"/>
            <p:cNvSpPr/>
            <p:nvPr/>
          </p:nvSpPr>
          <p:spPr>
            <a:xfrm>
              <a:off x="8451074"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11"/>
            <p:cNvSpPr/>
            <p:nvPr/>
          </p:nvSpPr>
          <p:spPr>
            <a:xfrm>
              <a:off x="8451074"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11"/>
            <p:cNvSpPr/>
            <p:nvPr/>
          </p:nvSpPr>
          <p:spPr>
            <a:xfrm>
              <a:off x="844284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11"/>
            <p:cNvSpPr/>
            <p:nvPr/>
          </p:nvSpPr>
          <p:spPr>
            <a:xfrm>
              <a:off x="8451074"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1"/>
            <p:cNvSpPr/>
            <p:nvPr/>
          </p:nvSpPr>
          <p:spPr>
            <a:xfrm>
              <a:off x="8451074"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11"/>
            <p:cNvSpPr/>
            <p:nvPr/>
          </p:nvSpPr>
          <p:spPr>
            <a:xfrm>
              <a:off x="844284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11"/>
            <p:cNvSpPr/>
            <p:nvPr/>
          </p:nvSpPr>
          <p:spPr>
            <a:xfrm>
              <a:off x="8451074"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1"/>
            <p:cNvSpPr/>
            <p:nvPr/>
          </p:nvSpPr>
          <p:spPr>
            <a:xfrm>
              <a:off x="844284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1"/>
            <p:cNvSpPr/>
            <p:nvPr/>
          </p:nvSpPr>
          <p:spPr>
            <a:xfrm>
              <a:off x="8451074"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1"/>
            <p:cNvSpPr/>
            <p:nvPr/>
          </p:nvSpPr>
          <p:spPr>
            <a:xfrm>
              <a:off x="844284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1"/>
            <p:cNvSpPr/>
            <p:nvPr/>
          </p:nvSpPr>
          <p:spPr>
            <a:xfrm>
              <a:off x="8451074"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11"/>
            <p:cNvSpPr/>
            <p:nvPr/>
          </p:nvSpPr>
          <p:spPr>
            <a:xfrm>
              <a:off x="844284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1"/>
            <p:cNvSpPr/>
            <p:nvPr/>
          </p:nvSpPr>
          <p:spPr>
            <a:xfrm>
              <a:off x="844284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11"/>
            <p:cNvSpPr/>
            <p:nvPr/>
          </p:nvSpPr>
          <p:spPr>
            <a:xfrm>
              <a:off x="8451074"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11"/>
            <p:cNvSpPr/>
            <p:nvPr/>
          </p:nvSpPr>
          <p:spPr>
            <a:xfrm>
              <a:off x="8442847"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11"/>
            <p:cNvSpPr/>
            <p:nvPr/>
          </p:nvSpPr>
          <p:spPr>
            <a:xfrm>
              <a:off x="8442847"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11"/>
            <p:cNvSpPr/>
            <p:nvPr/>
          </p:nvSpPr>
          <p:spPr>
            <a:xfrm>
              <a:off x="8442847"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1"/>
            <p:cNvSpPr/>
            <p:nvPr/>
          </p:nvSpPr>
          <p:spPr>
            <a:xfrm>
              <a:off x="8451074"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11"/>
            <p:cNvSpPr/>
            <p:nvPr/>
          </p:nvSpPr>
          <p:spPr>
            <a:xfrm>
              <a:off x="8451074"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11"/>
            <p:cNvSpPr/>
            <p:nvPr/>
          </p:nvSpPr>
          <p:spPr>
            <a:xfrm>
              <a:off x="8451074"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11"/>
            <p:cNvSpPr/>
            <p:nvPr/>
          </p:nvSpPr>
          <p:spPr>
            <a:xfrm>
              <a:off x="8442847"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1"/>
            <p:cNvSpPr/>
            <p:nvPr/>
          </p:nvSpPr>
          <p:spPr>
            <a:xfrm>
              <a:off x="146322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1"/>
            <p:cNvSpPr/>
            <p:nvPr/>
          </p:nvSpPr>
          <p:spPr>
            <a:xfrm>
              <a:off x="146322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11"/>
            <p:cNvSpPr/>
            <p:nvPr/>
          </p:nvSpPr>
          <p:spPr>
            <a:xfrm>
              <a:off x="1463223"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1"/>
            <p:cNvSpPr/>
            <p:nvPr/>
          </p:nvSpPr>
          <p:spPr>
            <a:xfrm>
              <a:off x="14549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1"/>
            <p:cNvSpPr/>
            <p:nvPr/>
          </p:nvSpPr>
          <p:spPr>
            <a:xfrm>
              <a:off x="14549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11"/>
            <p:cNvSpPr/>
            <p:nvPr/>
          </p:nvSpPr>
          <p:spPr>
            <a:xfrm>
              <a:off x="1463223"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11"/>
            <p:cNvSpPr/>
            <p:nvPr/>
          </p:nvSpPr>
          <p:spPr>
            <a:xfrm>
              <a:off x="14549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11"/>
            <p:cNvSpPr/>
            <p:nvPr/>
          </p:nvSpPr>
          <p:spPr>
            <a:xfrm>
              <a:off x="1463223"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1"/>
            <p:cNvSpPr/>
            <p:nvPr/>
          </p:nvSpPr>
          <p:spPr>
            <a:xfrm>
              <a:off x="145499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11"/>
            <p:cNvSpPr/>
            <p:nvPr/>
          </p:nvSpPr>
          <p:spPr>
            <a:xfrm>
              <a:off x="145499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11"/>
            <p:cNvSpPr/>
            <p:nvPr/>
          </p:nvSpPr>
          <p:spPr>
            <a:xfrm>
              <a:off x="1463223"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1"/>
            <p:cNvSpPr/>
            <p:nvPr/>
          </p:nvSpPr>
          <p:spPr>
            <a:xfrm>
              <a:off x="1463223" y="159117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11"/>
            <p:cNvSpPr/>
            <p:nvPr/>
          </p:nvSpPr>
          <p:spPr>
            <a:xfrm>
              <a:off x="1463223" y="1736397"/>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11"/>
            <p:cNvSpPr/>
            <p:nvPr/>
          </p:nvSpPr>
          <p:spPr>
            <a:xfrm>
              <a:off x="145499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11"/>
            <p:cNvSpPr/>
            <p:nvPr/>
          </p:nvSpPr>
          <p:spPr>
            <a:xfrm>
              <a:off x="1463223" y="202576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11"/>
            <p:cNvSpPr/>
            <p:nvPr/>
          </p:nvSpPr>
          <p:spPr>
            <a:xfrm>
              <a:off x="1463223" y="217002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11"/>
            <p:cNvSpPr/>
            <p:nvPr/>
          </p:nvSpPr>
          <p:spPr>
            <a:xfrm>
              <a:off x="145499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1"/>
            <p:cNvSpPr/>
            <p:nvPr/>
          </p:nvSpPr>
          <p:spPr>
            <a:xfrm>
              <a:off x="1463223" y="245939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11"/>
            <p:cNvSpPr/>
            <p:nvPr/>
          </p:nvSpPr>
          <p:spPr>
            <a:xfrm>
              <a:off x="145499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1"/>
            <p:cNvSpPr/>
            <p:nvPr/>
          </p:nvSpPr>
          <p:spPr>
            <a:xfrm>
              <a:off x="1463223" y="274875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1"/>
            <p:cNvSpPr/>
            <p:nvPr/>
          </p:nvSpPr>
          <p:spPr>
            <a:xfrm>
              <a:off x="145499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11"/>
            <p:cNvSpPr/>
            <p:nvPr/>
          </p:nvSpPr>
          <p:spPr>
            <a:xfrm>
              <a:off x="1463223" y="303812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11"/>
            <p:cNvSpPr/>
            <p:nvPr/>
          </p:nvSpPr>
          <p:spPr>
            <a:xfrm>
              <a:off x="145499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1"/>
            <p:cNvSpPr/>
            <p:nvPr/>
          </p:nvSpPr>
          <p:spPr>
            <a:xfrm>
              <a:off x="145499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1"/>
            <p:cNvSpPr/>
            <p:nvPr/>
          </p:nvSpPr>
          <p:spPr>
            <a:xfrm>
              <a:off x="1463223" y="3472588"/>
              <a:ext cx="25872" cy="78213"/>
            </a:xfrm>
            <a:custGeom>
              <a:rect b="b" l="l" r="r" t="t"/>
              <a:pathLst>
                <a:path extrusionOk="0" h="656" w="217">
                  <a:moveTo>
                    <a:pt x="147"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11"/>
            <p:cNvSpPr/>
            <p:nvPr/>
          </p:nvSpPr>
          <p:spPr>
            <a:xfrm>
              <a:off x="1454997"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1"/>
            <p:cNvSpPr/>
            <p:nvPr/>
          </p:nvSpPr>
          <p:spPr>
            <a:xfrm>
              <a:off x="1454997"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11"/>
            <p:cNvSpPr/>
            <p:nvPr/>
          </p:nvSpPr>
          <p:spPr>
            <a:xfrm>
              <a:off x="1454997"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1"/>
            <p:cNvSpPr/>
            <p:nvPr/>
          </p:nvSpPr>
          <p:spPr>
            <a:xfrm>
              <a:off x="657005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11"/>
            <p:cNvSpPr/>
            <p:nvPr/>
          </p:nvSpPr>
          <p:spPr>
            <a:xfrm>
              <a:off x="657005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1"/>
            <p:cNvSpPr/>
            <p:nvPr/>
          </p:nvSpPr>
          <p:spPr>
            <a:xfrm>
              <a:off x="657005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1"/>
            <p:cNvSpPr/>
            <p:nvPr/>
          </p:nvSpPr>
          <p:spPr>
            <a:xfrm>
              <a:off x="656170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11"/>
            <p:cNvSpPr/>
            <p:nvPr/>
          </p:nvSpPr>
          <p:spPr>
            <a:xfrm>
              <a:off x="656170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11"/>
            <p:cNvSpPr/>
            <p:nvPr/>
          </p:nvSpPr>
          <p:spPr>
            <a:xfrm>
              <a:off x="657005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1"/>
            <p:cNvSpPr/>
            <p:nvPr/>
          </p:nvSpPr>
          <p:spPr>
            <a:xfrm>
              <a:off x="656170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1"/>
            <p:cNvSpPr/>
            <p:nvPr/>
          </p:nvSpPr>
          <p:spPr>
            <a:xfrm>
              <a:off x="6570055"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11"/>
            <p:cNvSpPr/>
            <p:nvPr/>
          </p:nvSpPr>
          <p:spPr>
            <a:xfrm>
              <a:off x="6561709"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11"/>
            <p:cNvSpPr/>
            <p:nvPr/>
          </p:nvSpPr>
          <p:spPr>
            <a:xfrm>
              <a:off x="6561709"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11"/>
            <p:cNvSpPr/>
            <p:nvPr/>
          </p:nvSpPr>
          <p:spPr>
            <a:xfrm>
              <a:off x="7645485"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11"/>
            <p:cNvSpPr/>
            <p:nvPr/>
          </p:nvSpPr>
          <p:spPr>
            <a:xfrm>
              <a:off x="7645485"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11"/>
            <p:cNvSpPr/>
            <p:nvPr/>
          </p:nvSpPr>
          <p:spPr>
            <a:xfrm>
              <a:off x="7645485"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11"/>
            <p:cNvSpPr/>
            <p:nvPr/>
          </p:nvSpPr>
          <p:spPr>
            <a:xfrm>
              <a:off x="763725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11"/>
            <p:cNvSpPr/>
            <p:nvPr/>
          </p:nvSpPr>
          <p:spPr>
            <a:xfrm>
              <a:off x="763725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11"/>
            <p:cNvSpPr/>
            <p:nvPr/>
          </p:nvSpPr>
          <p:spPr>
            <a:xfrm>
              <a:off x="7645485"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11"/>
            <p:cNvSpPr/>
            <p:nvPr/>
          </p:nvSpPr>
          <p:spPr>
            <a:xfrm>
              <a:off x="763725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11"/>
            <p:cNvSpPr/>
            <p:nvPr/>
          </p:nvSpPr>
          <p:spPr>
            <a:xfrm>
              <a:off x="7645485"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11"/>
            <p:cNvSpPr/>
            <p:nvPr/>
          </p:nvSpPr>
          <p:spPr>
            <a:xfrm>
              <a:off x="763725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11"/>
            <p:cNvSpPr/>
            <p:nvPr/>
          </p:nvSpPr>
          <p:spPr>
            <a:xfrm>
              <a:off x="763725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11"/>
            <p:cNvSpPr/>
            <p:nvPr/>
          </p:nvSpPr>
          <p:spPr>
            <a:xfrm>
              <a:off x="7645485"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11"/>
            <p:cNvSpPr/>
            <p:nvPr/>
          </p:nvSpPr>
          <p:spPr>
            <a:xfrm>
              <a:off x="7645485"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1"/>
            <p:cNvSpPr/>
            <p:nvPr/>
          </p:nvSpPr>
          <p:spPr>
            <a:xfrm>
              <a:off x="8719961"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11"/>
            <p:cNvSpPr/>
            <p:nvPr/>
          </p:nvSpPr>
          <p:spPr>
            <a:xfrm>
              <a:off x="8719961"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1"/>
            <p:cNvSpPr/>
            <p:nvPr/>
          </p:nvSpPr>
          <p:spPr>
            <a:xfrm>
              <a:off x="8719961"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1"/>
            <p:cNvSpPr/>
            <p:nvPr/>
          </p:nvSpPr>
          <p:spPr>
            <a:xfrm>
              <a:off x="8711735"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11"/>
            <p:cNvSpPr/>
            <p:nvPr/>
          </p:nvSpPr>
          <p:spPr>
            <a:xfrm>
              <a:off x="8711735"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1"/>
            <p:cNvSpPr/>
            <p:nvPr/>
          </p:nvSpPr>
          <p:spPr>
            <a:xfrm>
              <a:off x="8719961"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1"/>
            <p:cNvSpPr/>
            <p:nvPr/>
          </p:nvSpPr>
          <p:spPr>
            <a:xfrm>
              <a:off x="8711735"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1"/>
            <p:cNvSpPr/>
            <p:nvPr/>
          </p:nvSpPr>
          <p:spPr>
            <a:xfrm>
              <a:off x="8719961"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11"/>
            <p:cNvSpPr/>
            <p:nvPr/>
          </p:nvSpPr>
          <p:spPr>
            <a:xfrm>
              <a:off x="8711735"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11"/>
            <p:cNvSpPr/>
            <p:nvPr/>
          </p:nvSpPr>
          <p:spPr>
            <a:xfrm>
              <a:off x="8711735"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11"/>
            <p:cNvSpPr/>
            <p:nvPr/>
          </p:nvSpPr>
          <p:spPr>
            <a:xfrm>
              <a:off x="8719961"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1"/>
            <p:cNvSpPr/>
            <p:nvPr/>
          </p:nvSpPr>
          <p:spPr>
            <a:xfrm>
              <a:off x="8719961"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11"/>
            <p:cNvSpPr/>
            <p:nvPr/>
          </p:nvSpPr>
          <p:spPr>
            <a:xfrm>
              <a:off x="8719961"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11"/>
            <p:cNvSpPr/>
            <p:nvPr/>
          </p:nvSpPr>
          <p:spPr>
            <a:xfrm>
              <a:off x="8711735"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1"/>
            <p:cNvSpPr/>
            <p:nvPr/>
          </p:nvSpPr>
          <p:spPr>
            <a:xfrm>
              <a:off x="8719961"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1"/>
            <p:cNvSpPr/>
            <p:nvPr/>
          </p:nvSpPr>
          <p:spPr>
            <a:xfrm>
              <a:off x="8719961"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11"/>
            <p:cNvSpPr/>
            <p:nvPr/>
          </p:nvSpPr>
          <p:spPr>
            <a:xfrm>
              <a:off x="8711735"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11"/>
            <p:cNvSpPr/>
            <p:nvPr/>
          </p:nvSpPr>
          <p:spPr>
            <a:xfrm>
              <a:off x="8719961"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11"/>
            <p:cNvSpPr/>
            <p:nvPr/>
          </p:nvSpPr>
          <p:spPr>
            <a:xfrm>
              <a:off x="8711735"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1"/>
            <p:cNvSpPr/>
            <p:nvPr/>
          </p:nvSpPr>
          <p:spPr>
            <a:xfrm>
              <a:off x="8719961"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11"/>
            <p:cNvSpPr/>
            <p:nvPr/>
          </p:nvSpPr>
          <p:spPr>
            <a:xfrm>
              <a:off x="8711735"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11"/>
            <p:cNvSpPr/>
            <p:nvPr/>
          </p:nvSpPr>
          <p:spPr>
            <a:xfrm>
              <a:off x="8719961"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1"/>
            <p:cNvSpPr/>
            <p:nvPr/>
          </p:nvSpPr>
          <p:spPr>
            <a:xfrm>
              <a:off x="8711735"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1"/>
            <p:cNvSpPr/>
            <p:nvPr/>
          </p:nvSpPr>
          <p:spPr>
            <a:xfrm>
              <a:off x="8711735"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1"/>
            <p:cNvSpPr/>
            <p:nvPr/>
          </p:nvSpPr>
          <p:spPr>
            <a:xfrm>
              <a:off x="8719961"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11"/>
            <p:cNvSpPr/>
            <p:nvPr/>
          </p:nvSpPr>
          <p:spPr>
            <a:xfrm>
              <a:off x="8711735"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11"/>
            <p:cNvSpPr/>
            <p:nvPr/>
          </p:nvSpPr>
          <p:spPr>
            <a:xfrm>
              <a:off x="8711735"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1"/>
            <p:cNvSpPr/>
            <p:nvPr/>
          </p:nvSpPr>
          <p:spPr>
            <a:xfrm>
              <a:off x="8711735"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11"/>
            <p:cNvSpPr/>
            <p:nvPr/>
          </p:nvSpPr>
          <p:spPr>
            <a:xfrm>
              <a:off x="8719961"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11"/>
            <p:cNvSpPr/>
            <p:nvPr/>
          </p:nvSpPr>
          <p:spPr>
            <a:xfrm>
              <a:off x="8719961"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1"/>
            <p:cNvSpPr/>
            <p:nvPr/>
          </p:nvSpPr>
          <p:spPr>
            <a:xfrm>
              <a:off x="8719961"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1"/>
            <p:cNvSpPr/>
            <p:nvPr/>
          </p:nvSpPr>
          <p:spPr>
            <a:xfrm>
              <a:off x="8711735"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11"/>
            <p:cNvSpPr/>
            <p:nvPr/>
          </p:nvSpPr>
          <p:spPr>
            <a:xfrm>
              <a:off x="8719961"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1"/>
            <p:cNvSpPr/>
            <p:nvPr/>
          </p:nvSpPr>
          <p:spPr>
            <a:xfrm>
              <a:off x="8711735"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11"/>
            <p:cNvSpPr/>
            <p:nvPr/>
          </p:nvSpPr>
          <p:spPr>
            <a:xfrm>
              <a:off x="8719961"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11"/>
            <p:cNvSpPr/>
            <p:nvPr/>
          </p:nvSpPr>
          <p:spPr>
            <a:xfrm>
              <a:off x="8711735"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11"/>
            <p:cNvSpPr/>
            <p:nvPr/>
          </p:nvSpPr>
          <p:spPr>
            <a:xfrm>
              <a:off x="1191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11"/>
            <p:cNvSpPr/>
            <p:nvPr/>
          </p:nvSpPr>
          <p:spPr>
            <a:xfrm>
              <a:off x="1191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11"/>
            <p:cNvSpPr/>
            <p:nvPr/>
          </p:nvSpPr>
          <p:spPr>
            <a:xfrm>
              <a:off x="1191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1"/>
            <p:cNvSpPr/>
            <p:nvPr/>
          </p:nvSpPr>
          <p:spPr>
            <a:xfrm>
              <a:off x="1191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11"/>
            <p:cNvSpPr/>
            <p:nvPr/>
          </p:nvSpPr>
          <p:spPr>
            <a:xfrm>
              <a:off x="1109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1"/>
            <p:cNvSpPr/>
            <p:nvPr/>
          </p:nvSpPr>
          <p:spPr>
            <a:xfrm>
              <a:off x="1109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1"/>
            <p:cNvSpPr/>
            <p:nvPr/>
          </p:nvSpPr>
          <p:spPr>
            <a:xfrm>
              <a:off x="1191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1"/>
            <p:cNvSpPr/>
            <p:nvPr/>
          </p:nvSpPr>
          <p:spPr>
            <a:xfrm>
              <a:off x="1109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1"/>
            <p:cNvSpPr/>
            <p:nvPr/>
          </p:nvSpPr>
          <p:spPr>
            <a:xfrm>
              <a:off x="1191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11"/>
            <p:cNvSpPr/>
            <p:nvPr/>
          </p:nvSpPr>
          <p:spPr>
            <a:xfrm>
              <a:off x="1109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1"/>
            <p:cNvSpPr/>
            <p:nvPr/>
          </p:nvSpPr>
          <p:spPr>
            <a:xfrm>
              <a:off x="1191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1"/>
            <p:cNvSpPr/>
            <p:nvPr/>
          </p:nvSpPr>
          <p:spPr>
            <a:xfrm>
              <a:off x="1109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1"/>
            <p:cNvSpPr/>
            <p:nvPr/>
          </p:nvSpPr>
          <p:spPr>
            <a:xfrm>
              <a:off x="1191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1"/>
            <p:cNvSpPr/>
            <p:nvPr/>
          </p:nvSpPr>
          <p:spPr>
            <a:xfrm>
              <a:off x="1109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11"/>
            <p:cNvSpPr/>
            <p:nvPr/>
          </p:nvSpPr>
          <p:spPr>
            <a:xfrm>
              <a:off x="1191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1"/>
            <p:cNvSpPr/>
            <p:nvPr/>
          </p:nvSpPr>
          <p:spPr>
            <a:xfrm>
              <a:off x="1191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11"/>
            <p:cNvSpPr/>
            <p:nvPr/>
          </p:nvSpPr>
          <p:spPr>
            <a:xfrm>
              <a:off x="1109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11"/>
            <p:cNvSpPr/>
            <p:nvPr/>
          </p:nvSpPr>
          <p:spPr>
            <a:xfrm>
              <a:off x="1109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11"/>
            <p:cNvSpPr/>
            <p:nvPr/>
          </p:nvSpPr>
          <p:spPr>
            <a:xfrm>
              <a:off x="1191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11"/>
            <p:cNvSpPr/>
            <p:nvPr/>
          </p:nvSpPr>
          <p:spPr>
            <a:xfrm>
              <a:off x="1109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11"/>
            <p:cNvSpPr/>
            <p:nvPr/>
          </p:nvSpPr>
          <p:spPr>
            <a:xfrm>
              <a:off x="1191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11"/>
            <p:cNvSpPr/>
            <p:nvPr/>
          </p:nvSpPr>
          <p:spPr>
            <a:xfrm>
              <a:off x="1191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11"/>
            <p:cNvSpPr/>
            <p:nvPr/>
          </p:nvSpPr>
          <p:spPr>
            <a:xfrm>
              <a:off x="1109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11"/>
            <p:cNvSpPr/>
            <p:nvPr/>
          </p:nvSpPr>
          <p:spPr>
            <a:xfrm>
              <a:off x="1109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11"/>
            <p:cNvSpPr/>
            <p:nvPr/>
          </p:nvSpPr>
          <p:spPr>
            <a:xfrm>
              <a:off x="1109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11"/>
            <p:cNvSpPr/>
            <p:nvPr/>
          </p:nvSpPr>
          <p:spPr>
            <a:xfrm>
              <a:off x="1191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1"/>
            <p:cNvSpPr/>
            <p:nvPr/>
          </p:nvSpPr>
          <p:spPr>
            <a:xfrm>
              <a:off x="1191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11"/>
            <p:cNvSpPr/>
            <p:nvPr/>
          </p:nvSpPr>
          <p:spPr>
            <a:xfrm>
              <a:off x="1191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11"/>
            <p:cNvSpPr/>
            <p:nvPr/>
          </p:nvSpPr>
          <p:spPr>
            <a:xfrm>
              <a:off x="1109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11"/>
            <p:cNvSpPr/>
            <p:nvPr/>
          </p:nvSpPr>
          <p:spPr>
            <a:xfrm>
              <a:off x="1191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11"/>
            <p:cNvSpPr/>
            <p:nvPr/>
          </p:nvSpPr>
          <p:spPr>
            <a:xfrm>
              <a:off x="1109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1"/>
            <p:cNvSpPr/>
            <p:nvPr/>
          </p:nvSpPr>
          <p:spPr>
            <a:xfrm>
              <a:off x="1191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1"/>
            <p:cNvSpPr/>
            <p:nvPr/>
          </p:nvSpPr>
          <p:spPr>
            <a:xfrm>
              <a:off x="1109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1"/>
            <p:cNvSpPr/>
            <p:nvPr/>
          </p:nvSpPr>
          <p:spPr>
            <a:xfrm>
              <a:off x="1191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11"/>
            <p:cNvSpPr/>
            <p:nvPr/>
          </p:nvSpPr>
          <p:spPr>
            <a:xfrm>
              <a:off x="173211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11"/>
            <p:cNvSpPr/>
            <p:nvPr/>
          </p:nvSpPr>
          <p:spPr>
            <a:xfrm>
              <a:off x="173211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1"/>
            <p:cNvSpPr/>
            <p:nvPr/>
          </p:nvSpPr>
          <p:spPr>
            <a:xfrm>
              <a:off x="173211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11"/>
            <p:cNvSpPr/>
            <p:nvPr/>
          </p:nvSpPr>
          <p:spPr>
            <a:xfrm>
              <a:off x="173211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11"/>
            <p:cNvSpPr/>
            <p:nvPr/>
          </p:nvSpPr>
          <p:spPr>
            <a:xfrm>
              <a:off x="172388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11"/>
            <p:cNvSpPr/>
            <p:nvPr/>
          </p:nvSpPr>
          <p:spPr>
            <a:xfrm>
              <a:off x="172388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11"/>
            <p:cNvSpPr/>
            <p:nvPr/>
          </p:nvSpPr>
          <p:spPr>
            <a:xfrm>
              <a:off x="1732111"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11"/>
            <p:cNvSpPr/>
            <p:nvPr/>
          </p:nvSpPr>
          <p:spPr>
            <a:xfrm>
              <a:off x="1723884"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11"/>
            <p:cNvSpPr/>
            <p:nvPr/>
          </p:nvSpPr>
          <p:spPr>
            <a:xfrm>
              <a:off x="1732111"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11"/>
            <p:cNvSpPr/>
            <p:nvPr/>
          </p:nvSpPr>
          <p:spPr>
            <a:xfrm>
              <a:off x="1723884"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11"/>
            <p:cNvSpPr/>
            <p:nvPr/>
          </p:nvSpPr>
          <p:spPr>
            <a:xfrm>
              <a:off x="1732111"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11"/>
            <p:cNvSpPr/>
            <p:nvPr/>
          </p:nvSpPr>
          <p:spPr>
            <a:xfrm>
              <a:off x="1723884"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11"/>
            <p:cNvSpPr/>
            <p:nvPr/>
          </p:nvSpPr>
          <p:spPr>
            <a:xfrm>
              <a:off x="2000998"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1"/>
            <p:cNvSpPr/>
            <p:nvPr/>
          </p:nvSpPr>
          <p:spPr>
            <a:xfrm>
              <a:off x="2000998"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11"/>
            <p:cNvSpPr/>
            <p:nvPr/>
          </p:nvSpPr>
          <p:spPr>
            <a:xfrm>
              <a:off x="2000998"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11"/>
            <p:cNvSpPr/>
            <p:nvPr/>
          </p:nvSpPr>
          <p:spPr>
            <a:xfrm>
              <a:off x="2000998"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1"/>
            <p:cNvSpPr/>
            <p:nvPr/>
          </p:nvSpPr>
          <p:spPr>
            <a:xfrm>
              <a:off x="199277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11"/>
            <p:cNvSpPr/>
            <p:nvPr/>
          </p:nvSpPr>
          <p:spPr>
            <a:xfrm>
              <a:off x="199277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1"/>
            <p:cNvSpPr/>
            <p:nvPr/>
          </p:nvSpPr>
          <p:spPr>
            <a:xfrm>
              <a:off x="2000998"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11"/>
            <p:cNvSpPr/>
            <p:nvPr/>
          </p:nvSpPr>
          <p:spPr>
            <a:xfrm>
              <a:off x="199277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1"/>
            <p:cNvSpPr/>
            <p:nvPr/>
          </p:nvSpPr>
          <p:spPr>
            <a:xfrm>
              <a:off x="2000998"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1"/>
            <p:cNvSpPr/>
            <p:nvPr/>
          </p:nvSpPr>
          <p:spPr>
            <a:xfrm>
              <a:off x="199277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1"/>
            <p:cNvSpPr/>
            <p:nvPr/>
          </p:nvSpPr>
          <p:spPr>
            <a:xfrm>
              <a:off x="227000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1"/>
            <p:cNvSpPr/>
            <p:nvPr/>
          </p:nvSpPr>
          <p:spPr>
            <a:xfrm>
              <a:off x="227000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11"/>
            <p:cNvSpPr/>
            <p:nvPr/>
          </p:nvSpPr>
          <p:spPr>
            <a:xfrm>
              <a:off x="2270005"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11"/>
            <p:cNvSpPr/>
            <p:nvPr/>
          </p:nvSpPr>
          <p:spPr>
            <a:xfrm>
              <a:off x="2270005"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1"/>
            <p:cNvSpPr/>
            <p:nvPr/>
          </p:nvSpPr>
          <p:spPr>
            <a:xfrm>
              <a:off x="2261659"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11"/>
            <p:cNvSpPr/>
            <p:nvPr/>
          </p:nvSpPr>
          <p:spPr>
            <a:xfrm>
              <a:off x="2261659"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11"/>
            <p:cNvSpPr/>
            <p:nvPr/>
          </p:nvSpPr>
          <p:spPr>
            <a:xfrm>
              <a:off x="2270005"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1"/>
            <p:cNvSpPr/>
            <p:nvPr/>
          </p:nvSpPr>
          <p:spPr>
            <a:xfrm>
              <a:off x="2261659"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11"/>
            <p:cNvSpPr/>
            <p:nvPr/>
          </p:nvSpPr>
          <p:spPr>
            <a:xfrm>
              <a:off x="2270005"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11"/>
            <p:cNvSpPr/>
            <p:nvPr/>
          </p:nvSpPr>
          <p:spPr>
            <a:xfrm>
              <a:off x="2261659"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1"/>
            <p:cNvSpPr/>
            <p:nvPr/>
          </p:nvSpPr>
          <p:spPr>
            <a:xfrm>
              <a:off x="388213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11"/>
            <p:cNvSpPr/>
            <p:nvPr/>
          </p:nvSpPr>
          <p:spPr>
            <a:xfrm>
              <a:off x="388213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11"/>
            <p:cNvSpPr/>
            <p:nvPr/>
          </p:nvSpPr>
          <p:spPr>
            <a:xfrm>
              <a:off x="388213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11"/>
            <p:cNvSpPr/>
            <p:nvPr/>
          </p:nvSpPr>
          <p:spPr>
            <a:xfrm>
              <a:off x="495685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11"/>
            <p:cNvSpPr/>
            <p:nvPr/>
          </p:nvSpPr>
          <p:spPr>
            <a:xfrm>
              <a:off x="495685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1"/>
            <p:cNvSpPr/>
            <p:nvPr/>
          </p:nvSpPr>
          <p:spPr>
            <a:xfrm>
              <a:off x="65668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11"/>
            <p:cNvSpPr/>
            <p:nvPr/>
          </p:nvSpPr>
          <p:spPr>
            <a:xfrm>
              <a:off x="65668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11"/>
            <p:cNvSpPr/>
            <p:nvPr/>
          </p:nvSpPr>
          <p:spPr>
            <a:xfrm>
              <a:off x="65668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1"/>
            <p:cNvSpPr/>
            <p:nvPr/>
          </p:nvSpPr>
          <p:spPr>
            <a:xfrm>
              <a:off x="65668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11"/>
            <p:cNvSpPr/>
            <p:nvPr/>
          </p:nvSpPr>
          <p:spPr>
            <a:xfrm>
              <a:off x="64845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1"/>
            <p:cNvSpPr/>
            <p:nvPr/>
          </p:nvSpPr>
          <p:spPr>
            <a:xfrm>
              <a:off x="64845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11"/>
            <p:cNvSpPr/>
            <p:nvPr/>
          </p:nvSpPr>
          <p:spPr>
            <a:xfrm>
              <a:off x="65668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1"/>
            <p:cNvSpPr/>
            <p:nvPr/>
          </p:nvSpPr>
          <p:spPr>
            <a:xfrm>
              <a:off x="64845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11"/>
            <p:cNvSpPr/>
            <p:nvPr/>
          </p:nvSpPr>
          <p:spPr>
            <a:xfrm>
              <a:off x="656681"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1"/>
            <p:cNvSpPr/>
            <p:nvPr/>
          </p:nvSpPr>
          <p:spPr>
            <a:xfrm>
              <a:off x="648454"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1"/>
            <p:cNvSpPr/>
            <p:nvPr/>
          </p:nvSpPr>
          <p:spPr>
            <a:xfrm>
              <a:off x="656681"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1"/>
            <p:cNvSpPr/>
            <p:nvPr/>
          </p:nvSpPr>
          <p:spPr>
            <a:xfrm>
              <a:off x="648454"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1"/>
            <p:cNvSpPr/>
            <p:nvPr/>
          </p:nvSpPr>
          <p:spPr>
            <a:xfrm>
              <a:off x="656681"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1"/>
            <p:cNvSpPr/>
            <p:nvPr/>
          </p:nvSpPr>
          <p:spPr>
            <a:xfrm>
              <a:off x="648454"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1"/>
            <p:cNvSpPr/>
            <p:nvPr/>
          </p:nvSpPr>
          <p:spPr>
            <a:xfrm>
              <a:off x="656681"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1"/>
            <p:cNvSpPr/>
            <p:nvPr/>
          </p:nvSpPr>
          <p:spPr>
            <a:xfrm>
              <a:off x="656681"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1"/>
            <p:cNvSpPr/>
            <p:nvPr/>
          </p:nvSpPr>
          <p:spPr>
            <a:xfrm>
              <a:off x="648454"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1"/>
            <p:cNvSpPr/>
            <p:nvPr/>
          </p:nvSpPr>
          <p:spPr>
            <a:xfrm>
              <a:off x="648454"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1"/>
            <p:cNvSpPr/>
            <p:nvPr/>
          </p:nvSpPr>
          <p:spPr>
            <a:xfrm>
              <a:off x="656681"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11"/>
            <p:cNvSpPr/>
            <p:nvPr/>
          </p:nvSpPr>
          <p:spPr>
            <a:xfrm>
              <a:off x="648454"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1"/>
            <p:cNvSpPr/>
            <p:nvPr/>
          </p:nvSpPr>
          <p:spPr>
            <a:xfrm>
              <a:off x="656681"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1"/>
            <p:cNvSpPr/>
            <p:nvPr/>
          </p:nvSpPr>
          <p:spPr>
            <a:xfrm>
              <a:off x="656681"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11"/>
            <p:cNvSpPr/>
            <p:nvPr/>
          </p:nvSpPr>
          <p:spPr>
            <a:xfrm>
              <a:off x="648454"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11"/>
            <p:cNvSpPr/>
            <p:nvPr/>
          </p:nvSpPr>
          <p:spPr>
            <a:xfrm>
              <a:off x="648454"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11"/>
            <p:cNvSpPr/>
            <p:nvPr/>
          </p:nvSpPr>
          <p:spPr>
            <a:xfrm>
              <a:off x="648454"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11"/>
            <p:cNvSpPr/>
            <p:nvPr/>
          </p:nvSpPr>
          <p:spPr>
            <a:xfrm>
              <a:off x="656681"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11"/>
            <p:cNvSpPr/>
            <p:nvPr/>
          </p:nvSpPr>
          <p:spPr>
            <a:xfrm>
              <a:off x="656681"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11"/>
            <p:cNvSpPr/>
            <p:nvPr/>
          </p:nvSpPr>
          <p:spPr>
            <a:xfrm>
              <a:off x="656681"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11"/>
            <p:cNvSpPr/>
            <p:nvPr/>
          </p:nvSpPr>
          <p:spPr>
            <a:xfrm>
              <a:off x="648454"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11"/>
            <p:cNvSpPr/>
            <p:nvPr/>
          </p:nvSpPr>
          <p:spPr>
            <a:xfrm>
              <a:off x="656681"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11"/>
            <p:cNvSpPr/>
            <p:nvPr/>
          </p:nvSpPr>
          <p:spPr>
            <a:xfrm>
              <a:off x="648454"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11"/>
            <p:cNvSpPr/>
            <p:nvPr/>
          </p:nvSpPr>
          <p:spPr>
            <a:xfrm>
              <a:off x="656681"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11"/>
            <p:cNvSpPr/>
            <p:nvPr/>
          </p:nvSpPr>
          <p:spPr>
            <a:xfrm>
              <a:off x="648454"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11"/>
            <p:cNvSpPr/>
            <p:nvPr/>
          </p:nvSpPr>
          <p:spPr>
            <a:xfrm>
              <a:off x="656681"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1"/>
            <p:cNvSpPr/>
            <p:nvPr/>
          </p:nvSpPr>
          <p:spPr>
            <a:xfrm>
              <a:off x="2807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11"/>
            <p:cNvSpPr/>
            <p:nvPr/>
          </p:nvSpPr>
          <p:spPr>
            <a:xfrm>
              <a:off x="2807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11"/>
            <p:cNvSpPr/>
            <p:nvPr/>
          </p:nvSpPr>
          <p:spPr>
            <a:xfrm>
              <a:off x="2807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1"/>
            <p:cNvSpPr/>
            <p:nvPr/>
          </p:nvSpPr>
          <p:spPr>
            <a:xfrm>
              <a:off x="2807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11"/>
            <p:cNvSpPr/>
            <p:nvPr/>
          </p:nvSpPr>
          <p:spPr>
            <a:xfrm>
              <a:off x="2799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1"/>
            <p:cNvSpPr/>
            <p:nvPr/>
          </p:nvSpPr>
          <p:spPr>
            <a:xfrm>
              <a:off x="2799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11"/>
            <p:cNvSpPr/>
            <p:nvPr/>
          </p:nvSpPr>
          <p:spPr>
            <a:xfrm>
              <a:off x="2807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1"/>
            <p:cNvSpPr/>
            <p:nvPr/>
          </p:nvSpPr>
          <p:spPr>
            <a:xfrm>
              <a:off x="2799433"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1"/>
            <p:cNvSpPr/>
            <p:nvPr/>
          </p:nvSpPr>
          <p:spPr>
            <a:xfrm>
              <a:off x="2807660"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1"/>
            <p:cNvSpPr/>
            <p:nvPr/>
          </p:nvSpPr>
          <p:spPr>
            <a:xfrm>
              <a:off x="2799433"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11"/>
            <p:cNvSpPr/>
            <p:nvPr/>
          </p:nvSpPr>
          <p:spPr>
            <a:xfrm>
              <a:off x="33443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1"/>
            <p:cNvSpPr/>
            <p:nvPr/>
          </p:nvSpPr>
          <p:spPr>
            <a:xfrm>
              <a:off x="33443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1"/>
            <p:cNvSpPr/>
            <p:nvPr/>
          </p:nvSpPr>
          <p:spPr>
            <a:xfrm>
              <a:off x="33443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11"/>
            <p:cNvSpPr/>
            <p:nvPr/>
          </p:nvSpPr>
          <p:spPr>
            <a:xfrm>
              <a:off x="33443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11"/>
            <p:cNvSpPr/>
            <p:nvPr/>
          </p:nvSpPr>
          <p:spPr>
            <a:xfrm>
              <a:off x="3336135"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1"/>
            <p:cNvSpPr/>
            <p:nvPr/>
          </p:nvSpPr>
          <p:spPr>
            <a:xfrm>
              <a:off x="3336135"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1"/>
            <p:cNvSpPr/>
            <p:nvPr/>
          </p:nvSpPr>
          <p:spPr>
            <a:xfrm>
              <a:off x="549450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1"/>
            <p:cNvSpPr/>
            <p:nvPr/>
          </p:nvSpPr>
          <p:spPr>
            <a:xfrm>
              <a:off x="549450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1"/>
            <p:cNvSpPr/>
            <p:nvPr/>
          </p:nvSpPr>
          <p:spPr>
            <a:xfrm>
              <a:off x="549450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1"/>
            <p:cNvSpPr/>
            <p:nvPr/>
          </p:nvSpPr>
          <p:spPr>
            <a:xfrm>
              <a:off x="549450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1"/>
            <p:cNvSpPr/>
            <p:nvPr/>
          </p:nvSpPr>
          <p:spPr>
            <a:xfrm>
              <a:off x="60321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1"/>
            <p:cNvSpPr/>
            <p:nvPr/>
          </p:nvSpPr>
          <p:spPr>
            <a:xfrm>
              <a:off x="60321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1"/>
            <p:cNvSpPr/>
            <p:nvPr/>
          </p:nvSpPr>
          <p:spPr>
            <a:xfrm>
              <a:off x="60321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11"/>
            <p:cNvSpPr/>
            <p:nvPr/>
          </p:nvSpPr>
          <p:spPr>
            <a:xfrm>
              <a:off x="60321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1"/>
            <p:cNvSpPr/>
            <p:nvPr/>
          </p:nvSpPr>
          <p:spPr>
            <a:xfrm>
              <a:off x="602393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1"/>
            <p:cNvSpPr/>
            <p:nvPr/>
          </p:nvSpPr>
          <p:spPr>
            <a:xfrm>
              <a:off x="602393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1"/>
            <p:cNvSpPr/>
            <p:nvPr/>
          </p:nvSpPr>
          <p:spPr>
            <a:xfrm>
              <a:off x="60321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11"/>
            <p:cNvSpPr/>
            <p:nvPr/>
          </p:nvSpPr>
          <p:spPr>
            <a:xfrm>
              <a:off x="6023935"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11"/>
            <p:cNvSpPr/>
            <p:nvPr/>
          </p:nvSpPr>
          <p:spPr>
            <a:xfrm>
              <a:off x="6032161"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11"/>
            <p:cNvSpPr/>
            <p:nvPr/>
          </p:nvSpPr>
          <p:spPr>
            <a:xfrm>
              <a:off x="6023935"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11"/>
            <p:cNvSpPr/>
            <p:nvPr/>
          </p:nvSpPr>
          <p:spPr>
            <a:xfrm>
              <a:off x="710783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11"/>
            <p:cNvSpPr/>
            <p:nvPr/>
          </p:nvSpPr>
          <p:spPr>
            <a:xfrm>
              <a:off x="710783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11"/>
            <p:cNvSpPr/>
            <p:nvPr/>
          </p:nvSpPr>
          <p:spPr>
            <a:xfrm>
              <a:off x="7107830"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1"/>
            <p:cNvSpPr/>
            <p:nvPr/>
          </p:nvSpPr>
          <p:spPr>
            <a:xfrm>
              <a:off x="7107830"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11"/>
            <p:cNvSpPr/>
            <p:nvPr/>
          </p:nvSpPr>
          <p:spPr>
            <a:xfrm>
              <a:off x="7099484"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11"/>
            <p:cNvSpPr/>
            <p:nvPr/>
          </p:nvSpPr>
          <p:spPr>
            <a:xfrm>
              <a:off x="7099484"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1"/>
            <p:cNvSpPr/>
            <p:nvPr/>
          </p:nvSpPr>
          <p:spPr>
            <a:xfrm>
              <a:off x="7107830"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11"/>
            <p:cNvSpPr/>
            <p:nvPr/>
          </p:nvSpPr>
          <p:spPr>
            <a:xfrm>
              <a:off x="7099484"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11"/>
            <p:cNvSpPr/>
            <p:nvPr/>
          </p:nvSpPr>
          <p:spPr>
            <a:xfrm>
              <a:off x="7107830"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1"/>
            <p:cNvSpPr/>
            <p:nvPr/>
          </p:nvSpPr>
          <p:spPr>
            <a:xfrm>
              <a:off x="7099484"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1"/>
            <p:cNvSpPr/>
            <p:nvPr/>
          </p:nvSpPr>
          <p:spPr>
            <a:xfrm>
              <a:off x="791425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1"/>
            <p:cNvSpPr/>
            <p:nvPr/>
          </p:nvSpPr>
          <p:spPr>
            <a:xfrm>
              <a:off x="791425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1"/>
            <p:cNvSpPr/>
            <p:nvPr/>
          </p:nvSpPr>
          <p:spPr>
            <a:xfrm>
              <a:off x="7914253"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1"/>
            <p:cNvSpPr/>
            <p:nvPr/>
          </p:nvSpPr>
          <p:spPr>
            <a:xfrm>
              <a:off x="7914253"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1"/>
            <p:cNvSpPr/>
            <p:nvPr/>
          </p:nvSpPr>
          <p:spPr>
            <a:xfrm>
              <a:off x="790602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1"/>
            <p:cNvSpPr/>
            <p:nvPr/>
          </p:nvSpPr>
          <p:spPr>
            <a:xfrm>
              <a:off x="790602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1"/>
            <p:cNvSpPr/>
            <p:nvPr/>
          </p:nvSpPr>
          <p:spPr>
            <a:xfrm>
              <a:off x="7914253"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1"/>
            <p:cNvSpPr/>
            <p:nvPr/>
          </p:nvSpPr>
          <p:spPr>
            <a:xfrm>
              <a:off x="7906027"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1"/>
            <p:cNvSpPr/>
            <p:nvPr/>
          </p:nvSpPr>
          <p:spPr>
            <a:xfrm>
              <a:off x="7914253"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11"/>
            <p:cNvSpPr/>
            <p:nvPr/>
          </p:nvSpPr>
          <p:spPr>
            <a:xfrm>
              <a:off x="7906027"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11"/>
            <p:cNvSpPr/>
            <p:nvPr/>
          </p:nvSpPr>
          <p:spPr>
            <a:xfrm>
              <a:off x="7914253"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11"/>
            <p:cNvSpPr/>
            <p:nvPr/>
          </p:nvSpPr>
          <p:spPr>
            <a:xfrm>
              <a:off x="7906027"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11"/>
            <p:cNvSpPr/>
            <p:nvPr/>
          </p:nvSpPr>
          <p:spPr>
            <a:xfrm>
              <a:off x="7914253"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11"/>
            <p:cNvSpPr/>
            <p:nvPr/>
          </p:nvSpPr>
          <p:spPr>
            <a:xfrm>
              <a:off x="7906027"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1"/>
            <p:cNvSpPr/>
            <p:nvPr/>
          </p:nvSpPr>
          <p:spPr>
            <a:xfrm>
              <a:off x="7914253"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11"/>
            <p:cNvSpPr/>
            <p:nvPr/>
          </p:nvSpPr>
          <p:spPr>
            <a:xfrm>
              <a:off x="7914253"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1"/>
            <p:cNvSpPr/>
            <p:nvPr/>
          </p:nvSpPr>
          <p:spPr>
            <a:xfrm>
              <a:off x="7906027"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1"/>
            <p:cNvSpPr/>
            <p:nvPr/>
          </p:nvSpPr>
          <p:spPr>
            <a:xfrm>
              <a:off x="7906027"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1"/>
            <p:cNvSpPr/>
            <p:nvPr/>
          </p:nvSpPr>
          <p:spPr>
            <a:xfrm>
              <a:off x="7914253"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11"/>
            <p:cNvSpPr/>
            <p:nvPr/>
          </p:nvSpPr>
          <p:spPr>
            <a:xfrm>
              <a:off x="7906027" y="274780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1"/>
            <p:cNvSpPr/>
            <p:nvPr/>
          </p:nvSpPr>
          <p:spPr>
            <a:xfrm>
              <a:off x="7914253" y="2893858"/>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1"/>
            <p:cNvSpPr/>
            <p:nvPr/>
          </p:nvSpPr>
          <p:spPr>
            <a:xfrm>
              <a:off x="7914253"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1"/>
            <p:cNvSpPr/>
            <p:nvPr/>
          </p:nvSpPr>
          <p:spPr>
            <a:xfrm>
              <a:off x="7906027" y="3181315"/>
              <a:ext cx="53414" cy="81075"/>
            </a:xfrm>
            <a:custGeom>
              <a:rect b="b" l="l" r="r" t="t"/>
              <a:pathLst>
                <a:path extrusionOk="0" h="680" w="448">
                  <a:moveTo>
                    <a:pt x="224" y="70"/>
                  </a:moveTo>
                  <a:cubicBezTo>
                    <a:pt x="316" y="70"/>
                    <a:pt x="355" y="170"/>
                    <a:pt x="355" y="340"/>
                  </a:cubicBezTo>
                  <a:cubicBezTo>
                    <a:pt x="355" y="510"/>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1"/>
            <p:cNvSpPr/>
            <p:nvPr/>
          </p:nvSpPr>
          <p:spPr>
            <a:xfrm>
              <a:off x="790602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11"/>
            <p:cNvSpPr/>
            <p:nvPr/>
          </p:nvSpPr>
          <p:spPr>
            <a:xfrm>
              <a:off x="7906027" y="3470800"/>
              <a:ext cx="53414" cy="80955"/>
            </a:xfrm>
            <a:custGeom>
              <a:rect b="b" l="l" r="r" t="t"/>
              <a:pathLst>
                <a:path extrusionOk="0" h="679" w="448">
                  <a:moveTo>
                    <a:pt x="224" y="69"/>
                  </a:moveTo>
                  <a:cubicBezTo>
                    <a:pt x="316" y="69"/>
                    <a:pt x="355" y="170"/>
                    <a:pt x="355" y="339"/>
                  </a:cubicBezTo>
                  <a:cubicBezTo>
                    <a:pt x="355" y="501"/>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2"/>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11"/>
            <p:cNvSpPr/>
            <p:nvPr/>
          </p:nvSpPr>
          <p:spPr>
            <a:xfrm>
              <a:off x="7914253" y="361685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1"/>
            <p:cNvSpPr/>
            <p:nvPr/>
          </p:nvSpPr>
          <p:spPr>
            <a:xfrm>
              <a:off x="7914253" y="376195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1"/>
            <p:cNvSpPr/>
            <p:nvPr/>
          </p:nvSpPr>
          <p:spPr>
            <a:xfrm>
              <a:off x="89880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11"/>
            <p:cNvSpPr/>
            <p:nvPr/>
          </p:nvSpPr>
          <p:spPr>
            <a:xfrm>
              <a:off x="89880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1"/>
            <p:cNvSpPr/>
            <p:nvPr/>
          </p:nvSpPr>
          <p:spPr>
            <a:xfrm>
              <a:off x="89880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11"/>
            <p:cNvSpPr/>
            <p:nvPr/>
          </p:nvSpPr>
          <p:spPr>
            <a:xfrm>
              <a:off x="89880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11"/>
            <p:cNvSpPr/>
            <p:nvPr/>
          </p:nvSpPr>
          <p:spPr>
            <a:xfrm>
              <a:off x="89806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1"/>
            <p:cNvSpPr/>
            <p:nvPr/>
          </p:nvSpPr>
          <p:spPr>
            <a:xfrm>
              <a:off x="89806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11"/>
            <p:cNvSpPr/>
            <p:nvPr/>
          </p:nvSpPr>
          <p:spPr>
            <a:xfrm>
              <a:off x="89880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11"/>
            <p:cNvSpPr/>
            <p:nvPr/>
          </p:nvSpPr>
          <p:spPr>
            <a:xfrm>
              <a:off x="89806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1"/>
            <p:cNvSpPr/>
            <p:nvPr/>
          </p:nvSpPr>
          <p:spPr>
            <a:xfrm>
              <a:off x="89880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11"/>
            <p:cNvSpPr/>
            <p:nvPr/>
          </p:nvSpPr>
          <p:spPr>
            <a:xfrm>
              <a:off x="89806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11"/>
            <p:cNvSpPr/>
            <p:nvPr/>
          </p:nvSpPr>
          <p:spPr>
            <a:xfrm>
              <a:off x="89880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11"/>
            <p:cNvSpPr/>
            <p:nvPr/>
          </p:nvSpPr>
          <p:spPr>
            <a:xfrm>
              <a:off x="89806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11"/>
            <p:cNvSpPr/>
            <p:nvPr/>
          </p:nvSpPr>
          <p:spPr>
            <a:xfrm>
              <a:off x="89880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11"/>
            <p:cNvSpPr/>
            <p:nvPr/>
          </p:nvSpPr>
          <p:spPr>
            <a:xfrm>
              <a:off x="89806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11"/>
            <p:cNvSpPr/>
            <p:nvPr/>
          </p:nvSpPr>
          <p:spPr>
            <a:xfrm>
              <a:off x="89880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1"/>
            <p:cNvSpPr/>
            <p:nvPr/>
          </p:nvSpPr>
          <p:spPr>
            <a:xfrm>
              <a:off x="89880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11"/>
            <p:cNvSpPr/>
            <p:nvPr/>
          </p:nvSpPr>
          <p:spPr>
            <a:xfrm>
              <a:off x="89806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11"/>
            <p:cNvSpPr/>
            <p:nvPr/>
          </p:nvSpPr>
          <p:spPr>
            <a:xfrm>
              <a:off x="89806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1"/>
            <p:cNvSpPr/>
            <p:nvPr/>
          </p:nvSpPr>
          <p:spPr>
            <a:xfrm>
              <a:off x="89880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11"/>
            <p:cNvSpPr/>
            <p:nvPr/>
          </p:nvSpPr>
          <p:spPr>
            <a:xfrm>
              <a:off x="89806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11"/>
            <p:cNvSpPr/>
            <p:nvPr/>
          </p:nvSpPr>
          <p:spPr>
            <a:xfrm>
              <a:off x="89880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11"/>
            <p:cNvSpPr/>
            <p:nvPr/>
          </p:nvSpPr>
          <p:spPr>
            <a:xfrm>
              <a:off x="89880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1"/>
            <p:cNvSpPr/>
            <p:nvPr/>
          </p:nvSpPr>
          <p:spPr>
            <a:xfrm>
              <a:off x="89806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1"/>
            <p:cNvSpPr/>
            <p:nvPr/>
          </p:nvSpPr>
          <p:spPr>
            <a:xfrm>
              <a:off x="89806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1"/>
            <p:cNvSpPr/>
            <p:nvPr/>
          </p:nvSpPr>
          <p:spPr>
            <a:xfrm>
              <a:off x="89806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1"/>
            <p:cNvSpPr/>
            <p:nvPr/>
          </p:nvSpPr>
          <p:spPr>
            <a:xfrm>
              <a:off x="89880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1"/>
            <p:cNvSpPr/>
            <p:nvPr/>
          </p:nvSpPr>
          <p:spPr>
            <a:xfrm>
              <a:off x="89880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1"/>
            <p:cNvSpPr/>
            <p:nvPr/>
          </p:nvSpPr>
          <p:spPr>
            <a:xfrm>
              <a:off x="89880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1"/>
            <p:cNvSpPr/>
            <p:nvPr/>
          </p:nvSpPr>
          <p:spPr>
            <a:xfrm>
              <a:off x="89806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11"/>
            <p:cNvSpPr/>
            <p:nvPr/>
          </p:nvSpPr>
          <p:spPr>
            <a:xfrm>
              <a:off x="89880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1"/>
            <p:cNvSpPr/>
            <p:nvPr/>
          </p:nvSpPr>
          <p:spPr>
            <a:xfrm>
              <a:off x="89806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1"/>
            <p:cNvSpPr/>
            <p:nvPr/>
          </p:nvSpPr>
          <p:spPr>
            <a:xfrm>
              <a:off x="89880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1"/>
            <p:cNvSpPr/>
            <p:nvPr/>
          </p:nvSpPr>
          <p:spPr>
            <a:xfrm>
              <a:off x="89806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1"/>
            <p:cNvSpPr/>
            <p:nvPr/>
          </p:nvSpPr>
          <p:spPr>
            <a:xfrm>
              <a:off x="89880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1"/>
            <p:cNvSpPr/>
            <p:nvPr/>
          </p:nvSpPr>
          <p:spPr>
            <a:xfrm>
              <a:off x="441991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1"/>
            <p:cNvSpPr/>
            <p:nvPr/>
          </p:nvSpPr>
          <p:spPr>
            <a:xfrm>
              <a:off x="441991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1"/>
            <p:cNvSpPr/>
            <p:nvPr/>
          </p:nvSpPr>
          <p:spPr>
            <a:xfrm>
              <a:off x="683882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1"/>
            <p:cNvSpPr/>
            <p:nvPr/>
          </p:nvSpPr>
          <p:spPr>
            <a:xfrm>
              <a:off x="683882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1"/>
            <p:cNvSpPr/>
            <p:nvPr/>
          </p:nvSpPr>
          <p:spPr>
            <a:xfrm>
              <a:off x="6838823"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11"/>
            <p:cNvSpPr/>
            <p:nvPr/>
          </p:nvSpPr>
          <p:spPr>
            <a:xfrm>
              <a:off x="68305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1"/>
            <p:cNvSpPr/>
            <p:nvPr/>
          </p:nvSpPr>
          <p:spPr>
            <a:xfrm>
              <a:off x="68305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1"/>
            <p:cNvSpPr/>
            <p:nvPr/>
          </p:nvSpPr>
          <p:spPr>
            <a:xfrm>
              <a:off x="6838823"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1"/>
            <p:cNvSpPr/>
            <p:nvPr/>
          </p:nvSpPr>
          <p:spPr>
            <a:xfrm>
              <a:off x="68305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1"/>
            <p:cNvSpPr/>
            <p:nvPr/>
          </p:nvSpPr>
          <p:spPr>
            <a:xfrm>
              <a:off x="6838823"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1"/>
            <p:cNvSpPr/>
            <p:nvPr/>
          </p:nvSpPr>
          <p:spPr>
            <a:xfrm>
              <a:off x="683059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1"/>
            <p:cNvSpPr/>
            <p:nvPr/>
          </p:nvSpPr>
          <p:spPr>
            <a:xfrm>
              <a:off x="683059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1"/>
            <p:cNvSpPr/>
            <p:nvPr/>
          </p:nvSpPr>
          <p:spPr>
            <a:xfrm>
              <a:off x="4688917"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1"/>
            <p:cNvSpPr/>
            <p:nvPr/>
          </p:nvSpPr>
          <p:spPr>
            <a:xfrm>
              <a:off x="4688917"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11"/>
            <p:cNvSpPr/>
            <p:nvPr/>
          </p:nvSpPr>
          <p:spPr>
            <a:xfrm>
              <a:off x="5763393"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11"/>
            <p:cNvSpPr/>
            <p:nvPr/>
          </p:nvSpPr>
          <p:spPr>
            <a:xfrm>
              <a:off x="5763393"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1"/>
            <p:cNvSpPr/>
            <p:nvPr/>
          </p:nvSpPr>
          <p:spPr>
            <a:xfrm>
              <a:off x="5763393"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1"/>
            <p:cNvSpPr/>
            <p:nvPr/>
          </p:nvSpPr>
          <p:spPr>
            <a:xfrm>
              <a:off x="5755167"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11"/>
            <p:cNvSpPr/>
            <p:nvPr/>
          </p:nvSpPr>
          <p:spPr>
            <a:xfrm>
              <a:off x="5755167"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1"/>
            <p:cNvSpPr/>
            <p:nvPr/>
          </p:nvSpPr>
          <p:spPr>
            <a:xfrm>
              <a:off x="5763393"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1"/>
            <p:cNvSpPr/>
            <p:nvPr/>
          </p:nvSpPr>
          <p:spPr>
            <a:xfrm>
              <a:off x="73765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1"/>
            <p:cNvSpPr/>
            <p:nvPr/>
          </p:nvSpPr>
          <p:spPr>
            <a:xfrm>
              <a:off x="73765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1"/>
            <p:cNvSpPr/>
            <p:nvPr/>
          </p:nvSpPr>
          <p:spPr>
            <a:xfrm>
              <a:off x="73765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1"/>
            <p:cNvSpPr/>
            <p:nvPr/>
          </p:nvSpPr>
          <p:spPr>
            <a:xfrm>
              <a:off x="73683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1"/>
            <p:cNvSpPr/>
            <p:nvPr/>
          </p:nvSpPr>
          <p:spPr>
            <a:xfrm>
              <a:off x="73683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1"/>
            <p:cNvSpPr/>
            <p:nvPr/>
          </p:nvSpPr>
          <p:spPr>
            <a:xfrm>
              <a:off x="73765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1"/>
            <p:cNvSpPr/>
            <p:nvPr/>
          </p:nvSpPr>
          <p:spPr>
            <a:xfrm>
              <a:off x="73683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1"/>
            <p:cNvSpPr/>
            <p:nvPr/>
          </p:nvSpPr>
          <p:spPr>
            <a:xfrm>
              <a:off x="73765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1"/>
            <p:cNvSpPr/>
            <p:nvPr/>
          </p:nvSpPr>
          <p:spPr>
            <a:xfrm>
              <a:off x="73683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11"/>
            <p:cNvSpPr/>
            <p:nvPr/>
          </p:nvSpPr>
          <p:spPr>
            <a:xfrm>
              <a:off x="73683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1"/>
            <p:cNvSpPr/>
            <p:nvPr/>
          </p:nvSpPr>
          <p:spPr>
            <a:xfrm>
              <a:off x="307559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1"/>
            <p:cNvSpPr/>
            <p:nvPr/>
          </p:nvSpPr>
          <p:spPr>
            <a:xfrm>
              <a:off x="307559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1"/>
            <p:cNvSpPr/>
            <p:nvPr/>
          </p:nvSpPr>
          <p:spPr>
            <a:xfrm>
              <a:off x="307559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1"/>
            <p:cNvSpPr/>
            <p:nvPr/>
          </p:nvSpPr>
          <p:spPr>
            <a:xfrm>
              <a:off x="307559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11"/>
            <p:cNvSpPr/>
            <p:nvPr/>
          </p:nvSpPr>
          <p:spPr>
            <a:xfrm>
              <a:off x="3068201"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11"/>
            <p:cNvSpPr/>
            <p:nvPr/>
          </p:nvSpPr>
          <p:spPr>
            <a:xfrm>
              <a:off x="3068201"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1"/>
            <p:cNvSpPr/>
            <p:nvPr/>
          </p:nvSpPr>
          <p:spPr>
            <a:xfrm>
              <a:off x="3075593"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1"/>
            <p:cNvSpPr/>
            <p:nvPr/>
          </p:nvSpPr>
          <p:spPr>
            <a:xfrm>
              <a:off x="3068201"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1"/>
            <p:cNvSpPr/>
            <p:nvPr/>
          </p:nvSpPr>
          <p:spPr>
            <a:xfrm>
              <a:off x="3075593"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1"/>
            <p:cNvSpPr/>
            <p:nvPr/>
          </p:nvSpPr>
          <p:spPr>
            <a:xfrm>
              <a:off x="3068201"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1"/>
            <p:cNvSpPr/>
            <p:nvPr/>
          </p:nvSpPr>
          <p:spPr>
            <a:xfrm>
              <a:off x="36132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1"/>
            <p:cNvSpPr/>
            <p:nvPr/>
          </p:nvSpPr>
          <p:spPr>
            <a:xfrm>
              <a:off x="36132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1"/>
            <p:cNvSpPr/>
            <p:nvPr/>
          </p:nvSpPr>
          <p:spPr>
            <a:xfrm>
              <a:off x="36132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1"/>
            <p:cNvSpPr/>
            <p:nvPr/>
          </p:nvSpPr>
          <p:spPr>
            <a:xfrm>
              <a:off x="36132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11"/>
            <p:cNvSpPr/>
            <p:nvPr/>
          </p:nvSpPr>
          <p:spPr>
            <a:xfrm>
              <a:off x="36050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1"/>
            <p:cNvSpPr/>
            <p:nvPr/>
          </p:nvSpPr>
          <p:spPr>
            <a:xfrm>
              <a:off x="415102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1"/>
            <p:cNvSpPr/>
            <p:nvPr/>
          </p:nvSpPr>
          <p:spPr>
            <a:xfrm>
              <a:off x="415102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1"/>
            <p:cNvSpPr/>
            <p:nvPr/>
          </p:nvSpPr>
          <p:spPr>
            <a:xfrm>
              <a:off x="5225738"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1"/>
            <p:cNvSpPr/>
            <p:nvPr/>
          </p:nvSpPr>
          <p:spPr>
            <a:xfrm>
              <a:off x="5225738"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1"/>
            <p:cNvSpPr/>
            <p:nvPr/>
          </p:nvSpPr>
          <p:spPr>
            <a:xfrm>
              <a:off x="63010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1"/>
            <p:cNvSpPr/>
            <p:nvPr/>
          </p:nvSpPr>
          <p:spPr>
            <a:xfrm>
              <a:off x="63010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1"/>
            <p:cNvSpPr/>
            <p:nvPr/>
          </p:nvSpPr>
          <p:spPr>
            <a:xfrm>
              <a:off x="63010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1"/>
            <p:cNvSpPr/>
            <p:nvPr/>
          </p:nvSpPr>
          <p:spPr>
            <a:xfrm>
              <a:off x="63010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1"/>
            <p:cNvSpPr/>
            <p:nvPr/>
          </p:nvSpPr>
          <p:spPr>
            <a:xfrm>
              <a:off x="6292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1"/>
            <p:cNvSpPr/>
            <p:nvPr/>
          </p:nvSpPr>
          <p:spPr>
            <a:xfrm>
              <a:off x="6292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1"/>
            <p:cNvSpPr/>
            <p:nvPr/>
          </p:nvSpPr>
          <p:spPr>
            <a:xfrm>
              <a:off x="630104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1"/>
            <p:cNvSpPr/>
            <p:nvPr/>
          </p:nvSpPr>
          <p:spPr>
            <a:xfrm>
              <a:off x="6292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1"/>
            <p:cNvSpPr/>
            <p:nvPr/>
          </p:nvSpPr>
          <p:spPr>
            <a:xfrm>
              <a:off x="6301049"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1"/>
            <p:cNvSpPr/>
            <p:nvPr/>
          </p:nvSpPr>
          <p:spPr>
            <a:xfrm>
              <a:off x="6292822"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11"/>
            <p:cNvSpPr/>
            <p:nvPr/>
          </p:nvSpPr>
          <p:spPr>
            <a:xfrm>
              <a:off x="8182306"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1"/>
            <p:cNvSpPr/>
            <p:nvPr/>
          </p:nvSpPr>
          <p:spPr>
            <a:xfrm>
              <a:off x="8182306"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1"/>
            <p:cNvSpPr/>
            <p:nvPr/>
          </p:nvSpPr>
          <p:spPr>
            <a:xfrm>
              <a:off x="8182306"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1"/>
            <p:cNvSpPr/>
            <p:nvPr/>
          </p:nvSpPr>
          <p:spPr>
            <a:xfrm>
              <a:off x="8182306"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1"/>
            <p:cNvSpPr/>
            <p:nvPr/>
          </p:nvSpPr>
          <p:spPr>
            <a:xfrm>
              <a:off x="8174914"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1"/>
            <p:cNvSpPr/>
            <p:nvPr/>
          </p:nvSpPr>
          <p:spPr>
            <a:xfrm>
              <a:off x="8174914"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1"/>
            <p:cNvSpPr/>
            <p:nvPr/>
          </p:nvSpPr>
          <p:spPr>
            <a:xfrm>
              <a:off x="8182306"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1"/>
            <p:cNvSpPr/>
            <p:nvPr/>
          </p:nvSpPr>
          <p:spPr>
            <a:xfrm>
              <a:off x="8174914"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1"/>
            <p:cNvSpPr/>
            <p:nvPr/>
          </p:nvSpPr>
          <p:spPr>
            <a:xfrm>
              <a:off x="8182306"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1"/>
            <p:cNvSpPr/>
            <p:nvPr/>
          </p:nvSpPr>
          <p:spPr>
            <a:xfrm>
              <a:off x="8174914"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1"/>
            <p:cNvSpPr/>
            <p:nvPr/>
          </p:nvSpPr>
          <p:spPr>
            <a:xfrm>
              <a:off x="8182306"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1"/>
            <p:cNvSpPr/>
            <p:nvPr/>
          </p:nvSpPr>
          <p:spPr>
            <a:xfrm>
              <a:off x="8174914"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1"/>
            <p:cNvSpPr/>
            <p:nvPr/>
          </p:nvSpPr>
          <p:spPr>
            <a:xfrm>
              <a:off x="8182306"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1"/>
            <p:cNvSpPr/>
            <p:nvPr/>
          </p:nvSpPr>
          <p:spPr>
            <a:xfrm>
              <a:off x="8174914"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1"/>
            <p:cNvSpPr/>
            <p:nvPr/>
          </p:nvSpPr>
          <p:spPr>
            <a:xfrm>
              <a:off x="8182306"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1"/>
            <p:cNvSpPr/>
            <p:nvPr/>
          </p:nvSpPr>
          <p:spPr>
            <a:xfrm>
              <a:off x="8182306"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1"/>
            <p:cNvSpPr/>
            <p:nvPr/>
          </p:nvSpPr>
          <p:spPr>
            <a:xfrm>
              <a:off x="8174914"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1"/>
            <p:cNvSpPr/>
            <p:nvPr/>
          </p:nvSpPr>
          <p:spPr>
            <a:xfrm>
              <a:off x="8174914"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11"/>
            <p:cNvSpPr/>
            <p:nvPr/>
          </p:nvSpPr>
          <p:spPr>
            <a:xfrm>
              <a:off x="8182306"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11"/>
            <p:cNvSpPr/>
            <p:nvPr/>
          </p:nvSpPr>
          <p:spPr>
            <a:xfrm>
              <a:off x="8174914"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1"/>
            <p:cNvSpPr/>
            <p:nvPr/>
          </p:nvSpPr>
          <p:spPr>
            <a:xfrm>
              <a:off x="8182306"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1"/>
            <p:cNvSpPr/>
            <p:nvPr/>
          </p:nvSpPr>
          <p:spPr>
            <a:xfrm>
              <a:off x="8182306"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1"/>
            <p:cNvSpPr/>
            <p:nvPr/>
          </p:nvSpPr>
          <p:spPr>
            <a:xfrm>
              <a:off x="8174914"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1"/>
            <p:cNvSpPr/>
            <p:nvPr/>
          </p:nvSpPr>
          <p:spPr>
            <a:xfrm>
              <a:off x="8174914"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1"/>
            <p:cNvSpPr/>
            <p:nvPr/>
          </p:nvSpPr>
          <p:spPr>
            <a:xfrm>
              <a:off x="8174914"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1"/>
            <p:cNvSpPr/>
            <p:nvPr/>
          </p:nvSpPr>
          <p:spPr>
            <a:xfrm>
              <a:off x="8182306"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11"/>
            <p:cNvSpPr/>
            <p:nvPr/>
          </p:nvSpPr>
          <p:spPr>
            <a:xfrm>
              <a:off x="8182306"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11"/>
            <p:cNvSpPr/>
            <p:nvPr/>
          </p:nvSpPr>
          <p:spPr>
            <a:xfrm>
              <a:off x="8182306"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1"/>
            <p:cNvSpPr/>
            <p:nvPr/>
          </p:nvSpPr>
          <p:spPr>
            <a:xfrm>
              <a:off x="8174914"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1"/>
            <p:cNvSpPr/>
            <p:nvPr/>
          </p:nvSpPr>
          <p:spPr>
            <a:xfrm>
              <a:off x="2538773"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1"/>
            <p:cNvSpPr/>
            <p:nvPr/>
          </p:nvSpPr>
          <p:spPr>
            <a:xfrm>
              <a:off x="2538773"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1"/>
            <p:cNvSpPr/>
            <p:nvPr/>
          </p:nvSpPr>
          <p:spPr>
            <a:xfrm>
              <a:off x="2538773"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11"/>
            <p:cNvSpPr/>
            <p:nvPr/>
          </p:nvSpPr>
          <p:spPr>
            <a:xfrm>
              <a:off x="2538773"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1"/>
            <p:cNvSpPr/>
            <p:nvPr/>
          </p:nvSpPr>
          <p:spPr>
            <a:xfrm>
              <a:off x="2530546"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11"/>
            <p:cNvSpPr/>
            <p:nvPr/>
          </p:nvSpPr>
          <p:spPr>
            <a:xfrm>
              <a:off x="2530546"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1"/>
            <p:cNvSpPr/>
            <p:nvPr/>
          </p:nvSpPr>
          <p:spPr>
            <a:xfrm>
              <a:off x="2538773"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11"/>
            <p:cNvSpPr/>
            <p:nvPr/>
          </p:nvSpPr>
          <p:spPr>
            <a:xfrm>
              <a:off x="2530546"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1"/>
            <p:cNvSpPr/>
            <p:nvPr/>
          </p:nvSpPr>
          <p:spPr>
            <a:xfrm>
              <a:off x="2538773"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11"/>
            <p:cNvSpPr/>
            <p:nvPr/>
          </p:nvSpPr>
          <p:spPr>
            <a:xfrm>
              <a:off x="2530546"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3" name="Google Shape;3623;p11"/>
          <p:cNvSpPr txBox="1"/>
          <p:nvPr>
            <p:ph hasCustomPrompt="1" type="title"/>
          </p:nvPr>
        </p:nvSpPr>
        <p:spPr>
          <a:xfrm>
            <a:off x="1468050" y="1545048"/>
            <a:ext cx="6207900" cy="1444200"/>
          </a:xfrm>
          <a:prstGeom prst="rect">
            <a:avLst/>
          </a:prstGeom>
        </p:spPr>
        <p:txBody>
          <a:bodyPr anchorCtr="0" anchor="b" bIns="91425" lIns="91425" spcFirstLastPara="1" rIns="91425" wrap="square" tIns="91425">
            <a:noAutofit/>
          </a:bodyPr>
          <a:lstStyle>
            <a:lvl1pPr lvl="0" algn="ctr">
              <a:spcBef>
                <a:spcPts val="0"/>
              </a:spcBef>
              <a:spcAft>
                <a:spcPts val="0"/>
              </a:spcAft>
              <a:buSzPts val="8500"/>
              <a:buNone/>
              <a:defRPr sz="8500">
                <a:latin typeface="Rubik Black"/>
                <a:ea typeface="Rubik Black"/>
                <a:cs typeface="Rubik Black"/>
                <a:sym typeface="Rubik Black"/>
              </a:defRPr>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3624" name="Google Shape;3624;p11"/>
          <p:cNvSpPr txBox="1"/>
          <p:nvPr>
            <p:ph idx="1" type="subTitle"/>
          </p:nvPr>
        </p:nvSpPr>
        <p:spPr>
          <a:xfrm flipH="1">
            <a:off x="1468050" y="2942788"/>
            <a:ext cx="6207900" cy="47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700"/>
            </a:lvl1pPr>
            <a:lvl2pPr lvl="1" rtl="0" algn="ctr">
              <a:lnSpc>
                <a:spcPct val="100000"/>
              </a:lnSpc>
              <a:spcBef>
                <a:spcPts val="0"/>
              </a:spcBef>
              <a:spcAft>
                <a:spcPts val="0"/>
              </a:spcAft>
              <a:buNone/>
              <a:defRPr sz="1700"/>
            </a:lvl2pPr>
            <a:lvl3pPr lvl="2" rtl="0" algn="ctr">
              <a:lnSpc>
                <a:spcPct val="100000"/>
              </a:lnSpc>
              <a:spcBef>
                <a:spcPts val="0"/>
              </a:spcBef>
              <a:spcAft>
                <a:spcPts val="0"/>
              </a:spcAft>
              <a:buNone/>
              <a:defRPr sz="1700"/>
            </a:lvl3pPr>
            <a:lvl4pPr lvl="3" rtl="0" algn="ctr">
              <a:lnSpc>
                <a:spcPct val="100000"/>
              </a:lnSpc>
              <a:spcBef>
                <a:spcPts val="0"/>
              </a:spcBef>
              <a:spcAft>
                <a:spcPts val="0"/>
              </a:spcAft>
              <a:buNone/>
              <a:defRPr sz="1700"/>
            </a:lvl4pPr>
            <a:lvl5pPr lvl="4" rtl="0" algn="ctr">
              <a:lnSpc>
                <a:spcPct val="100000"/>
              </a:lnSpc>
              <a:spcBef>
                <a:spcPts val="0"/>
              </a:spcBef>
              <a:spcAft>
                <a:spcPts val="0"/>
              </a:spcAft>
              <a:buNone/>
              <a:defRPr sz="1700"/>
            </a:lvl5pPr>
            <a:lvl6pPr lvl="5" rtl="0" algn="ctr">
              <a:lnSpc>
                <a:spcPct val="100000"/>
              </a:lnSpc>
              <a:spcBef>
                <a:spcPts val="0"/>
              </a:spcBef>
              <a:spcAft>
                <a:spcPts val="0"/>
              </a:spcAft>
              <a:buNone/>
              <a:defRPr sz="1700"/>
            </a:lvl6pPr>
            <a:lvl7pPr lvl="6" rtl="0" algn="ctr">
              <a:lnSpc>
                <a:spcPct val="100000"/>
              </a:lnSpc>
              <a:spcBef>
                <a:spcPts val="0"/>
              </a:spcBef>
              <a:spcAft>
                <a:spcPts val="0"/>
              </a:spcAft>
              <a:buNone/>
              <a:defRPr sz="1700"/>
            </a:lvl7pPr>
            <a:lvl8pPr lvl="7" rtl="0" algn="ctr">
              <a:lnSpc>
                <a:spcPct val="100000"/>
              </a:lnSpc>
              <a:spcBef>
                <a:spcPts val="0"/>
              </a:spcBef>
              <a:spcAft>
                <a:spcPts val="0"/>
              </a:spcAft>
              <a:buNone/>
              <a:defRPr sz="1700"/>
            </a:lvl8pPr>
            <a:lvl9pPr lvl="8" rtl="0" algn="ctr">
              <a:lnSpc>
                <a:spcPct val="100000"/>
              </a:lnSpc>
              <a:spcBef>
                <a:spcPts val="0"/>
              </a:spcBef>
              <a:spcAft>
                <a:spcPts val="0"/>
              </a:spcAft>
              <a:buNone/>
              <a:defRPr sz="17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625" name="Shape 36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7_1_1">
    <p:spTree>
      <p:nvGrpSpPr>
        <p:cNvPr id="3626" name="Shape 3626"/>
        <p:cNvGrpSpPr/>
        <p:nvPr/>
      </p:nvGrpSpPr>
      <p:grpSpPr>
        <a:xfrm>
          <a:off x="0" y="0"/>
          <a:ext cx="0" cy="0"/>
          <a:chOff x="0" y="0"/>
          <a:chExt cx="0" cy="0"/>
        </a:xfrm>
      </p:grpSpPr>
      <p:grpSp>
        <p:nvGrpSpPr>
          <p:cNvPr id="3627" name="Google Shape;3627;p13"/>
          <p:cNvGrpSpPr/>
          <p:nvPr/>
        </p:nvGrpSpPr>
        <p:grpSpPr>
          <a:xfrm>
            <a:off x="189" y="52"/>
            <a:ext cx="9144013" cy="5143533"/>
            <a:chOff x="4088025" y="1324225"/>
            <a:chExt cx="1348575" cy="1101800"/>
          </a:xfrm>
        </p:grpSpPr>
        <p:sp>
          <p:nvSpPr>
            <p:cNvPr id="3628" name="Google Shape;3628;p13"/>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3"/>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3"/>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3"/>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3"/>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3"/>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3"/>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13"/>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13"/>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13"/>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13"/>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13"/>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3"/>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13"/>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13"/>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3"/>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3"/>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13"/>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3"/>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3"/>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13"/>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13"/>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13"/>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3"/>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13"/>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3"/>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13"/>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13"/>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13"/>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13"/>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3"/>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13"/>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13"/>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13"/>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13"/>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13"/>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3"/>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13"/>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13"/>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3"/>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13"/>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13"/>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3"/>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13"/>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13"/>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3"/>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3"/>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13"/>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13"/>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13"/>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8" name="Google Shape;3678;p13"/>
          <p:cNvGrpSpPr/>
          <p:nvPr/>
        </p:nvGrpSpPr>
        <p:grpSpPr>
          <a:xfrm>
            <a:off x="110918" y="206"/>
            <a:ext cx="8922164" cy="5143474"/>
            <a:chOff x="110918" y="206"/>
            <a:chExt cx="8922164" cy="5143474"/>
          </a:xfrm>
        </p:grpSpPr>
        <p:sp>
          <p:nvSpPr>
            <p:cNvPr id="3679" name="Google Shape;3679;p13"/>
            <p:cNvSpPr/>
            <p:nvPr/>
          </p:nvSpPr>
          <p:spPr>
            <a:xfrm>
              <a:off x="7977089"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13"/>
            <p:cNvSpPr/>
            <p:nvPr/>
          </p:nvSpPr>
          <p:spPr>
            <a:xfrm>
              <a:off x="7977089"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3"/>
            <p:cNvSpPr/>
            <p:nvPr/>
          </p:nvSpPr>
          <p:spPr>
            <a:xfrm>
              <a:off x="7977089"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13"/>
            <p:cNvSpPr/>
            <p:nvPr/>
          </p:nvSpPr>
          <p:spPr>
            <a:xfrm>
              <a:off x="796886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13"/>
            <p:cNvSpPr/>
            <p:nvPr/>
          </p:nvSpPr>
          <p:spPr>
            <a:xfrm>
              <a:off x="796886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13"/>
            <p:cNvSpPr/>
            <p:nvPr/>
          </p:nvSpPr>
          <p:spPr>
            <a:xfrm>
              <a:off x="7977089"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3"/>
            <p:cNvSpPr/>
            <p:nvPr/>
          </p:nvSpPr>
          <p:spPr>
            <a:xfrm>
              <a:off x="796886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13"/>
            <p:cNvSpPr/>
            <p:nvPr/>
          </p:nvSpPr>
          <p:spPr>
            <a:xfrm>
              <a:off x="7977089"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13"/>
            <p:cNvSpPr/>
            <p:nvPr/>
          </p:nvSpPr>
          <p:spPr>
            <a:xfrm>
              <a:off x="796886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13"/>
            <p:cNvSpPr/>
            <p:nvPr/>
          </p:nvSpPr>
          <p:spPr>
            <a:xfrm>
              <a:off x="8482611"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13"/>
            <p:cNvSpPr/>
            <p:nvPr/>
          </p:nvSpPr>
          <p:spPr>
            <a:xfrm>
              <a:off x="8482611"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13"/>
            <p:cNvSpPr/>
            <p:nvPr/>
          </p:nvSpPr>
          <p:spPr>
            <a:xfrm>
              <a:off x="8482611"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13"/>
            <p:cNvSpPr/>
            <p:nvPr/>
          </p:nvSpPr>
          <p:spPr>
            <a:xfrm>
              <a:off x="8474265"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13"/>
            <p:cNvSpPr/>
            <p:nvPr/>
          </p:nvSpPr>
          <p:spPr>
            <a:xfrm>
              <a:off x="8474265"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13"/>
            <p:cNvSpPr/>
            <p:nvPr/>
          </p:nvSpPr>
          <p:spPr>
            <a:xfrm>
              <a:off x="8482611"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3"/>
            <p:cNvSpPr/>
            <p:nvPr/>
          </p:nvSpPr>
          <p:spPr>
            <a:xfrm>
              <a:off x="8474265"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13"/>
            <p:cNvSpPr/>
            <p:nvPr/>
          </p:nvSpPr>
          <p:spPr>
            <a:xfrm>
              <a:off x="8482611"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13"/>
            <p:cNvSpPr/>
            <p:nvPr/>
          </p:nvSpPr>
          <p:spPr>
            <a:xfrm>
              <a:off x="8474265"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13"/>
            <p:cNvSpPr/>
            <p:nvPr/>
          </p:nvSpPr>
          <p:spPr>
            <a:xfrm>
              <a:off x="8474265"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13"/>
            <p:cNvSpPr/>
            <p:nvPr/>
          </p:nvSpPr>
          <p:spPr>
            <a:xfrm>
              <a:off x="8482611"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13"/>
            <p:cNvSpPr/>
            <p:nvPr/>
          </p:nvSpPr>
          <p:spPr>
            <a:xfrm>
              <a:off x="8482611"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13"/>
            <p:cNvSpPr/>
            <p:nvPr/>
          </p:nvSpPr>
          <p:spPr>
            <a:xfrm>
              <a:off x="8482611"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13"/>
            <p:cNvSpPr/>
            <p:nvPr/>
          </p:nvSpPr>
          <p:spPr>
            <a:xfrm>
              <a:off x="8474265"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13"/>
            <p:cNvSpPr/>
            <p:nvPr/>
          </p:nvSpPr>
          <p:spPr>
            <a:xfrm>
              <a:off x="8482611"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3"/>
            <p:cNvSpPr/>
            <p:nvPr/>
          </p:nvSpPr>
          <p:spPr>
            <a:xfrm>
              <a:off x="8482611"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13"/>
            <p:cNvSpPr/>
            <p:nvPr/>
          </p:nvSpPr>
          <p:spPr>
            <a:xfrm>
              <a:off x="8474265"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13"/>
            <p:cNvSpPr/>
            <p:nvPr/>
          </p:nvSpPr>
          <p:spPr>
            <a:xfrm>
              <a:off x="8482611"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3"/>
            <p:cNvSpPr/>
            <p:nvPr/>
          </p:nvSpPr>
          <p:spPr>
            <a:xfrm>
              <a:off x="8474265" y="2602704"/>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7" name="Google Shape;3707;p13"/>
            <p:cNvGrpSpPr/>
            <p:nvPr/>
          </p:nvGrpSpPr>
          <p:grpSpPr>
            <a:xfrm>
              <a:off x="8727026" y="206"/>
              <a:ext cx="53295" cy="5143474"/>
              <a:chOff x="1182396" y="206"/>
              <a:chExt cx="53295" cy="5143474"/>
            </a:xfrm>
          </p:grpSpPr>
          <p:sp>
            <p:nvSpPr>
              <p:cNvPr id="3708" name="Google Shape;3708;p13"/>
              <p:cNvSpPr/>
              <p:nvPr/>
            </p:nvSpPr>
            <p:spPr>
              <a:xfrm>
                <a:off x="119062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13"/>
              <p:cNvSpPr/>
              <p:nvPr/>
            </p:nvSpPr>
            <p:spPr>
              <a:xfrm>
                <a:off x="119062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13"/>
              <p:cNvSpPr/>
              <p:nvPr/>
            </p:nvSpPr>
            <p:spPr>
              <a:xfrm>
                <a:off x="1190623"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13"/>
              <p:cNvSpPr/>
              <p:nvPr/>
            </p:nvSpPr>
            <p:spPr>
              <a:xfrm>
                <a:off x="1182396"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13"/>
              <p:cNvSpPr/>
              <p:nvPr/>
            </p:nvSpPr>
            <p:spPr>
              <a:xfrm>
                <a:off x="1182396"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13"/>
              <p:cNvSpPr/>
              <p:nvPr/>
            </p:nvSpPr>
            <p:spPr>
              <a:xfrm>
                <a:off x="1190623"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13"/>
              <p:cNvSpPr/>
              <p:nvPr/>
            </p:nvSpPr>
            <p:spPr>
              <a:xfrm>
                <a:off x="1182396"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13"/>
              <p:cNvSpPr/>
              <p:nvPr/>
            </p:nvSpPr>
            <p:spPr>
              <a:xfrm>
                <a:off x="1190623"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3"/>
              <p:cNvSpPr/>
              <p:nvPr/>
            </p:nvSpPr>
            <p:spPr>
              <a:xfrm>
                <a:off x="1182396"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13"/>
              <p:cNvSpPr/>
              <p:nvPr/>
            </p:nvSpPr>
            <p:spPr>
              <a:xfrm>
                <a:off x="1182396"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13"/>
              <p:cNvSpPr/>
              <p:nvPr/>
            </p:nvSpPr>
            <p:spPr>
              <a:xfrm>
                <a:off x="1190623"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13"/>
              <p:cNvSpPr/>
              <p:nvPr/>
            </p:nvSpPr>
            <p:spPr>
              <a:xfrm>
                <a:off x="1190623"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13"/>
              <p:cNvSpPr/>
              <p:nvPr/>
            </p:nvSpPr>
            <p:spPr>
              <a:xfrm>
                <a:off x="1190623"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13"/>
              <p:cNvSpPr/>
              <p:nvPr/>
            </p:nvSpPr>
            <p:spPr>
              <a:xfrm>
                <a:off x="1182396" y="1879709"/>
                <a:ext cx="53295" cy="80955"/>
              </a:xfrm>
              <a:custGeom>
                <a:rect b="b" l="l" r="r" t="t"/>
                <a:pathLst>
                  <a:path extrusionOk="0" h="679" w="447">
                    <a:moveTo>
                      <a:pt x="224" y="70"/>
                    </a:moveTo>
                    <a:cubicBezTo>
                      <a:pt x="316" y="70"/>
                      <a:pt x="355" y="162"/>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3"/>
              <p:cNvSpPr/>
              <p:nvPr/>
            </p:nvSpPr>
            <p:spPr>
              <a:xfrm>
                <a:off x="1190623"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3"/>
              <p:cNvSpPr/>
              <p:nvPr/>
            </p:nvSpPr>
            <p:spPr>
              <a:xfrm>
                <a:off x="1190623"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13"/>
              <p:cNvSpPr/>
              <p:nvPr/>
            </p:nvSpPr>
            <p:spPr>
              <a:xfrm>
                <a:off x="1182396" y="2313220"/>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13"/>
              <p:cNvSpPr/>
              <p:nvPr/>
            </p:nvSpPr>
            <p:spPr>
              <a:xfrm>
                <a:off x="1190623"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13"/>
              <p:cNvSpPr/>
              <p:nvPr/>
            </p:nvSpPr>
            <p:spPr>
              <a:xfrm>
                <a:off x="1182396" y="2602704"/>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3"/>
              <p:cNvSpPr/>
              <p:nvPr/>
            </p:nvSpPr>
            <p:spPr>
              <a:xfrm>
                <a:off x="1190623"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13"/>
              <p:cNvSpPr/>
              <p:nvPr/>
            </p:nvSpPr>
            <p:spPr>
              <a:xfrm>
                <a:off x="1182396" y="2892069"/>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13"/>
              <p:cNvSpPr/>
              <p:nvPr/>
            </p:nvSpPr>
            <p:spPr>
              <a:xfrm>
                <a:off x="1190623"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3"/>
              <p:cNvSpPr/>
              <p:nvPr/>
            </p:nvSpPr>
            <p:spPr>
              <a:xfrm>
                <a:off x="1182396" y="3181435"/>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3"/>
              <p:cNvSpPr/>
              <p:nvPr/>
            </p:nvSpPr>
            <p:spPr>
              <a:xfrm>
                <a:off x="1182396" y="332653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13"/>
              <p:cNvSpPr/>
              <p:nvPr/>
            </p:nvSpPr>
            <p:spPr>
              <a:xfrm>
                <a:off x="1190623"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13"/>
              <p:cNvSpPr/>
              <p:nvPr/>
            </p:nvSpPr>
            <p:spPr>
              <a:xfrm>
                <a:off x="1182396" y="3615900"/>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13"/>
              <p:cNvSpPr/>
              <p:nvPr/>
            </p:nvSpPr>
            <p:spPr>
              <a:xfrm>
                <a:off x="1182396" y="3760165"/>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13"/>
              <p:cNvSpPr/>
              <p:nvPr/>
            </p:nvSpPr>
            <p:spPr>
              <a:xfrm>
                <a:off x="1182396" y="390526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13"/>
              <p:cNvSpPr/>
              <p:nvPr/>
            </p:nvSpPr>
            <p:spPr>
              <a:xfrm>
                <a:off x="1190623"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13"/>
              <p:cNvSpPr/>
              <p:nvPr/>
            </p:nvSpPr>
            <p:spPr>
              <a:xfrm>
                <a:off x="1190623" y="4195584"/>
                <a:ext cx="25872" cy="78213"/>
              </a:xfrm>
              <a:custGeom>
                <a:rect b="b" l="l" r="r" t="t"/>
                <a:pathLst>
                  <a:path extrusionOk="0" h="656" w="217">
                    <a:moveTo>
                      <a:pt x="139" y="0"/>
                    </a:moveTo>
                    <a:lnTo>
                      <a:pt x="0" y="77"/>
                    </a:lnTo>
                    <a:lnTo>
                      <a:pt x="16" y="147"/>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3"/>
              <p:cNvSpPr/>
              <p:nvPr/>
            </p:nvSpPr>
            <p:spPr>
              <a:xfrm>
                <a:off x="1190623" y="4340684"/>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13"/>
              <p:cNvSpPr/>
              <p:nvPr/>
            </p:nvSpPr>
            <p:spPr>
              <a:xfrm>
                <a:off x="1182396" y="448399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40"/>
                    </a:cubicBezTo>
                    <a:cubicBezTo>
                      <a:pt x="85" y="162"/>
                      <a:pt x="146"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13"/>
              <p:cNvSpPr/>
              <p:nvPr/>
            </p:nvSpPr>
            <p:spPr>
              <a:xfrm>
                <a:off x="1190623" y="4630049"/>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13"/>
              <p:cNvSpPr/>
              <p:nvPr/>
            </p:nvSpPr>
            <p:spPr>
              <a:xfrm>
                <a:off x="1182396" y="4773360"/>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40"/>
                    </a:cubicBezTo>
                    <a:cubicBezTo>
                      <a:pt x="85" y="162"/>
                      <a:pt x="146"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13"/>
              <p:cNvSpPr/>
              <p:nvPr/>
            </p:nvSpPr>
            <p:spPr>
              <a:xfrm>
                <a:off x="1190623" y="4919414"/>
                <a:ext cx="25872" cy="78213"/>
              </a:xfrm>
              <a:custGeom>
                <a:rect b="b" l="l" r="r" t="t"/>
                <a:pathLst>
                  <a:path extrusionOk="0" h="656" w="217">
                    <a:moveTo>
                      <a:pt x="139" y="1"/>
                    </a:moveTo>
                    <a:lnTo>
                      <a:pt x="0" y="78"/>
                    </a:lnTo>
                    <a:lnTo>
                      <a:pt x="16" y="139"/>
                    </a:lnTo>
                    <a:lnTo>
                      <a:pt x="131" y="78"/>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3"/>
              <p:cNvSpPr/>
              <p:nvPr/>
            </p:nvSpPr>
            <p:spPr>
              <a:xfrm>
                <a:off x="1182396" y="506272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40"/>
                    </a:cubicBezTo>
                    <a:cubicBezTo>
                      <a:pt x="85" y="162"/>
                      <a:pt x="146"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4" name="Google Shape;3744;p13"/>
            <p:cNvSpPr/>
            <p:nvPr/>
          </p:nvSpPr>
          <p:spPr>
            <a:xfrm>
              <a:off x="112911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13"/>
            <p:cNvSpPr/>
            <p:nvPr/>
          </p:nvSpPr>
          <p:spPr>
            <a:xfrm>
              <a:off x="112911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13"/>
            <p:cNvSpPr/>
            <p:nvPr/>
          </p:nvSpPr>
          <p:spPr>
            <a:xfrm>
              <a:off x="112911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13"/>
            <p:cNvSpPr/>
            <p:nvPr/>
          </p:nvSpPr>
          <p:spPr>
            <a:xfrm>
              <a:off x="112089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3"/>
            <p:cNvSpPr/>
            <p:nvPr/>
          </p:nvSpPr>
          <p:spPr>
            <a:xfrm>
              <a:off x="112089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13"/>
            <p:cNvSpPr/>
            <p:nvPr/>
          </p:nvSpPr>
          <p:spPr>
            <a:xfrm>
              <a:off x="112911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13"/>
            <p:cNvSpPr/>
            <p:nvPr/>
          </p:nvSpPr>
          <p:spPr>
            <a:xfrm>
              <a:off x="112089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3"/>
            <p:cNvSpPr/>
            <p:nvPr/>
          </p:nvSpPr>
          <p:spPr>
            <a:xfrm>
              <a:off x="112911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13"/>
            <p:cNvSpPr/>
            <p:nvPr/>
          </p:nvSpPr>
          <p:spPr>
            <a:xfrm>
              <a:off x="112089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3" name="Google Shape;3753;p13"/>
            <p:cNvGrpSpPr/>
            <p:nvPr/>
          </p:nvGrpSpPr>
          <p:grpSpPr>
            <a:xfrm>
              <a:off x="8979668" y="206"/>
              <a:ext cx="53414" cy="5143474"/>
              <a:chOff x="1418927" y="206"/>
              <a:chExt cx="53414" cy="5143474"/>
            </a:xfrm>
          </p:grpSpPr>
          <p:sp>
            <p:nvSpPr>
              <p:cNvPr id="3754" name="Google Shape;3754;p13"/>
              <p:cNvSpPr/>
              <p:nvPr/>
            </p:nvSpPr>
            <p:spPr>
              <a:xfrm>
                <a:off x="142715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13"/>
              <p:cNvSpPr/>
              <p:nvPr/>
            </p:nvSpPr>
            <p:spPr>
              <a:xfrm>
                <a:off x="142715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13"/>
              <p:cNvSpPr/>
              <p:nvPr/>
            </p:nvSpPr>
            <p:spPr>
              <a:xfrm>
                <a:off x="1427153"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13"/>
              <p:cNvSpPr/>
              <p:nvPr/>
            </p:nvSpPr>
            <p:spPr>
              <a:xfrm>
                <a:off x="14189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13"/>
              <p:cNvSpPr/>
              <p:nvPr/>
            </p:nvSpPr>
            <p:spPr>
              <a:xfrm>
                <a:off x="14189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13"/>
              <p:cNvSpPr/>
              <p:nvPr/>
            </p:nvSpPr>
            <p:spPr>
              <a:xfrm>
                <a:off x="1427153"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13"/>
              <p:cNvSpPr/>
              <p:nvPr/>
            </p:nvSpPr>
            <p:spPr>
              <a:xfrm>
                <a:off x="14189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13"/>
              <p:cNvSpPr/>
              <p:nvPr/>
            </p:nvSpPr>
            <p:spPr>
              <a:xfrm>
                <a:off x="1427153"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3"/>
              <p:cNvSpPr/>
              <p:nvPr/>
            </p:nvSpPr>
            <p:spPr>
              <a:xfrm>
                <a:off x="14189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13"/>
              <p:cNvSpPr/>
              <p:nvPr/>
            </p:nvSpPr>
            <p:spPr>
              <a:xfrm>
                <a:off x="14189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13"/>
              <p:cNvSpPr/>
              <p:nvPr/>
            </p:nvSpPr>
            <p:spPr>
              <a:xfrm>
                <a:off x="1427153"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3"/>
              <p:cNvSpPr/>
              <p:nvPr/>
            </p:nvSpPr>
            <p:spPr>
              <a:xfrm>
                <a:off x="1427153" y="159117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13"/>
              <p:cNvSpPr/>
              <p:nvPr/>
            </p:nvSpPr>
            <p:spPr>
              <a:xfrm>
                <a:off x="1427153" y="1736397"/>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3"/>
              <p:cNvSpPr/>
              <p:nvPr/>
            </p:nvSpPr>
            <p:spPr>
              <a:xfrm>
                <a:off x="141892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13"/>
              <p:cNvSpPr/>
              <p:nvPr/>
            </p:nvSpPr>
            <p:spPr>
              <a:xfrm>
                <a:off x="1427153" y="202576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3"/>
              <p:cNvSpPr/>
              <p:nvPr/>
            </p:nvSpPr>
            <p:spPr>
              <a:xfrm>
                <a:off x="1427153" y="217002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13"/>
              <p:cNvSpPr/>
              <p:nvPr/>
            </p:nvSpPr>
            <p:spPr>
              <a:xfrm>
                <a:off x="141892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13"/>
              <p:cNvSpPr/>
              <p:nvPr/>
            </p:nvSpPr>
            <p:spPr>
              <a:xfrm>
                <a:off x="1427153" y="245939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3"/>
              <p:cNvSpPr/>
              <p:nvPr/>
            </p:nvSpPr>
            <p:spPr>
              <a:xfrm>
                <a:off x="141892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13"/>
              <p:cNvSpPr/>
              <p:nvPr/>
            </p:nvSpPr>
            <p:spPr>
              <a:xfrm>
                <a:off x="1427153" y="274875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13"/>
              <p:cNvSpPr/>
              <p:nvPr/>
            </p:nvSpPr>
            <p:spPr>
              <a:xfrm>
                <a:off x="141892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13"/>
              <p:cNvSpPr/>
              <p:nvPr/>
            </p:nvSpPr>
            <p:spPr>
              <a:xfrm>
                <a:off x="1427153" y="303812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3"/>
              <p:cNvSpPr/>
              <p:nvPr/>
            </p:nvSpPr>
            <p:spPr>
              <a:xfrm>
                <a:off x="141892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13"/>
              <p:cNvSpPr/>
              <p:nvPr/>
            </p:nvSpPr>
            <p:spPr>
              <a:xfrm>
                <a:off x="141892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3"/>
              <p:cNvSpPr/>
              <p:nvPr/>
            </p:nvSpPr>
            <p:spPr>
              <a:xfrm>
                <a:off x="1427153" y="3472588"/>
                <a:ext cx="25872" cy="78213"/>
              </a:xfrm>
              <a:custGeom>
                <a:rect b="b" l="l" r="r" t="t"/>
                <a:pathLst>
                  <a:path extrusionOk="0" h="656" w="217">
                    <a:moveTo>
                      <a:pt x="147"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13"/>
              <p:cNvSpPr/>
              <p:nvPr/>
            </p:nvSpPr>
            <p:spPr>
              <a:xfrm>
                <a:off x="1418927"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13"/>
              <p:cNvSpPr/>
              <p:nvPr/>
            </p:nvSpPr>
            <p:spPr>
              <a:xfrm>
                <a:off x="1418927"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13"/>
              <p:cNvSpPr/>
              <p:nvPr/>
            </p:nvSpPr>
            <p:spPr>
              <a:xfrm>
                <a:off x="1418927"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13"/>
              <p:cNvSpPr/>
              <p:nvPr/>
            </p:nvSpPr>
            <p:spPr>
              <a:xfrm>
                <a:off x="1427153" y="4051318"/>
                <a:ext cx="25872" cy="78213"/>
              </a:xfrm>
              <a:custGeom>
                <a:rect b="b" l="l" r="r" t="t"/>
                <a:pathLst>
                  <a:path extrusionOk="0" h="656" w="217">
                    <a:moveTo>
                      <a:pt x="147"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3"/>
              <p:cNvSpPr/>
              <p:nvPr/>
            </p:nvSpPr>
            <p:spPr>
              <a:xfrm>
                <a:off x="1427153" y="4195584"/>
                <a:ext cx="25872" cy="78213"/>
              </a:xfrm>
              <a:custGeom>
                <a:rect b="b" l="l" r="r" t="t"/>
                <a:pathLst>
                  <a:path extrusionOk="0" h="656" w="217">
                    <a:moveTo>
                      <a:pt x="147"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13"/>
              <p:cNvSpPr/>
              <p:nvPr/>
            </p:nvSpPr>
            <p:spPr>
              <a:xfrm>
                <a:off x="1427153" y="4340684"/>
                <a:ext cx="25872" cy="78213"/>
              </a:xfrm>
              <a:custGeom>
                <a:rect b="b" l="l" r="r" t="t"/>
                <a:pathLst>
                  <a:path extrusionOk="0" h="656" w="217">
                    <a:moveTo>
                      <a:pt x="147"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13"/>
              <p:cNvSpPr/>
              <p:nvPr/>
            </p:nvSpPr>
            <p:spPr>
              <a:xfrm>
                <a:off x="1418927"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40"/>
                    </a:cubicBezTo>
                    <a:cubicBezTo>
                      <a:pt x="93" y="162"/>
                      <a:pt x="147" y="70"/>
                      <a:pt x="224" y="70"/>
                    </a:cubicBezTo>
                    <a:close/>
                    <a:moveTo>
                      <a:pt x="231" y="1"/>
                    </a:moveTo>
                    <a:cubicBezTo>
                      <a:pt x="93" y="1"/>
                      <a:pt x="0" y="116"/>
                      <a:pt x="0" y="340"/>
                    </a:cubicBezTo>
                    <a:cubicBezTo>
                      <a:pt x="0" y="555"/>
                      <a:pt x="93" y="679"/>
                      <a:pt x="216"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3"/>
              <p:cNvSpPr/>
              <p:nvPr/>
            </p:nvSpPr>
            <p:spPr>
              <a:xfrm>
                <a:off x="1427153" y="4630049"/>
                <a:ext cx="25872" cy="78213"/>
              </a:xfrm>
              <a:custGeom>
                <a:rect b="b" l="l" r="r" t="t"/>
                <a:pathLst>
                  <a:path extrusionOk="0" h="656" w="217">
                    <a:moveTo>
                      <a:pt x="147"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13"/>
              <p:cNvSpPr/>
              <p:nvPr/>
            </p:nvSpPr>
            <p:spPr>
              <a:xfrm>
                <a:off x="1418927"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40"/>
                    </a:cubicBezTo>
                    <a:cubicBezTo>
                      <a:pt x="93" y="162"/>
                      <a:pt x="147" y="70"/>
                      <a:pt x="224" y="70"/>
                    </a:cubicBezTo>
                    <a:close/>
                    <a:moveTo>
                      <a:pt x="231" y="1"/>
                    </a:moveTo>
                    <a:cubicBezTo>
                      <a:pt x="93" y="1"/>
                      <a:pt x="0" y="116"/>
                      <a:pt x="0" y="340"/>
                    </a:cubicBezTo>
                    <a:cubicBezTo>
                      <a:pt x="0" y="555"/>
                      <a:pt x="93" y="679"/>
                      <a:pt x="216"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13"/>
              <p:cNvSpPr/>
              <p:nvPr/>
            </p:nvSpPr>
            <p:spPr>
              <a:xfrm>
                <a:off x="1427153" y="4919414"/>
                <a:ext cx="25872" cy="78213"/>
              </a:xfrm>
              <a:custGeom>
                <a:rect b="b" l="l" r="r" t="t"/>
                <a:pathLst>
                  <a:path extrusionOk="0" h="656" w="217">
                    <a:moveTo>
                      <a:pt x="147"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13"/>
              <p:cNvSpPr/>
              <p:nvPr/>
            </p:nvSpPr>
            <p:spPr>
              <a:xfrm>
                <a:off x="1418927"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40"/>
                    </a:cubicBezTo>
                    <a:cubicBezTo>
                      <a:pt x="93" y="162"/>
                      <a:pt x="147" y="70"/>
                      <a:pt x="224" y="70"/>
                    </a:cubicBezTo>
                    <a:close/>
                    <a:moveTo>
                      <a:pt x="231" y="1"/>
                    </a:moveTo>
                    <a:cubicBezTo>
                      <a:pt x="93" y="1"/>
                      <a:pt x="0" y="116"/>
                      <a:pt x="0" y="340"/>
                    </a:cubicBezTo>
                    <a:cubicBezTo>
                      <a:pt x="0" y="555"/>
                      <a:pt x="93" y="679"/>
                      <a:pt x="216"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0" name="Google Shape;3790;p13"/>
            <p:cNvGrpSpPr/>
            <p:nvPr/>
          </p:nvGrpSpPr>
          <p:grpSpPr>
            <a:xfrm>
              <a:off x="363679" y="206"/>
              <a:ext cx="53295" cy="5143474"/>
              <a:chOff x="7816534" y="206"/>
              <a:chExt cx="53295" cy="5143474"/>
            </a:xfrm>
          </p:grpSpPr>
          <p:sp>
            <p:nvSpPr>
              <p:cNvPr id="3791" name="Google Shape;3791;p13"/>
              <p:cNvSpPr/>
              <p:nvPr/>
            </p:nvSpPr>
            <p:spPr>
              <a:xfrm>
                <a:off x="7824761"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13"/>
              <p:cNvSpPr/>
              <p:nvPr/>
            </p:nvSpPr>
            <p:spPr>
              <a:xfrm>
                <a:off x="7824761"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13"/>
              <p:cNvSpPr/>
              <p:nvPr/>
            </p:nvSpPr>
            <p:spPr>
              <a:xfrm>
                <a:off x="7824761"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13"/>
              <p:cNvSpPr/>
              <p:nvPr/>
            </p:nvSpPr>
            <p:spPr>
              <a:xfrm>
                <a:off x="7816534"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13"/>
              <p:cNvSpPr/>
              <p:nvPr/>
            </p:nvSpPr>
            <p:spPr>
              <a:xfrm>
                <a:off x="7816534"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3"/>
              <p:cNvSpPr/>
              <p:nvPr/>
            </p:nvSpPr>
            <p:spPr>
              <a:xfrm>
                <a:off x="7824761"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13"/>
              <p:cNvSpPr/>
              <p:nvPr/>
            </p:nvSpPr>
            <p:spPr>
              <a:xfrm>
                <a:off x="7816534"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13"/>
              <p:cNvSpPr/>
              <p:nvPr/>
            </p:nvSpPr>
            <p:spPr>
              <a:xfrm>
                <a:off x="7824761"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13"/>
              <p:cNvSpPr/>
              <p:nvPr/>
            </p:nvSpPr>
            <p:spPr>
              <a:xfrm>
                <a:off x="7816534"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13"/>
              <p:cNvSpPr/>
              <p:nvPr/>
            </p:nvSpPr>
            <p:spPr>
              <a:xfrm>
                <a:off x="7816534"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13"/>
              <p:cNvSpPr/>
              <p:nvPr/>
            </p:nvSpPr>
            <p:spPr>
              <a:xfrm>
                <a:off x="7824761"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13"/>
              <p:cNvSpPr/>
              <p:nvPr/>
            </p:nvSpPr>
            <p:spPr>
              <a:xfrm>
                <a:off x="7824761"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13"/>
              <p:cNvSpPr/>
              <p:nvPr/>
            </p:nvSpPr>
            <p:spPr>
              <a:xfrm>
                <a:off x="7824761" y="1736397"/>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13"/>
              <p:cNvSpPr/>
              <p:nvPr/>
            </p:nvSpPr>
            <p:spPr>
              <a:xfrm>
                <a:off x="7816534" y="1879709"/>
                <a:ext cx="53295" cy="80955"/>
              </a:xfrm>
              <a:custGeom>
                <a:rect b="b" l="l" r="r" t="t"/>
                <a:pathLst>
                  <a:path extrusionOk="0" h="679" w="447">
                    <a:moveTo>
                      <a:pt x="224" y="70"/>
                    </a:moveTo>
                    <a:cubicBezTo>
                      <a:pt x="316" y="70"/>
                      <a:pt x="362" y="162"/>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13"/>
              <p:cNvSpPr/>
              <p:nvPr/>
            </p:nvSpPr>
            <p:spPr>
              <a:xfrm>
                <a:off x="7824761" y="202576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13"/>
              <p:cNvSpPr/>
              <p:nvPr/>
            </p:nvSpPr>
            <p:spPr>
              <a:xfrm>
                <a:off x="7824761" y="217002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13"/>
              <p:cNvSpPr/>
              <p:nvPr/>
            </p:nvSpPr>
            <p:spPr>
              <a:xfrm>
                <a:off x="7816534" y="2313220"/>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13"/>
              <p:cNvSpPr/>
              <p:nvPr/>
            </p:nvSpPr>
            <p:spPr>
              <a:xfrm>
                <a:off x="7824761" y="245939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13"/>
              <p:cNvSpPr/>
              <p:nvPr/>
            </p:nvSpPr>
            <p:spPr>
              <a:xfrm>
                <a:off x="7816534" y="2602704"/>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13"/>
              <p:cNvSpPr/>
              <p:nvPr/>
            </p:nvSpPr>
            <p:spPr>
              <a:xfrm>
                <a:off x="7824761" y="274875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13"/>
              <p:cNvSpPr/>
              <p:nvPr/>
            </p:nvSpPr>
            <p:spPr>
              <a:xfrm>
                <a:off x="7816534" y="2892069"/>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3"/>
              <p:cNvSpPr/>
              <p:nvPr/>
            </p:nvSpPr>
            <p:spPr>
              <a:xfrm>
                <a:off x="7824761" y="303812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13"/>
              <p:cNvSpPr/>
              <p:nvPr/>
            </p:nvSpPr>
            <p:spPr>
              <a:xfrm>
                <a:off x="7816534" y="3181435"/>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3"/>
              <p:cNvSpPr/>
              <p:nvPr/>
            </p:nvSpPr>
            <p:spPr>
              <a:xfrm>
                <a:off x="7816534"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13"/>
              <p:cNvSpPr/>
              <p:nvPr/>
            </p:nvSpPr>
            <p:spPr>
              <a:xfrm>
                <a:off x="7824761" y="3472588"/>
                <a:ext cx="26707" cy="78213"/>
              </a:xfrm>
              <a:custGeom>
                <a:rect b="b" l="l" r="r" t="t"/>
                <a:pathLst>
                  <a:path extrusionOk="0" h="656" w="224">
                    <a:moveTo>
                      <a:pt x="147" y="0"/>
                    </a:moveTo>
                    <a:lnTo>
                      <a:pt x="0" y="78"/>
                    </a:lnTo>
                    <a:lnTo>
                      <a:pt x="24"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13"/>
              <p:cNvSpPr/>
              <p:nvPr/>
            </p:nvSpPr>
            <p:spPr>
              <a:xfrm>
                <a:off x="7816534" y="3615900"/>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13"/>
              <p:cNvSpPr/>
              <p:nvPr/>
            </p:nvSpPr>
            <p:spPr>
              <a:xfrm>
                <a:off x="7816534" y="3760165"/>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13"/>
              <p:cNvSpPr/>
              <p:nvPr/>
            </p:nvSpPr>
            <p:spPr>
              <a:xfrm>
                <a:off x="7816534" y="390526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13"/>
              <p:cNvSpPr/>
              <p:nvPr/>
            </p:nvSpPr>
            <p:spPr>
              <a:xfrm>
                <a:off x="7824761" y="4051318"/>
                <a:ext cx="26707" cy="78213"/>
              </a:xfrm>
              <a:custGeom>
                <a:rect b="b" l="l" r="r" t="t"/>
                <a:pathLst>
                  <a:path extrusionOk="0" h="656" w="224">
                    <a:moveTo>
                      <a:pt x="147" y="1"/>
                    </a:moveTo>
                    <a:lnTo>
                      <a:pt x="0" y="78"/>
                    </a:lnTo>
                    <a:lnTo>
                      <a:pt x="24"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3"/>
              <p:cNvSpPr/>
              <p:nvPr/>
            </p:nvSpPr>
            <p:spPr>
              <a:xfrm>
                <a:off x="7824761" y="4195584"/>
                <a:ext cx="26707" cy="78213"/>
              </a:xfrm>
              <a:custGeom>
                <a:rect b="b" l="l" r="r" t="t"/>
                <a:pathLst>
                  <a:path extrusionOk="0" h="656" w="224">
                    <a:moveTo>
                      <a:pt x="147" y="0"/>
                    </a:moveTo>
                    <a:lnTo>
                      <a:pt x="0" y="77"/>
                    </a:lnTo>
                    <a:lnTo>
                      <a:pt x="24"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13"/>
              <p:cNvSpPr/>
              <p:nvPr/>
            </p:nvSpPr>
            <p:spPr>
              <a:xfrm>
                <a:off x="7824761" y="4340684"/>
                <a:ext cx="26707" cy="78213"/>
              </a:xfrm>
              <a:custGeom>
                <a:rect b="b" l="l" r="r" t="t"/>
                <a:pathLst>
                  <a:path extrusionOk="0" h="656" w="224">
                    <a:moveTo>
                      <a:pt x="147" y="1"/>
                    </a:moveTo>
                    <a:lnTo>
                      <a:pt x="0" y="78"/>
                    </a:lnTo>
                    <a:lnTo>
                      <a:pt x="24"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13"/>
              <p:cNvSpPr/>
              <p:nvPr/>
            </p:nvSpPr>
            <p:spPr>
              <a:xfrm>
                <a:off x="7816534" y="448399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40"/>
                    </a:cubicBezTo>
                    <a:cubicBezTo>
                      <a:pt x="93" y="162"/>
                      <a:pt x="147" y="70"/>
                      <a:pt x="224" y="70"/>
                    </a:cubicBezTo>
                    <a:close/>
                    <a:moveTo>
                      <a:pt x="231" y="1"/>
                    </a:moveTo>
                    <a:cubicBezTo>
                      <a:pt x="100" y="1"/>
                      <a:pt x="0" y="116"/>
                      <a:pt x="0" y="340"/>
                    </a:cubicBezTo>
                    <a:cubicBezTo>
                      <a:pt x="8" y="555"/>
                      <a:pt x="93" y="679"/>
                      <a:pt x="224" y="679"/>
                    </a:cubicBezTo>
                    <a:cubicBezTo>
                      <a:pt x="370"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13"/>
              <p:cNvSpPr/>
              <p:nvPr/>
            </p:nvSpPr>
            <p:spPr>
              <a:xfrm>
                <a:off x="7824761" y="4630049"/>
                <a:ext cx="26707" cy="78213"/>
              </a:xfrm>
              <a:custGeom>
                <a:rect b="b" l="l" r="r" t="t"/>
                <a:pathLst>
                  <a:path extrusionOk="0" h="656" w="224">
                    <a:moveTo>
                      <a:pt x="147" y="1"/>
                    </a:moveTo>
                    <a:lnTo>
                      <a:pt x="0" y="78"/>
                    </a:lnTo>
                    <a:lnTo>
                      <a:pt x="24"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3"/>
              <p:cNvSpPr/>
              <p:nvPr/>
            </p:nvSpPr>
            <p:spPr>
              <a:xfrm>
                <a:off x="7816534" y="4773360"/>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40"/>
                    </a:cubicBezTo>
                    <a:cubicBezTo>
                      <a:pt x="93" y="162"/>
                      <a:pt x="147" y="70"/>
                      <a:pt x="224" y="70"/>
                    </a:cubicBezTo>
                    <a:close/>
                    <a:moveTo>
                      <a:pt x="231" y="1"/>
                    </a:moveTo>
                    <a:cubicBezTo>
                      <a:pt x="100" y="1"/>
                      <a:pt x="0" y="116"/>
                      <a:pt x="0" y="340"/>
                    </a:cubicBezTo>
                    <a:cubicBezTo>
                      <a:pt x="8" y="555"/>
                      <a:pt x="93" y="679"/>
                      <a:pt x="224" y="679"/>
                    </a:cubicBezTo>
                    <a:cubicBezTo>
                      <a:pt x="370"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3"/>
              <p:cNvSpPr/>
              <p:nvPr/>
            </p:nvSpPr>
            <p:spPr>
              <a:xfrm>
                <a:off x="7824761" y="4919414"/>
                <a:ext cx="26707" cy="78213"/>
              </a:xfrm>
              <a:custGeom>
                <a:rect b="b" l="l" r="r" t="t"/>
                <a:pathLst>
                  <a:path extrusionOk="0" h="656" w="224">
                    <a:moveTo>
                      <a:pt x="147" y="1"/>
                    </a:moveTo>
                    <a:lnTo>
                      <a:pt x="0" y="78"/>
                    </a:lnTo>
                    <a:lnTo>
                      <a:pt x="24"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13"/>
              <p:cNvSpPr/>
              <p:nvPr/>
            </p:nvSpPr>
            <p:spPr>
              <a:xfrm>
                <a:off x="7816534" y="506272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40"/>
                    </a:cubicBezTo>
                    <a:cubicBezTo>
                      <a:pt x="93" y="162"/>
                      <a:pt x="147" y="70"/>
                      <a:pt x="224" y="70"/>
                    </a:cubicBezTo>
                    <a:close/>
                    <a:moveTo>
                      <a:pt x="231" y="1"/>
                    </a:moveTo>
                    <a:cubicBezTo>
                      <a:pt x="100" y="1"/>
                      <a:pt x="0" y="116"/>
                      <a:pt x="0" y="340"/>
                    </a:cubicBezTo>
                    <a:cubicBezTo>
                      <a:pt x="8" y="555"/>
                      <a:pt x="93" y="679"/>
                      <a:pt x="224" y="679"/>
                    </a:cubicBezTo>
                    <a:cubicBezTo>
                      <a:pt x="370"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7" name="Google Shape;3827;p13"/>
            <p:cNvSpPr/>
            <p:nvPr/>
          </p:nvSpPr>
          <p:spPr>
            <a:xfrm>
              <a:off x="138187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3"/>
            <p:cNvSpPr/>
            <p:nvPr/>
          </p:nvSpPr>
          <p:spPr>
            <a:xfrm>
              <a:off x="138187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13"/>
            <p:cNvSpPr/>
            <p:nvPr/>
          </p:nvSpPr>
          <p:spPr>
            <a:xfrm>
              <a:off x="138187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13"/>
            <p:cNvSpPr/>
            <p:nvPr/>
          </p:nvSpPr>
          <p:spPr>
            <a:xfrm>
              <a:off x="137365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13"/>
            <p:cNvSpPr/>
            <p:nvPr/>
          </p:nvSpPr>
          <p:spPr>
            <a:xfrm>
              <a:off x="137365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13"/>
            <p:cNvSpPr/>
            <p:nvPr/>
          </p:nvSpPr>
          <p:spPr>
            <a:xfrm>
              <a:off x="138187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13"/>
            <p:cNvSpPr/>
            <p:nvPr/>
          </p:nvSpPr>
          <p:spPr>
            <a:xfrm>
              <a:off x="137365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13"/>
            <p:cNvSpPr/>
            <p:nvPr/>
          </p:nvSpPr>
          <p:spPr>
            <a:xfrm>
              <a:off x="138187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13"/>
            <p:cNvSpPr/>
            <p:nvPr/>
          </p:nvSpPr>
          <p:spPr>
            <a:xfrm>
              <a:off x="747168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13"/>
            <p:cNvSpPr/>
            <p:nvPr/>
          </p:nvSpPr>
          <p:spPr>
            <a:xfrm>
              <a:off x="747168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13"/>
            <p:cNvSpPr/>
            <p:nvPr/>
          </p:nvSpPr>
          <p:spPr>
            <a:xfrm>
              <a:off x="747168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13"/>
            <p:cNvSpPr/>
            <p:nvPr/>
          </p:nvSpPr>
          <p:spPr>
            <a:xfrm>
              <a:off x="747168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13"/>
            <p:cNvSpPr/>
            <p:nvPr/>
          </p:nvSpPr>
          <p:spPr>
            <a:xfrm>
              <a:off x="7463459"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13"/>
            <p:cNvSpPr/>
            <p:nvPr/>
          </p:nvSpPr>
          <p:spPr>
            <a:xfrm>
              <a:off x="7463459"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3"/>
            <p:cNvSpPr/>
            <p:nvPr/>
          </p:nvSpPr>
          <p:spPr>
            <a:xfrm>
              <a:off x="772432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13"/>
            <p:cNvSpPr/>
            <p:nvPr/>
          </p:nvSpPr>
          <p:spPr>
            <a:xfrm>
              <a:off x="772432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13"/>
            <p:cNvSpPr/>
            <p:nvPr/>
          </p:nvSpPr>
          <p:spPr>
            <a:xfrm>
              <a:off x="772432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3"/>
            <p:cNvSpPr/>
            <p:nvPr/>
          </p:nvSpPr>
          <p:spPr>
            <a:xfrm>
              <a:off x="772432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13"/>
            <p:cNvSpPr/>
            <p:nvPr/>
          </p:nvSpPr>
          <p:spPr>
            <a:xfrm>
              <a:off x="7716101"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3"/>
            <p:cNvSpPr/>
            <p:nvPr/>
          </p:nvSpPr>
          <p:spPr>
            <a:xfrm>
              <a:off x="7716101"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13"/>
            <p:cNvSpPr/>
            <p:nvPr/>
          </p:nvSpPr>
          <p:spPr>
            <a:xfrm>
              <a:off x="772432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3"/>
            <p:cNvSpPr/>
            <p:nvPr/>
          </p:nvSpPr>
          <p:spPr>
            <a:xfrm>
              <a:off x="7716101"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3"/>
            <p:cNvSpPr/>
            <p:nvPr/>
          </p:nvSpPr>
          <p:spPr>
            <a:xfrm>
              <a:off x="822973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13"/>
            <p:cNvSpPr/>
            <p:nvPr/>
          </p:nvSpPr>
          <p:spPr>
            <a:xfrm>
              <a:off x="822973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13"/>
            <p:cNvSpPr/>
            <p:nvPr/>
          </p:nvSpPr>
          <p:spPr>
            <a:xfrm>
              <a:off x="822973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13"/>
            <p:cNvSpPr/>
            <p:nvPr/>
          </p:nvSpPr>
          <p:spPr>
            <a:xfrm>
              <a:off x="822973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13"/>
            <p:cNvSpPr/>
            <p:nvPr/>
          </p:nvSpPr>
          <p:spPr>
            <a:xfrm>
              <a:off x="822150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3"/>
            <p:cNvSpPr/>
            <p:nvPr/>
          </p:nvSpPr>
          <p:spPr>
            <a:xfrm>
              <a:off x="822150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13"/>
            <p:cNvSpPr/>
            <p:nvPr/>
          </p:nvSpPr>
          <p:spPr>
            <a:xfrm>
              <a:off x="822973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13"/>
            <p:cNvSpPr/>
            <p:nvPr/>
          </p:nvSpPr>
          <p:spPr>
            <a:xfrm>
              <a:off x="822150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13"/>
            <p:cNvSpPr/>
            <p:nvPr/>
          </p:nvSpPr>
          <p:spPr>
            <a:xfrm>
              <a:off x="8229731"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13"/>
            <p:cNvSpPr/>
            <p:nvPr/>
          </p:nvSpPr>
          <p:spPr>
            <a:xfrm>
              <a:off x="8221504"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13"/>
            <p:cNvSpPr/>
            <p:nvPr/>
          </p:nvSpPr>
          <p:spPr>
            <a:xfrm>
              <a:off x="8229731"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13"/>
            <p:cNvSpPr/>
            <p:nvPr/>
          </p:nvSpPr>
          <p:spPr>
            <a:xfrm>
              <a:off x="8221504"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13"/>
            <p:cNvSpPr/>
            <p:nvPr/>
          </p:nvSpPr>
          <p:spPr>
            <a:xfrm>
              <a:off x="8229731"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13"/>
            <p:cNvSpPr/>
            <p:nvPr/>
          </p:nvSpPr>
          <p:spPr>
            <a:xfrm>
              <a:off x="62454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13"/>
            <p:cNvSpPr/>
            <p:nvPr/>
          </p:nvSpPr>
          <p:spPr>
            <a:xfrm>
              <a:off x="62454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13"/>
            <p:cNvSpPr/>
            <p:nvPr/>
          </p:nvSpPr>
          <p:spPr>
            <a:xfrm>
              <a:off x="62454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13"/>
            <p:cNvSpPr/>
            <p:nvPr/>
          </p:nvSpPr>
          <p:spPr>
            <a:xfrm>
              <a:off x="62454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13"/>
            <p:cNvSpPr/>
            <p:nvPr/>
          </p:nvSpPr>
          <p:spPr>
            <a:xfrm>
              <a:off x="61632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13"/>
            <p:cNvSpPr/>
            <p:nvPr/>
          </p:nvSpPr>
          <p:spPr>
            <a:xfrm>
              <a:off x="61632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13"/>
            <p:cNvSpPr/>
            <p:nvPr/>
          </p:nvSpPr>
          <p:spPr>
            <a:xfrm>
              <a:off x="62454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3"/>
            <p:cNvSpPr/>
            <p:nvPr/>
          </p:nvSpPr>
          <p:spPr>
            <a:xfrm>
              <a:off x="61632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13"/>
            <p:cNvSpPr/>
            <p:nvPr/>
          </p:nvSpPr>
          <p:spPr>
            <a:xfrm>
              <a:off x="624548"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13"/>
            <p:cNvSpPr/>
            <p:nvPr/>
          </p:nvSpPr>
          <p:spPr>
            <a:xfrm>
              <a:off x="61632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13"/>
            <p:cNvSpPr/>
            <p:nvPr/>
          </p:nvSpPr>
          <p:spPr>
            <a:xfrm>
              <a:off x="62454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13"/>
            <p:cNvSpPr/>
            <p:nvPr/>
          </p:nvSpPr>
          <p:spPr>
            <a:xfrm>
              <a:off x="61632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3"/>
            <p:cNvSpPr/>
            <p:nvPr/>
          </p:nvSpPr>
          <p:spPr>
            <a:xfrm>
              <a:off x="62454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13"/>
            <p:cNvSpPr/>
            <p:nvPr/>
          </p:nvSpPr>
          <p:spPr>
            <a:xfrm>
              <a:off x="616321"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13"/>
            <p:cNvSpPr/>
            <p:nvPr/>
          </p:nvSpPr>
          <p:spPr>
            <a:xfrm>
              <a:off x="62454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13"/>
            <p:cNvSpPr/>
            <p:nvPr/>
          </p:nvSpPr>
          <p:spPr>
            <a:xfrm>
              <a:off x="624548"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13"/>
            <p:cNvSpPr/>
            <p:nvPr/>
          </p:nvSpPr>
          <p:spPr>
            <a:xfrm>
              <a:off x="616321"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13"/>
            <p:cNvSpPr/>
            <p:nvPr/>
          </p:nvSpPr>
          <p:spPr>
            <a:xfrm>
              <a:off x="616321"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3"/>
            <p:cNvSpPr/>
            <p:nvPr/>
          </p:nvSpPr>
          <p:spPr>
            <a:xfrm>
              <a:off x="624548"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13"/>
            <p:cNvSpPr/>
            <p:nvPr/>
          </p:nvSpPr>
          <p:spPr>
            <a:xfrm>
              <a:off x="163380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13"/>
            <p:cNvSpPr/>
            <p:nvPr/>
          </p:nvSpPr>
          <p:spPr>
            <a:xfrm>
              <a:off x="163380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13"/>
            <p:cNvSpPr/>
            <p:nvPr/>
          </p:nvSpPr>
          <p:spPr>
            <a:xfrm>
              <a:off x="163380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13"/>
            <p:cNvSpPr/>
            <p:nvPr/>
          </p:nvSpPr>
          <p:spPr>
            <a:xfrm>
              <a:off x="163380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13"/>
            <p:cNvSpPr/>
            <p:nvPr/>
          </p:nvSpPr>
          <p:spPr>
            <a:xfrm>
              <a:off x="162641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13"/>
            <p:cNvSpPr/>
            <p:nvPr/>
          </p:nvSpPr>
          <p:spPr>
            <a:xfrm>
              <a:off x="162641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7" name="Google Shape;3887;p13"/>
            <p:cNvGrpSpPr/>
            <p:nvPr/>
          </p:nvGrpSpPr>
          <p:grpSpPr>
            <a:xfrm>
              <a:off x="110918" y="206"/>
              <a:ext cx="53414" cy="5143474"/>
              <a:chOff x="8712171" y="206"/>
              <a:chExt cx="53414" cy="5143474"/>
            </a:xfrm>
          </p:grpSpPr>
          <p:sp>
            <p:nvSpPr>
              <p:cNvPr id="3888" name="Google Shape;3888;p13"/>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13"/>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13"/>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13"/>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13"/>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13"/>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13"/>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13"/>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13"/>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13"/>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13"/>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3"/>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13"/>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13"/>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13"/>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13"/>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3"/>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13"/>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13"/>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3"/>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13"/>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13"/>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13"/>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13"/>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13"/>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3"/>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13"/>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13"/>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3"/>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13"/>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13"/>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13"/>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13"/>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13"/>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13"/>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13"/>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4" name="Google Shape;3924;p13"/>
            <p:cNvSpPr/>
            <p:nvPr/>
          </p:nvSpPr>
          <p:spPr>
            <a:xfrm>
              <a:off x="87647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13"/>
            <p:cNvSpPr/>
            <p:nvPr/>
          </p:nvSpPr>
          <p:spPr>
            <a:xfrm>
              <a:off x="87647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3"/>
            <p:cNvSpPr/>
            <p:nvPr/>
          </p:nvSpPr>
          <p:spPr>
            <a:xfrm>
              <a:off x="87647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13"/>
            <p:cNvSpPr/>
            <p:nvPr/>
          </p:nvSpPr>
          <p:spPr>
            <a:xfrm>
              <a:off x="87647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13"/>
            <p:cNvSpPr/>
            <p:nvPr/>
          </p:nvSpPr>
          <p:spPr>
            <a:xfrm>
              <a:off x="86908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13"/>
            <p:cNvSpPr/>
            <p:nvPr/>
          </p:nvSpPr>
          <p:spPr>
            <a:xfrm>
              <a:off x="86908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3"/>
            <p:cNvSpPr/>
            <p:nvPr/>
          </p:nvSpPr>
          <p:spPr>
            <a:xfrm>
              <a:off x="87647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3"/>
            <p:cNvSpPr/>
            <p:nvPr/>
          </p:nvSpPr>
          <p:spPr>
            <a:xfrm>
              <a:off x="86908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13"/>
            <p:cNvSpPr/>
            <p:nvPr/>
          </p:nvSpPr>
          <p:spPr>
            <a:xfrm>
              <a:off x="87647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13"/>
            <p:cNvSpPr/>
            <p:nvPr/>
          </p:nvSpPr>
          <p:spPr>
            <a:xfrm>
              <a:off x="86908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3"/>
            <p:cNvSpPr/>
            <p:nvPr/>
          </p:nvSpPr>
          <p:spPr>
            <a:xfrm>
              <a:off x="87647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3"/>
            <p:cNvSpPr/>
            <p:nvPr/>
          </p:nvSpPr>
          <p:spPr>
            <a:xfrm>
              <a:off x="86908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13"/>
            <p:cNvSpPr/>
            <p:nvPr/>
          </p:nvSpPr>
          <p:spPr>
            <a:xfrm>
              <a:off x="87647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7" name="Google Shape;3937;p13"/>
          <p:cNvSpPr txBox="1"/>
          <p:nvPr>
            <p:ph hasCustomPrompt="1" type="title"/>
          </p:nvPr>
        </p:nvSpPr>
        <p:spPr>
          <a:xfrm>
            <a:off x="2741850" y="1274847"/>
            <a:ext cx="10065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938" name="Google Shape;3938;p13"/>
          <p:cNvSpPr txBox="1"/>
          <p:nvPr>
            <p:ph idx="1" type="subTitle"/>
          </p:nvPr>
        </p:nvSpPr>
        <p:spPr>
          <a:xfrm>
            <a:off x="2046900" y="1752838"/>
            <a:ext cx="23964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3939" name="Google Shape;3939;p13"/>
          <p:cNvSpPr txBox="1"/>
          <p:nvPr>
            <p:ph idx="2" type="subTitle"/>
          </p:nvPr>
        </p:nvSpPr>
        <p:spPr>
          <a:xfrm>
            <a:off x="2046900" y="2199728"/>
            <a:ext cx="23964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940" name="Google Shape;3940;p13"/>
          <p:cNvSpPr txBox="1"/>
          <p:nvPr>
            <p:ph hasCustomPrompt="1" idx="3" type="title"/>
          </p:nvPr>
        </p:nvSpPr>
        <p:spPr>
          <a:xfrm>
            <a:off x="5395650" y="1274847"/>
            <a:ext cx="10065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941" name="Google Shape;3941;p13"/>
          <p:cNvSpPr txBox="1"/>
          <p:nvPr>
            <p:ph idx="4" type="subTitle"/>
          </p:nvPr>
        </p:nvSpPr>
        <p:spPr>
          <a:xfrm>
            <a:off x="4700700" y="1752838"/>
            <a:ext cx="23964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3942" name="Google Shape;3942;p13"/>
          <p:cNvSpPr txBox="1"/>
          <p:nvPr>
            <p:ph idx="5" type="subTitle"/>
          </p:nvPr>
        </p:nvSpPr>
        <p:spPr>
          <a:xfrm>
            <a:off x="4700700" y="2199728"/>
            <a:ext cx="23964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943" name="Google Shape;3943;p13"/>
          <p:cNvSpPr txBox="1"/>
          <p:nvPr>
            <p:ph hasCustomPrompt="1" idx="6" type="title"/>
          </p:nvPr>
        </p:nvSpPr>
        <p:spPr>
          <a:xfrm>
            <a:off x="1414950" y="3027828"/>
            <a:ext cx="10065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944" name="Google Shape;3944;p13"/>
          <p:cNvSpPr txBox="1"/>
          <p:nvPr>
            <p:ph idx="7" type="subTitle"/>
          </p:nvPr>
        </p:nvSpPr>
        <p:spPr>
          <a:xfrm>
            <a:off x="720000" y="3505829"/>
            <a:ext cx="23964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3945" name="Google Shape;3945;p13"/>
          <p:cNvSpPr txBox="1"/>
          <p:nvPr>
            <p:ph idx="8" type="subTitle"/>
          </p:nvPr>
        </p:nvSpPr>
        <p:spPr>
          <a:xfrm>
            <a:off x="720000" y="3952716"/>
            <a:ext cx="23964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946" name="Google Shape;3946;p13"/>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3947" name="Google Shape;3947;p13"/>
          <p:cNvSpPr txBox="1"/>
          <p:nvPr>
            <p:ph hasCustomPrompt="1" idx="13" type="title"/>
          </p:nvPr>
        </p:nvSpPr>
        <p:spPr>
          <a:xfrm>
            <a:off x="6722550" y="3027830"/>
            <a:ext cx="10065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948" name="Google Shape;3948;p13"/>
          <p:cNvSpPr txBox="1"/>
          <p:nvPr>
            <p:ph idx="14" type="subTitle"/>
          </p:nvPr>
        </p:nvSpPr>
        <p:spPr>
          <a:xfrm>
            <a:off x="6027600" y="3505829"/>
            <a:ext cx="23964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3949" name="Google Shape;3949;p13"/>
          <p:cNvSpPr txBox="1"/>
          <p:nvPr>
            <p:ph idx="15" type="subTitle"/>
          </p:nvPr>
        </p:nvSpPr>
        <p:spPr>
          <a:xfrm>
            <a:off x="6027600" y="3952716"/>
            <a:ext cx="23964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3950" name="Google Shape;3950;p13"/>
          <p:cNvSpPr txBox="1"/>
          <p:nvPr>
            <p:ph hasCustomPrompt="1" idx="16" type="title"/>
          </p:nvPr>
        </p:nvSpPr>
        <p:spPr>
          <a:xfrm>
            <a:off x="4068750" y="3027828"/>
            <a:ext cx="10065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3951" name="Google Shape;3951;p13"/>
          <p:cNvSpPr txBox="1"/>
          <p:nvPr>
            <p:ph idx="17" type="subTitle"/>
          </p:nvPr>
        </p:nvSpPr>
        <p:spPr>
          <a:xfrm>
            <a:off x="3373800" y="3505827"/>
            <a:ext cx="23964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3952" name="Google Shape;3952;p13"/>
          <p:cNvSpPr txBox="1"/>
          <p:nvPr>
            <p:ph idx="18" type="subTitle"/>
          </p:nvPr>
        </p:nvSpPr>
        <p:spPr>
          <a:xfrm>
            <a:off x="3373800" y="3952715"/>
            <a:ext cx="23964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8">
    <p:spTree>
      <p:nvGrpSpPr>
        <p:cNvPr id="3953" name="Shape 3953"/>
        <p:cNvGrpSpPr/>
        <p:nvPr/>
      </p:nvGrpSpPr>
      <p:grpSpPr>
        <a:xfrm>
          <a:off x="0" y="0"/>
          <a:ext cx="0" cy="0"/>
          <a:chOff x="0" y="0"/>
          <a:chExt cx="0" cy="0"/>
        </a:xfrm>
      </p:grpSpPr>
      <p:grpSp>
        <p:nvGrpSpPr>
          <p:cNvPr id="3954" name="Google Shape;3954;p14"/>
          <p:cNvGrpSpPr/>
          <p:nvPr/>
        </p:nvGrpSpPr>
        <p:grpSpPr>
          <a:xfrm>
            <a:off x="189" y="52"/>
            <a:ext cx="9144013" cy="5143533"/>
            <a:chOff x="4088025" y="1324225"/>
            <a:chExt cx="1348575" cy="1101800"/>
          </a:xfrm>
        </p:grpSpPr>
        <p:sp>
          <p:nvSpPr>
            <p:cNvPr id="3955" name="Google Shape;3955;p14"/>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14"/>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14"/>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14"/>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14"/>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14"/>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14"/>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14"/>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14"/>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4"/>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14"/>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14"/>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4"/>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14"/>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14"/>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4"/>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14"/>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14"/>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14"/>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14"/>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14"/>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14"/>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14"/>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14"/>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14"/>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14"/>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14"/>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14"/>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14"/>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4"/>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14"/>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4"/>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4"/>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4"/>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4"/>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4"/>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14"/>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4"/>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14"/>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4"/>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14"/>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14"/>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14"/>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14"/>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14"/>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14"/>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14"/>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14"/>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14"/>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14"/>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05" name="Google Shape;4005;p14"/>
          <p:cNvSpPr txBox="1"/>
          <p:nvPr>
            <p:ph type="title"/>
          </p:nvPr>
        </p:nvSpPr>
        <p:spPr>
          <a:xfrm>
            <a:off x="3085897" y="3243597"/>
            <a:ext cx="4847700" cy="520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2200"/>
            </a:lvl1pPr>
            <a:lvl2pPr lvl="1" rtl="0">
              <a:spcBef>
                <a:spcPts val="0"/>
              </a:spcBef>
              <a:spcAft>
                <a:spcPts val="0"/>
              </a:spcAft>
              <a:buNone/>
              <a:defRPr sz="2200"/>
            </a:lvl2pPr>
            <a:lvl3pPr lvl="2" rtl="0">
              <a:spcBef>
                <a:spcPts val="0"/>
              </a:spcBef>
              <a:spcAft>
                <a:spcPts val="0"/>
              </a:spcAft>
              <a:buNone/>
              <a:defRPr sz="2200"/>
            </a:lvl3pPr>
            <a:lvl4pPr lvl="3" rtl="0">
              <a:spcBef>
                <a:spcPts val="0"/>
              </a:spcBef>
              <a:spcAft>
                <a:spcPts val="0"/>
              </a:spcAft>
              <a:buNone/>
              <a:defRPr sz="2200"/>
            </a:lvl4pPr>
            <a:lvl5pPr lvl="4" rtl="0">
              <a:spcBef>
                <a:spcPts val="0"/>
              </a:spcBef>
              <a:spcAft>
                <a:spcPts val="0"/>
              </a:spcAft>
              <a:buNone/>
              <a:defRPr sz="2200"/>
            </a:lvl5pPr>
            <a:lvl6pPr lvl="5" rtl="0">
              <a:spcBef>
                <a:spcPts val="0"/>
              </a:spcBef>
              <a:spcAft>
                <a:spcPts val="0"/>
              </a:spcAft>
              <a:buNone/>
              <a:defRPr sz="2200"/>
            </a:lvl6pPr>
            <a:lvl7pPr lvl="6" rtl="0">
              <a:spcBef>
                <a:spcPts val="0"/>
              </a:spcBef>
              <a:spcAft>
                <a:spcPts val="0"/>
              </a:spcAft>
              <a:buNone/>
              <a:defRPr sz="2200"/>
            </a:lvl7pPr>
            <a:lvl8pPr lvl="7" rtl="0">
              <a:spcBef>
                <a:spcPts val="0"/>
              </a:spcBef>
              <a:spcAft>
                <a:spcPts val="0"/>
              </a:spcAft>
              <a:buNone/>
              <a:defRPr sz="2200"/>
            </a:lvl8pPr>
            <a:lvl9pPr lvl="8" rtl="0">
              <a:spcBef>
                <a:spcPts val="0"/>
              </a:spcBef>
              <a:spcAft>
                <a:spcPts val="0"/>
              </a:spcAft>
              <a:buNone/>
              <a:defRPr sz="2200"/>
            </a:lvl9pPr>
          </a:lstStyle>
          <a:p/>
        </p:txBody>
      </p:sp>
      <p:sp>
        <p:nvSpPr>
          <p:cNvPr id="4006" name="Google Shape;4006;p14"/>
          <p:cNvSpPr txBox="1"/>
          <p:nvPr>
            <p:ph idx="1" type="subTitle"/>
          </p:nvPr>
        </p:nvSpPr>
        <p:spPr>
          <a:xfrm>
            <a:off x="3085897" y="1529925"/>
            <a:ext cx="4847700" cy="1641600"/>
          </a:xfrm>
          <a:prstGeom prst="rect">
            <a:avLst/>
          </a:prstGeom>
        </p:spPr>
        <p:txBody>
          <a:bodyPr anchorCtr="0" anchor="b" bIns="91425" lIns="91425" spcFirstLastPara="1" rIns="91425" wrap="square" tIns="91425">
            <a:noAutofit/>
          </a:bodyPr>
          <a:lstStyle>
            <a:lvl1pPr lvl="0" rtl="0" algn="ctr">
              <a:spcBef>
                <a:spcPts val="0"/>
              </a:spcBef>
              <a:spcAft>
                <a:spcPts val="0"/>
              </a:spcAft>
              <a:buNone/>
              <a:defRPr sz="2400"/>
            </a:lvl1pPr>
            <a:lvl2pPr lvl="1" rtl="0">
              <a:spcBef>
                <a:spcPts val="0"/>
              </a:spcBef>
              <a:spcAft>
                <a:spcPts val="0"/>
              </a:spcAft>
              <a:buNone/>
              <a:defRPr sz="2400"/>
            </a:lvl2pPr>
            <a:lvl3pPr lvl="2" rtl="0">
              <a:spcBef>
                <a:spcPts val="0"/>
              </a:spcBef>
              <a:spcAft>
                <a:spcPts val="0"/>
              </a:spcAft>
              <a:buNone/>
              <a:defRPr sz="2400"/>
            </a:lvl3pPr>
            <a:lvl4pPr lvl="3" rtl="0">
              <a:spcBef>
                <a:spcPts val="0"/>
              </a:spcBef>
              <a:spcAft>
                <a:spcPts val="0"/>
              </a:spcAft>
              <a:buNone/>
              <a:defRPr sz="2400"/>
            </a:lvl4pPr>
            <a:lvl5pPr lvl="4" rtl="0">
              <a:spcBef>
                <a:spcPts val="0"/>
              </a:spcBef>
              <a:spcAft>
                <a:spcPts val="0"/>
              </a:spcAft>
              <a:buNone/>
              <a:defRPr sz="2400"/>
            </a:lvl5pPr>
            <a:lvl6pPr lvl="5" rtl="0">
              <a:spcBef>
                <a:spcPts val="0"/>
              </a:spcBef>
              <a:spcAft>
                <a:spcPts val="0"/>
              </a:spcAft>
              <a:buNone/>
              <a:defRPr sz="2400"/>
            </a:lvl6pPr>
            <a:lvl7pPr lvl="6" rtl="0">
              <a:spcBef>
                <a:spcPts val="0"/>
              </a:spcBef>
              <a:spcAft>
                <a:spcPts val="0"/>
              </a:spcAft>
              <a:buNone/>
              <a:defRPr sz="2400"/>
            </a:lvl7pPr>
            <a:lvl8pPr lvl="7" rtl="0">
              <a:spcBef>
                <a:spcPts val="0"/>
              </a:spcBef>
              <a:spcAft>
                <a:spcPts val="0"/>
              </a:spcAft>
              <a:buNone/>
              <a:defRPr sz="2400"/>
            </a:lvl8pPr>
            <a:lvl9pPr lvl="8" rtl="0">
              <a:spcBef>
                <a:spcPts val="0"/>
              </a:spcBef>
              <a:spcAft>
                <a:spcPts val="0"/>
              </a:spcAft>
              <a:buNone/>
              <a:defRPr sz="2400"/>
            </a:lvl9pPr>
          </a:lstStyle>
          <a:p/>
        </p:txBody>
      </p:sp>
      <p:grpSp>
        <p:nvGrpSpPr>
          <p:cNvPr id="4007" name="Google Shape;4007;p14"/>
          <p:cNvGrpSpPr/>
          <p:nvPr/>
        </p:nvGrpSpPr>
        <p:grpSpPr>
          <a:xfrm>
            <a:off x="110918" y="206"/>
            <a:ext cx="8922164" cy="5143474"/>
            <a:chOff x="110918" y="206"/>
            <a:chExt cx="8922164" cy="5143474"/>
          </a:xfrm>
        </p:grpSpPr>
        <p:sp>
          <p:nvSpPr>
            <p:cNvPr id="4008" name="Google Shape;4008;p14"/>
            <p:cNvSpPr/>
            <p:nvPr/>
          </p:nvSpPr>
          <p:spPr>
            <a:xfrm>
              <a:off x="38791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14"/>
            <p:cNvSpPr/>
            <p:nvPr/>
          </p:nvSpPr>
          <p:spPr>
            <a:xfrm>
              <a:off x="38791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14"/>
            <p:cNvSpPr/>
            <p:nvPr/>
          </p:nvSpPr>
          <p:spPr>
            <a:xfrm>
              <a:off x="38791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14"/>
            <p:cNvSpPr/>
            <p:nvPr/>
          </p:nvSpPr>
          <p:spPr>
            <a:xfrm>
              <a:off x="379686"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14"/>
            <p:cNvSpPr/>
            <p:nvPr/>
          </p:nvSpPr>
          <p:spPr>
            <a:xfrm>
              <a:off x="379686"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14"/>
            <p:cNvSpPr/>
            <p:nvPr/>
          </p:nvSpPr>
          <p:spPr>
            <a:xfrm>
              <a:off x="92568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4"/>
            <p:cNvSpPr/>
            <p:nvPr/>
          </p:nvSpPr>
          <p:spPr>
            <a:xfrm>
              <a:off x="92568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14"/>
            <p:cNvSpPr/>
            <p:nvPr/>
          </p:nvSpPr>
          <p:spPr>
            <a:xfrm>
              <a:off x="925687"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14"/>
            <p:cNvSpPr/>
            <p:nvPr/>
          </p:nvSpPr>
          <p:spPr>
            <a:xfrm>
              <a:off x="91734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4"/>
            <p:cNvSpPr/>
            <p:nvPr/>
          </p:nvSpPr>
          <p:spPr>
            <a:xfrm>
              <a:off x="91734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14"/>
            <p:cNvSpPr/>
            <p:nvPr/>
          </p:nvSpPr>
          <p:spPr>
            <a:xfrm>
              <a:off x="925687"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14"/>
            <p:cNvSpPr/>
            <p:nvPr/>
          </p:nvSpPr>
          <p:spPr>
            <a:xfrm>
              <a:off x="91734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14"/>
            <p:cNvSpPr/>
            <p:nvPr/>
          </p:nvSpPr>
          <p:spPr>
            <a:xfrm>
              <a:off x="925687"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14"/>
            <p:cNvSpPr/>
            <p:nvPr/>
          </p:nvSpPr>
          <p:spPr>
            <a:xfrm>
              <a:off x="119445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14"/>
            <p:cNvSpPr/>
            <p:nvPr/>
          </p:nvSpPr>
          <p:spPr>
            <a:xfrm>
              <a:off x="119445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14"/>
            <p:cNvSpPr/>
            <p:nvPr/>
          </p:nvSpPr>
          <p:spPr>
            <a:xfrm>
              <a:off x="1194455"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14"/>
            <p:cNvSpPr/>
            <p:nvPr/>
          </p:nvSpPr>
          <p:spPr>
            <a:xfrm>
              <a:off x="1186229"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14"/>
            <p:cNvSpPr/>
            <p:nvPr/>
          </p:nvSpPr>
          <p:spPr>
            <a:xfrm>
              <a:off x="1186229"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4"/>
            <p:cNvSpPr/>
            <p:nvPr/>
          </p:nvSpPr>
          <p:spPr>
            <a:xfrm>
              <a:off x="1194455"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14"/>
            <p:cNvSpPr/>
            <p:nvPr/>
          </p:nvSpPr>
          <p:spPr>
            <a:xfrm>
              <a:off x="1186229"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14"/>
            <p:cNvSpPr/>
            <p:nvPr/>
          </p:nvSpPr>
          <p:spPr>
            <a:xfrm>
              <a:off x="1194455"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4"/>
            <p:cNvSpPr/>
            <p:nvPr/>
          </p:nvSpPr>
          <p:spPr>
            <a:xfrm>
              <a:off x="1186229"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4"/>
            <p:cNvSpPr/>
            <p:nvPr/>
          </p:nvSpPr>
          <p:spPr>
            <a:xfrm>
              <a:off x="1186229"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4"/>
            <p:cNvSpPr/>
            <p:nvPr/>
          </p:nvSpPr>
          <p:spPr>
            <a:xfrm>
              <a:off x="1194455"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14"/>
            <p:cNvSpPr/>
            <p:nvPr/>
          </p:nvSpPr>
          <p:spPr>
            <a:xfrm>
              <a:off x="8451074"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14"/>
            <p:cNvSpPr/>
            <p:nvPr/>
          </p:nvSpPr>
          <p:spPr>
            <a:xfrm>
              <a:off x="8451074"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4"/>
            <p:cNvSpPr/>
            <p:nvPr/>
          </p:nvSpPr>
          <p:spPr>
            <a:xfrm>
              <a:off x="8451074"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14"/>
            <p:cNvSpPr/>
            <p:nvPr/>
          </p:nvSpPr>
          <p:spPr>
            <a:xfrm>
              <a:off x="844284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14"/>
            <p:cNvSpPr/>
            <p:nvPr/>
          </p:nvSpPr>
          <p:spPr>
            <a:xfrm>
              <a:off x="844284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14"/>
            <p:cNvSpPr/>
            <p:nvPr/>
          </p:nvSpPr>
          <p:spPr>
            <a:xfrm>
              <a:off x="8451074"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14"/>
            <p:cNvSpPr/>
            <p:nvPr/>
          </p:nvSpPr>
          <p:spPr>
            <a:xfrm>
              <a:off x="844284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14"/>
            <p:cNvSpPr/>
            <p:nvPr/>
          </p:nvSpPr>
          <p:spPr>
            <a:xfrm>
              <a:off x="8451074"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14"/>
            <p:cNvSpPr/>
            <p:nvPr/>
          </p:nvSpPr>
          <p:spPr>
            <a:xfrm>
              <a:off x="844284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14"/>
            <p:cNvSpPr/>
            <p:nvPr/>
          </p:nvSpPr>
          <p:spPr>
            <a:xfrm>
              <a:off x="844284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14"/>
            <p:cNvSpPr/>
            <p:nvPr/>
          </p:nvSpPr>
          <p:spPr>
            <a:xfrm>
              <a:off x="8451074"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4"/>
            <p:cNvSpPr/>
            <p:nvPr/>
          </p:nvSpPr>
          <p:spPr>
            <a:xfrm>
              <a:off x="8451074"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14"/>
            <p:cNvSpPr/>
            <p:nvPr/>
          </p:nvSpPr>
          <p:spPr>
            <a:xfrm>
              <a:off x="8451074"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14"/>
            <p:cNvSpPr/>
            <p:nvPr/>
          </p:nvSpPr>
          <p:spPr>
            <a:xfrm>
              <a:off x="844284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4"/>
            <p:cNvSpPr/>
            <p:nvPr/>
          </p:nvSpPr>
          <p:spPr>
            <a:xfrm>
              <a:off x="8451074"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4"/>
            <p:cNvSpPr/>
            <p:nvPr/>
          </p:nvSpPr>
          <p:spPr>
            <a:xfrm>
              <a:off x="8451074"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4"/>
            <p:cNvSpPr/>
            <p:nvPr/>
          </p:nvSpPr>
          <p:spPr>
            <a:xfrm>
              <a:off x="844284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4"/>
            <p:cNvSpPr/>
            <p:nvPr/>
          </p:nvSpPr>
          <p:spPr>
            <a:xfrm>
              <a:off x="146322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14"/>
            <p:cNvSpPr/>
            <p:nvPr/>
          </p:nvSpPr>
          <p:spPr>
            <a:xfrm>
              <a:off x="146322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4"/>
            <p:cNvSpPr/>
            <p:nvPr/>
          </p:nvSpPr>
          <p:spPr>
            <a:xfrm>
              <a:off x="1463223"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14"/>
            <p:cNvSpPr/>
            <p:nvPr/>
          </p:nvSpPr>
          <p:spPr>
            <a:xfrm>
              <a:off x="14549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14"/>
            <p:cNvSpPr/>
            <p:nvPr/>
          </p:nvSpPr>
          <p:spPr>
            <a:xfrm>
              <a:off x="14549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14"/>
            <p:cNvSpPr/>
            <p:nvPr/>
          </p:nvSpPr>
          <p:spPr>
            <a:xfrm>
              <a:off x="1463223"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14"/>
            <p:cNvSpPr/>
            <p:nvPr/>
          </p:nvSpPr>
          <p:spPr>
            <a:xfrm>
              <a:off x="14549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14"/>
            <p:cNvSpPr/>
            <p:nvPr/>
          </p:nvSpPr>
          <p:spPr>
            <a:xfrm>
              <a:off x="1463223"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14"/>
            <p:cNvSpPr/>
            <p:nvPr/>
          </p:nvSpPr>
          <p:spPr>
            <a:xfrm>
              <a:off x="145499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14"/>
            <p:cNvSpPr/>
            <p:nvPr/>
          </p:nvSpPr>
          <p:spPr>
            <a:xfrm>
              <a:off x="145499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4"/>
            <p:cNvSpPr/>
            <p:nvPr/>
          </p:nvSpPr>
          <p:spPr>
            <a:xfrm>
              <a:off x="1463223"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4"/>
            <p:cNvSpPr/>
            <p:nvPr/>
          </p:nvSpPr>
          <p:spPr>
            <a:xfrm>
              <a:off x="1463223" y="159117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14"/>
            <p:cNvSpPr/>
            <p:nvPr/>
          </p:nvSpPr>
          <p:spPr>
            <a:xfrm>
              <a:off x="1463223" y="1736397"/>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14"/>
            <p:cNvSpPr/>
            <p:nvPr/>
          </p:nvSpPr>
          <p:spPr>
            <a:xfrm>
              <a:off x="145499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14"/>
            <p:cNvSpPr/>
            <p:nvPr/>
          </p:nvSpPr>
          <p:spPr>
            <a:xfrm>
              <a:off x="1463223" y="202576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14"/>
            <p:cNvSpPr/>
            <p:nvPr/>
          </p:nvSpPr>
          <p:spPr>
            <a:xfrm>
              <a:off x="1463223" y="217002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14"/>
            <p:cNvSpPr/>
            <p:nvPr/>
          </p:nvSpPr>
          <p:spPr>
            <a:xfrm>
              <a:off x="657005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14"/>
            <p:cNvSpPr/>
            <p:nvPr/>
          </p:nvSpPr>
          <p:spPr>
            <a:xfrm>
              <a:off x="657005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14"/>
            <p:cNvSpPr/>
            <p:nvPr/>
          </p:nvSpPr>
          <p:spPr>
            <a:xfrm>
              <a:off x="657005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4"/>
            <p:cNvSpPr/>
            <p:nvPr/>
          </p:nvSpPr>
          <p:spPr>
            <a:xfrm>
              <a:off x="656170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14"/>
            <p:cNvSpPr/>
            <p:nvPr/>
          </p:nvSpPr>
          <p:spPr>
            <a:xfrm>
              <a:off x="656170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4"/>
            <p:cNvSpPr/>
            <p:nvPr/>
          </p:nvSpPr>
          <p:spPr>
            <a:xfrm>
              <a:off x="657005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4"/>
            <p:cNvSpPr/>
            <p:nvPr/>
          </p:nvSpPr>
          <p:spPr>
            <a:xfrm>
              <a:off x="656170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14"/>
            <p:cNvSpPr/>
            <p:nvPr/>
          </p:nvSpPr>
          <p:spPr>
            <a:xfrm>
              <a:off x="6570055"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14"/>
            <p:cNvSpPr/>
            <p:nvPr/>
          </p:nvSpPr>
          <p:spPr>
            <a:xfrm>
              <a:off x="7645485"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14"/>
            <p:cNvSpPr/>
            <p:nvPr/>
          </p:nvSpPr>
          <p:spPr>
            <a:xfrm>
              <a:off x="7645485"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4"/>
            <p:cNvSpPr/>
            <p:nvPr/>
          </p:nvSpPr>
          <p:spPr>
            <a:xfrm>
              <a:off x="7645485"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14"/>
            <p:cNvSpPr/>
            <p:nvPr/>
          </p:nvSpPr>
          <p:spPr>
            <a:xfrm>
              <a:off x="763725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14"/>
            <p:cNvSpPr/>
            <p:nvPr/>
          </p:nvSpPr>
          <p:spPr>
            <a:xfrm>
              <a:off x="763725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14"/>
            <p:cNvSpPr/>
            <p:nvPr/>
          </p:nvSpPr>
          <p:spPr>
            <a:xfrm>
              <a:off x="7645485"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14"/>
            <p:cNvSpPr/>
            <p:nvPr/>
          </p:nvSpPr>
          <p:spPr>
            <a:xfrm>
              <a:off x="763725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14"/>
            <p:cNvSpPr/>
            <p:nvPr/>
          </p:nvSpPr>
          <p:spPr>
            <a:xfrm>
              <a:off x="7645485"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14"/>
            <p:cNvSpPr/>
            <p:nvPr/>
          </p:nvSpPr>
          <p:spPr>
            <a:xfrm>
              <a:off x="763725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14"/>
            <p:cNvSpPr/>
            <p:nvPr/>
          </p:nvSpPr>
          <p:spPr>
            <a:xfrm>
              <a:off x="763725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14"/>
            <p:cNvSpPr/>
            <p:nvPr/>
          </p:nvSpPr>
          <p:spPr>
            <a:xfrm>
              <a:off x="7645485"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4"/>
            <p:cNvSpPr/>
            <p:nvPr/>
          </p:nvSpPr>
          <p:spPr>
            <a:xfrm>
              <a:off x="8719961"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14"/>
            <p:cNvSpPr/>
            <p:nvPr/>
          </p:nvSpPr>
          <p:spPr>
            <a:xfrm>
              <a:off x="8719961"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4"/>
            <p:cNvSpPr/>
            <p:nvPr/>
          </p:nvSpPr>
          <p:spPr>
            <a:xfrm>
              <a:off x="8719961"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14"/>
            <p:cNvSpPr/>
            <p:nvPr/>
          </p:nvSpPr>
          <p:spPr>
            <a:xfrm>
              <a:off x="8711735"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14"/>
            <p:cNvSpPr/>
            <p:nvPr/>
          </p:nvSpPr>
          <p:spPr>
            <a:xfrm>
              <a:off x="8711735"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14"/>
            <p:cNvSpPr/>
            <p:nvPr/>
          </p:nvSpPr>
          <p:spPr>
            <a:xfrm>
              <a:off x="8719961"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14"/>
            <p:cNvSpPr/>
            <p:nvPr/>
          </p:nvSpPr>
          <p:spPr>
            <a:xfrm>
              <a:off x="8711735"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14"/>
            <p:cNvSpPr/>
            <p:nvPr/>
          </p:nvSpPr>
          <p:spPr>
            <a:xfrm>
              <a:off x="8719961"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14"/>
            <p:cNvSpPr/>
            <p:nvPr/>
          </p:nvSpPr>
          <p:spPr>
            <a:xfrm>
              <a:off x="8711735"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4"/>
            <p:cNvSpPr/>
            <p:nvPr/>
          </p:nvSpPr>
          <p:spPr>
            <a:xfrm>
              <a:off x="8711735"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14"/>
            <p:cNvSpPr/>
            <p:nvPr/>
          </p:nvSpPr>
          <p:spPr>
            <a:xfrm>
              <a:off x="8719961"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4"/>
            <p:cNvSpPr/>
            <p:nvPr/>
          </p:nvSpPr>
          <p:spPr>
            <a:xfrm>
              <a:off x="8719961"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14"/>
            <p:cNvSpPr/>
            <p:nvPr/>
          </p:nvSpPr>
          <p:spPr>
            <a:xfrm>
              <a:off x="8719961"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14"/>
            <p:cNvSpPr/>
            <p:nvPr/>
          </p:nvSpPr>
          <p:spPr>
            <a:xfrm>
              <a:off x="8711735"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4"/>
            <p:cNvSpPr/>
            <p:nvPr/>
          </p:nvSpPr>
          <p:spPr>
            <a:xfrm>
              <a:off x="8719961"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14"/>
            <p:cNvSpPr/>
            <p:nvPr/>
          </p:nvSpPr>
          <p:spPr>
            <a:xfrm>
              <a:off x="8719961"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14"/>
            <p:cNvSpPr/>
            <p:nvPr/>
          </p:nvSpPr>
          <p:spPr>
            <a:xfrm>
              <a:off x="8711735"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4"/>
            <p:cNvSpPr/>
            <p:nvPr/>
          </p:nvSpPr>
          <p:spPr>
            <a:xfrm>
              <a:off x="8719961"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4"/>
            <p:cNvSpPr/>
            <p:nvPr/>
          </p:nvSpPr>
          <p:spPr>
            <a:xfrm>
              <a:off x="8711735"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14"/>
            <p:cNvSpPr/>
            <p:nvPr/>
          </p:nvSpPr>
          <p:spPr>
            <a:xfrm>
              <a:off x="8719961"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14"/>
            <p:cNvSpPr/>
            <p:nvPr/>
          </p:nvSpPr>
          <p:spPr>
            <a:xfrm>
              <a:off x="8711735"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14"/>
            <p:cNvSpPr/>
            <p:nvPr/>
          </p:nvSpPr>
          <p:spPr>
            <a:xfrm>
              <a:off x="8719961"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14"/>
            <p:cNvSpPr/>
            <p:nvPr/>
          </p:nvSpPr>
          <p:spPr>
            <a:xfrm>
              <a:off x="8711735"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14"/>
            <p:cNvSpPr/>
            <p:nvPr/>
          </p:nvSpPr>
          <p:spPr>
            <a:xfrm>
              <a:off x="8711735"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14"/>
            <p:cNvSpPr/>
            <p:nvPr/>
          </p:nvSpPr>
          <p:spPr>
            <a:xfrm>
              <a:off x="8719961"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14"/>
            <p:cNvSpPr/>
            <p:nvPr/>
          </p:nvSpPr>
          <p:spPr>
            <a:xfrm>
              <a:off x="8711735"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14"/>
            <p:cNvSpPr/>
            <p:nvPr/>
          </p:nvSpPr>
          <p:spPr>
            <a:xfrm>
              <a:off x="8711735"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14"/>
            <p:cNvSpPr/>
            <p:nvPr/>
          </p:nvSpPr>
          <p:spPr>
            <a:xfrm>
              <a:off x="8711735"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14"/>
            <p:cNvSpPr/>
            <p:nvPr/>
          </p:nvSpPr>
          <p:spPr>
            <a:xfrm>
              <a:off x="8719961"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14"/>
            <p:cNvSpPr/>
            <p:nvPr/>
          </p:nvSpPr>
          <p:spPr>
            <a:xfrm>
              <a:off x="8719961"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14"/>
            <p:cNvSpPr/>
            <p:nvPr/>
          </p:nvSpPr>
          <p:spPr>
            <a:xfrm>
              <a:off x="8719961"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14"/>
            <p:cNvSpPr/>
            <p:nvPr/>
          </p:nvSpPr>
          <p:spPr>
            <a:xfrm>
              <a:off x="8711735"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14"/>
            <p:cNvSpPr/>
            <p:nvPr/>
          </p:nvSpPr>
          <p:spPr>
            <a:xfrm>
              <a:off x="8719961"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14"/>
            <p:cNvSpPr/>
            <p:nvPr/>
          </p:nvSpPr>
          <p:spPr>
            <a:xfrm>
              <a:off x="8711735"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14"/>
            <p:cNvSpPr/>
            <p:nvPr/>
          </p:nvSpPr>
          <p:spPr>
            <a:xfrm>
              <a:off x="8719961"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14"/>
            <p:cNvSpPr/>
            <p:nvPr/>
          </p:nvSpPr>
          <p:spPr>
            <a:xfrm>
              <a:off x="8711735"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14"/>
            <p:cNvSpPr/>
            <p:nvPr/>
          </p:nvSpPr>
          <p:spPr>
            <a:xfrm>
              <a:off x="1191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14"/>
            <p:cNvSpPr/>
            <p:nvPr/>
          </p:nvSpPr>
          <p:spPr>
            <a:xfrm>
              <a:off x="1191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14"/>
            <p:cNvSpPr/>
            <p:nvPr/>
          </p:nvSpPr>
          <p:spPr>
            <a:xfrm>
              <a:off x="1191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4"/>
            <p:cNvSpPr/>
            <p:nvPr/>
          </p:nvSpPr>
          <p:spPr>
            <a:xfrm>
              <a:off x="1191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4"/>
            <p:cNvSpPr/>
            <p:nvPr/>
          </p:nvSpPr>
          <p:spPr>
            <a:xfrm>
              <a:off x="1109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14"/>
            <p:cNvSpPr/>
            <p:nvPr/>
          </p:nvSpPr>
          <p:spPr>
            <a:xfrm>
              <a:off x="173211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4"/>
            <p:cNvSpPr/>
            <p:nvPr/>
          </p:nvSpPr>
          <p:spPr>
            <a:xfrm>
              <a:off x="173211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4"/>
            <p:cNvSpPr/>
            <p:nvPr/>
          </p:nvSpPr>
          <p:spPr>
            <a:xfrm>
              <a:off x="173211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14"/>
            <p:cNvSpPr/>
            <p:nvPr/>
          </p:nvSpPr>
          <p:spPr>
            <a:xfrm>
              <a:off x="173211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14"/>
            <p:cNvSpPr/>
            <p:nvPr/>
          </p:nvSpPr>
          <p:spPr>
            <a:xfrm>
              <a:off x="172388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14"/>
            <p:cNvSpPr/>
            <p:nvPr/>
          </p:nvSpPr>
          <p:spPr>
            <a:xfrm>
              <a:off x="172388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4"/>
            <p:cNvSpPr/>
            <p:nvPr/>
          </p:nvSpPr>
          <p:spPr>
            <a:xfrm>
              <a:off x="1732111"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4"/>
            <p:cNvSpPr/>
            <p:nvPr/>
          </p:nvSpPr>
          <p:spPr>
            <a:xfrm>
              <a:off x="1723884"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14"/>
            <p:cNvSpPr/>
            <p:nvPr/>
          </p:nvSpPr>
          <p:spPr>
            <a:xfrm>
              <a:off x="1732111"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14"/>
            <p:cNvSpPr/>
            <p:nvPr/>
          </p:nvSpPr>
          <p:spPr>
            <a:xfrm>
              <a:off x="1723884"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14"/>
            <p:cNvSpPr/>
            <p:nvPr/>
          </p:nvSpPr>
          <p:spPr>
            <a:xfrm>
              <a:off x="1732111"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4"/>
            <p:cNvSpPr/>
            <p:nvPr/>
          </p:nvSpPr>
          <p:spPr>
            <a:xfrm>
              <a:off x="1723884"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14"/>
            <p:cNvSpPr/>
            <p:nvPr/>
          </p:nvSpPr>
          <p:spPr>
            <a:xfrm>
              <a:off x="1732111"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14"/>
            <p:cNvSpPr/>
            <p:nvPr/>
          </p:nvSpPr>
          <p:spPr>
            <a:xfrm>
              <a:off x="1723884"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4"/>
            <p:cNvSpPr/>
            <p:nvPr/>
          </p:nvSpPr>
          <p:spPr>
            <a:xfrm>
              <a:off x="1732111"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4"/>
            <p:cNvSpPr/>
            <p:nvPr/>
          </p:nvSpPr>
          <p:spPr>
            <a:xfrm>
              <a:off x="1732111"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14"/>
            <p:cNvSpPr/>
            <p:nvPr/>
          </p:nvSpPr>
          <p:spPr>
            <a:xfrm>
              <a:off x="1723884"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14"/>
            <p:cNvSpPr/>
            <p:nvPr/>
          </p:nvSpPr>
          <p:spPr>
            <a:xfrm>
              <a:off x="1723884"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14"/>
            <p:cNvSpPr/>
            <p:nvPr/>
          </p:nvSpPr>
          <p:spPr>
            <a:xfrm>
              <a:off x="1732111"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4"/>
            <p:cNvSpPr/>
            <p:nvPr/>
          </p:nvSpPr>
          <p:spPr>
            <a:xfrm>
              <a:off x="1723884" y="274780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14"/>
            <p:cNvSpPr/>
            <p:nvPr/>
          </p:nvSpPr>
          <p:spPr>
            <a:xfrm>
              <a:off x="2000998"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14"/>
            <p:cNvSpPr/>
            <p:nvPr/>
          </p:nvSpPr>
          <p:spPr>
            <a:xfrm>
              <a:off x="2000998"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4"/>
            <p:cNvSpPr/>
            <p:nvPr/>
          </p:nvSpPr>
          <p:spPr>
            <a:xfrm>
              <a:off x="2000998"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4"/>
            <p:cNvSpPr/>
            <p:nvPr/>
          </p:nvSpPr>
          <p:spPr>
            <a:xfrm>
              <a:off x="2000998"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14"/>
            <p:cNvSpPr/>
            <p:nvPr/>
          </p:nvSpPr>
          <p:spPr>
            <a:xfrm>
              <a:off x="199277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14"/>
            <p:cNvSpPr/>
            <p:nvPr/>
          </p:nvSpPr>
          <p:spPr>
            <a:xfrm>
              <a:off x="199277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14"/>
            <p:cNvSpPr/>
            <p:nvPr/>
          </p:nvSpPr>
          <p:spPr>
            <a:xfrm>
              <a:off x="2000998"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4"/>
            <p:cNvSpPr/>
            <p:nvPr/>
          </p:nvSpPr>
          <p:spPr>
            <a:xfrm>
              <a:off x="199277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14"/>
            <p:cNvSpPr/>
            <p:nvPr/>
          </p:nvSpPr>
          <p:spPr>
            <a:xfrm>
              <a:off x="2000998"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14"/>
            <p:cNvSpPr/>
            <p:nvPr/>
          </p:nvSpPr>
          <p:spPr>
            <a:xfrm>
              <a:off x="199277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4"/>
            <p:cNvSpPr/>
            <p:nvPr/>
          </p:nvSpPr>
          <p:spPr>
            <a:xfrm>
              <a:off x="2000998"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4"/>
            <p:cNvSpPr/>
            <p:nvPr/>
          </p:nvSpPr>
          <p:spPr>
            <a:xfrm>
              <a:off x="199277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2"/>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4"/>
            <p:cNvSpPr/>
            <p:nvPr/>
          </p:nvSpPr>
          <p:spPr>
            <a:xfrm>
              <a:off x="2000998"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14"/>
            <p:cNvSpPr/>
            <p:nvPr/>
          </p:nvSpPr>
          <p:spPr>
            <a:xfrm>
              <a:off x="1992771"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2"/>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4"/>
            <p:cNvSpPr/>
            <p:nvPr/>
          </p:nvSpPr>
          <p:spPr>
            <a:xfrm>
              <a:off x="2000998"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4"/>
            <p:cNvSpPr/>
            <p:nvPr/>
          </p:nvSpPr>
          <p:spPr>
            <a:xfrm>
              <a:off x="2000998"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4"/>
            <p:cNvSpPr/>
            <p:nvPr/>
          </p:nvSpPr>
          <p:spPr>
            <a:xfrm>
              <a:off x="1992771"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14"/>
            <p:cNvSpPr/>
            <p:nvPr/>
          </p:nvSpPr>
          <p:spPr>
            <a:xfrm>
              <a:off x="1992771"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2"/>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4"/>
            <p:cNvSpPr/>
            <p:nvPr/>
          </p:nvSpPr>
          <p:spPr>
            <a:xfrm>
              <a:off x="2000998"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14"/>
            <p:cNvSpPr/>
            <p:nvPr/>
          </p:nvSpPr>
          <p:spPr>
            <a:xfrm>
              <a:off x="227000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14"/>
            <p:cNvSpPr/>
            <p:nvPr/>
          </p:nvSpPr>
          <p:spPr>
            <a:xfrm>
              <a:off x="227000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14"/>
            <p:cNvSpPr/>
            <p:nvPr/>
          </p:nvSpPr>
          <p:spPr>
            <a:xfrm>
              <a:off x="2270005"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4"/>
            <p:cNvSpPr/>
            <p:nvPr/>
          </p:nvSpPr>
          <p:spPr>
            <a:xfrm>
              <a:off x="2270005"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4"/>
            <p:cNvSpPr/>
            <p:nvPr/>
          </p:nvSpPr>
          <p:spPr>
            <a:xfrm>
              <a:off x="2261659"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14"/>
            <p:cNvSpPr/>
            <p:nvPr/>
          </p:nvSpPr>
          <p:spPr>
            <a:xfrm>
              <a:off x="2261659"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14"/>
            <p:cNvSpPr/>
            <p:nvPr/>
          </p:nvSpPr>
          <p:spPr>
            <a:xfrm>
              <a:off x="2270005"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14"/>
            <p:cNvSpPr/>
            <p:nvPr/>
          </p:nvSpPr>
          <p:spPr>
            <a:xfrm>
              <a:off x="2261659"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14"/>
            <p:cNvSpPr/>
            <p:nvPr/>
          </p:nvSpPr>
          <p:spPr>
            <a:xfrm>
              <a:off x="2270005"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14"/>
            <p:cNvSpPr/>
            <p:nvPr/>
          </p:nvSpPr>
          <p:spPr>
            <a:xfrm>
              <a:off x="2261659"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14"/>
            <p:cNvSpPr/>
            <p:nvPr/>
          </p:nvSpPr>
          <p:spPr>
            <a:xfrm>
              <a:off x="2270005"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14"/>
            <p:cNvSpPr/>
            <p:nvPr/>
          </p:nvSpPr>
          <p:spPr>
            <a:xfrm>
              <a:off x="2261659" y="1590344"/>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4"/>
            <p:cNvSpPr/>
            <p:nvPr/>
          </p:nvSpPr>
          <p:spPr>
            <a:xfrm>
              <a:off x="2270005"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14"/>
            <p:cNvSpPr/>
            <p:nvPr/>
          </p:nvSpPr>
          <p:spPr>
            <a:xfrm>
              <a:off x="2261659" y="1879709"/>
              <a:ext cx="53414" cy="80955"/>
            </a:xfrm>
            <a:custGeom>
              <a:rect b="b" l="l" r="r" t="t"/>
              <a:pathLst>
                <a:path extrusionOk="0" h="679" w="448">
                  <a:moveTo>
                    <a:pt x="224" y="62"/>
                  </a:moveTo>
                  <a:cubicBezTo>
                    <a:pt x="317" y="62"/>
                    <a:pt x="355" y="162"/>
                    <a:pt x="355" y="332"/>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2"/>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4"/>
            <p:cNvSpPr/>
            <p:nvPr/>
          </p:nvSpPr>
          <p:spPr>
            <a:xfrm>
              <a:off x="2270005"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4"/>
            <p:cNvSpPr/>
            <p:nvPr/>
          </p:nvSpPr>
          <p:spPr>
            <a:xfrm>
              <a:off x="2270005" y="2169909"/>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14"/>
            <p:cNvSpPr/>
            <p:nvPr/>
          </p:nvSpPr>
          <p:spPr>
            <a:xfrm>
              <a:off x="2261659" y="2313220"/>
              <a:ext cx="53414" cy="80955"/>
            </a:xfrm>
            <a:custGeom>
              <a:rect b="b" l="l" r="r" t="t"/>
              <a:pathLst>
                <a:path extrusionOk="0" h="679" w="448">
                  <a:moveTo>
                    <a:pt x="224" y="70"/>
                  </a:moveTo>
                  <a:cubicBezTo>
                    <a:pt x="317" y="70"/>
                    <a:pt x="355" y="170"/>
                    <a:pt x="355" y="340"/>
                  </a:cubicBezTo>
                  <a:cubicBezTo>
                    <a:pt x="355" y="509"/>
                    <a:pt x="317" y="610"/>
                    <a:pt x="224" y="610"/>
                  </a:cubicBezTo>
                  <a:cubicBezTo>
                    <a:pt x="140" y="610"/>
                    <a:pt x="86" y="517"/>
                    <a:pt x="86" y="348"/>
                  </a:cubicBezTo>
                  <a:cubicBezTo>
                    <a:pt x="86" y="170"/>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14"/>
            <p:cNvSpPr/>
            <p:nvPr/>
          </p:nvSpPr>
          <p:spPr>
            <a:xfrm>
              <a:off x="2261659" y="2458439"/>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4"/>
            <p:cNvSpPr/>
            <p:nvPr/>
          </p:nvSpPr>
          <p:spPr>
            <a:xfrm>
              <a:off x="2270005" y="2604493"/>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14"/>
            <p:cNvSpPr/>
            <p:nvPr/>
          </p:nvSpPr>
          <p:spPr>
            <a:xfrm>
              <a:off x="2261659" y="2747804"/>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4"/>
            <p:cNvSpPr/>
            <p:nvPr/>
          </p:nvSpPr>
          <p:spPr>
            <a:xfrm>
              <a:off x="388213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14"/>
            <p:cNvSpPr/>
            <p:nvPr/>
          </p:nvSpPr>
          <p:spPr>
            <a:xfrm>
              <a:off x="388213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4"/>
            <p:cNvSpPr/>
            <p:nvPr/>
          </p:nvSpPr>
          <p:spPr>
            <a:xfrm>
              <a:off x="388213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14"/>
            <p:cNvSpPr/>
            <p:nvPr/>
          </p:nvSpPr>
          <p:spPr>
            <a:xfrm>
              <a:off x="388213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14"/>
            <p:cNvSpPr/>
            <p:nvPr/>
          </p:nvSpPr>
          <p:spPr>
            <a:xfrm>
              <a:off x="387390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4"/>
            <p:cNvSpPr/>
            <p:nvPr/>
          </p:nvSpPr>
          <p:spPr>
            <a:xfrm>
              <a:off x="387390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4"/>
            <p:cNvSpPr/>
            <p:nvPr/>
          </p:nvSpPr>
          <p:spPr>
            <a:xfrm>
              <a:off x="388213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14"/>
            <p:cNvSpPr/>
            <p:nvPr/>
          </p:nvSpPr>
          <p:spPr>
            <a:xfrm>
              <a:off x="387390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14"/>
            <p:cNvSpPr/>
            <p:nvPr/>
          </p:nvSpPr>
          <p:spPr>
            <a:xfrm>
              <a:off x="495685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14"/>
            <p:cNvSpPr/>
            <p:nvPr/>
          </p:nvSpPr>
          <p:spPr>
            <a:xfrm>
              <a:off x="495685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14"/>
            <p:cNvSpPr/>
            <p:nvPr/>
          </p:nvSpPr>
          <p:spPr>
            <a:xfrm>
              <a:off x="495685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14"/>
            <p:cNvSpPr/>
            <p:nvPr/>
          </p:nvSpPr>
          <p:spPr>
            <a:xfrm>
              <a:off x="495685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14"/>
            <p:cNvSpPr/>
            <p:nvPr/>
          </p:nvSpPr>
          <p:spPr>
            <a:xfrm>
              <a:off x="494945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14"/>
            <p:cNvSpPr/>
            <p:nvPr/>
          </p:nvSpPr>
          <p:spPr>
            <a:xfrm>
              <a:off x="494945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14"/>
            <p:cNvSpPr/>
            <p:nvPr/>
          </p:nvSpPr>
          <p:spPr>
            <a:xfrm>
              <a:off x="495685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14"/>
            <p:cNvSpPr/>
            <p:nvPr/>
          </p:nvSpPr>
          <p:spPr>
            <a:xfrm>
              <a:off x="494945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4"/>
            <p:cNvSpPr/>
            <p:nvPr/>
          </p:nvSpPr>
          <p:spPr>
            <a:xfrm>
              <a:off x="65668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14"/>
            <p:cNvSpPr/>
            <p:nvPr/>
          </p:nvSpPr>
          <p:spPr>
            <a:xfrm>
              <a:off x="65668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14"/>
            <p:cNvSpPr/>
            <p:nvPr/>
          </p:nvSpPr>
          <p:spPr>
            <a:xfrm>
              <a:off x="65668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4"/>
            <p:cNvSpPr/>
            <p:nvPr/>
          </p:nvSpPr>
          <p:spPr>
            <a:xfrm>
              <a:off x="65668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14"/>
            <p:cNvSpPr/>
            <p:nvPr/>
          </p:nvSpPr>
          <p:spPr>
            <a:xfrm>
              <a:off x="64845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4"/>
            <p:cNvSpPr/>
            <p:nvPr/>
          </p:nvSpPr>
          <p:spPr>
            <a:xfrm>
              <a:off x="64845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14"/>
            <p:cNvSpPr/>
            <p:nvPr/>
          </p:nvSpPr>
          <p:spPr>
            <a:xfrm>
              <a:off x="2807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4"/>
            <p:cNvSpPr/>
            <p:nvPr/>
          </p:nvSpPr>
          <p:spPr>
            <a:xfrm>
              <a:off x="2807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14"/>
            <p:cNvSpPr/>
            <p:nvPr/>
          </p:nvSpPr>
          <p:spPr>
            <a:xfrm>
              <a:off x="2807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14"/>
            <p:cNvSpPr/>
            <p:nvPr/>
          </p:nvSpPr>
          <p:spPr>
            <a:xfrm>
              <a:off x="2807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4"/>
            <p:cNvSpPr/>
            <p:nvPr/>
          </p:nvSpPr>
          <p:spPr>
            <a:xfrm>
              <a:off x="2799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4"/>
            <p:cNvSpPr/>
            <p:nvPr/>
          </p:nvSpPr>
          <p:spPr>
            <a:xfrm>
              <a:off x="2799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14"/>
            <p:cNvSpPr/>
            <p:nvPr/>
          </p:nvSpPr>
          <p:spPr>
            <a:xfrm>
              <a:off x="2807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4"/>
            <p:cNvSpPr/>
            <p:nvPr/>
          </p:nvSpPr>
          <p:spPr>
            <a:xfrm>
              <a:off x="2799433"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14"/>
            <p:cNvSpPr/>
            <p:nvPr/>
          </p:nvSpPr>
          <p:spPr>
            <a:xfrm>
              <a:off x="2807660"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14"/>
            <p:cNvSpPr/>
            <p:nvPr/>
          </p:nvSpPr>
          <p:spPr>
            <a:xfrm>
              <a:off x="2799433"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14"/>
            <p:cNvSpPr/>
            <p:nvPr/>
          </p:nvSpPr>
          <p:spPr>
            <a:xfrm>
              <a:off x="2807660"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14"/>
            <p:cNvSpPr/>
            <p:nvPr/>
          </p:nvSpPr>
          <p:spPr>
            <a:xfrm>
              <a:off x="2799433"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14"/>
            <p:cNvSpPr/>
            <p:nvPr/>
          </p:nvSpPr>
          <p:spPr>
            <a:xfrm>
              <a:off x="2807660"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14"/>
            <p:cNvSpPr/>
            <p:nvPr/>
          </p:nvSpPr>
          <p:spPr>
            <a:xfrm>
              <a:off x="2799433"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14"/>
            <p:cNvSpPr/>
            <p:nvPr/>
          </p:nvSpPr>
          <p:spPr>
            <a:xfrm>
              <a:off x="33443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14"/>
            <p:cNvSpPr/>
            <p:nvPr/>
          </p:nvSpPr>
          <p:spPr>
            <a:xfrm>
              <a:off x="33443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14"/>
            <p:cNvSpPr/>
            <p:nvPr/>
          </p:nvSpPr>
          <p:spPr>
            <a:xfrm>
              <a:off x="33443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14"/>
            <p:cNvSpPr/>
            <p:nvPr/>
          </p:nvSpPr>
          <p:spPr>
            <a:xfrm>
              <a:off x="33443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4"/>
            <p:cNvSpPr/>
            <p:nvPr/>
          </p:nvSpPr>
          <p:spPr>
            <a:xfrm>
              <a:off x="3336135"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14"/>
            <p:cNvSpPr/>
            <p:nvPr/>
          </p:nvSpPr>
          <p:spPr>
            <a:xfrm>
              <a:off x="3336135"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14"/>
            <p:cNvSpPr/>
            <p:nvPr/>
          </p:nvSpPr>
          <p:spPr>
            <a:xfrm>
              <a:off x="33443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4"/>
            <p:cNvSpPr/>
            <p:nvPr/>
          </p:nvSpPr>
          <p:spPr>
            <a:xfrm>
              <a:off x="3336135"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14"/>
            <p:cNvSpPr/>
            <p:nvPr/>
          </p:nvSpPr>
          <p:spPr>
            <a:xfrm>
              <a:off x="3344361"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4"/>
            <p:cNvSpPr/>
            <p:nvPr/>
          </p:nvSpPr>
          <p:spPr>
            <a:xfrm>
              <a:off x="3336135"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14"/>
            <p:cNvSpPr/>
            <p:nvPr/>
          </p:nvSpPr>
          <p:spPr>
            <a:xfrm>
              <a:off x="549450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4"/>
            <p:cNvSpPr/>
            <p:nvPr/>
          </p:nvSpPr>
          <p:spPr>
            <a:xfrm>
              <a:off x="549450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14"/>
            <p:cNvSpPr/>
            <p:nvPr/>
          </p:nvSpPr>
          <p:spPr>
            <a:xfrm>
              <a:off x="549450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14"/>
            <p:cNvSpPr/>
            <p:nvPr/>
          </p:nvSpPr>
          <p:spPr>
            <a:xfrm>
              <a:off x="549450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14"/>
            <p:cNvSpPr/>
            <p:nvPr/>
          </p:nvSpPr>
          <p:spPr>
            <a:xfrm>
              <a:off x="548627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14"/>
            <p:cNvSpPr/>
            <p:nvPr/>
          </p:nvSpPr>
          <p:spPr>
            <a:xfrm>
              <a:off x="548627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14"/>
            <p:cNvSpPr/>
            <p:nvPr/>
          </p:nvSpPr>
          <p:spPr>
            <a:xfrm>
              <a:off x="549450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4"/>
            <p:cNvSpPr/>
            <p:nvPr/>
          </p:nvSpPr>
          <p:spPr>
            <a:xfrm>
              <a:off x="60321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4"/>
            <p:cNvSpPr/>
            <p:nvPr/>
          </p:nvSpPr>
          <p:spPr>
            <a:xfrm>
              <a:off x="60321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14"/>
            <p:cNvSpPr/>
            <p:nvPr/>
          </p:nvSpPr>
          <p:spPr>
            <a:xfrm>
              <a:off x="60321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14"/>
            <p:cNvSpPr/>
            <p:nvPr/>
          </p:nvSpPr>
          <p:spPr>
            <a:xfrm>
              <a:off x="60321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14"/>
            <p:cNvSpPr/>
            <p:nvPr/>
          </p:nvSpPr>
          <p:spPr>
            <a:xfrm>
              <a:off x="602393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4"/>
            <p:cNvSpPr/>
            <p:nvPr/>
          </p:nvSpPr>
          <p:spPr>
            <a:xfrm>
              <a:off x="602393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14"/>
            <p:cNvSpPr/>
            <p:nvPr/>
          </p:nvSpPr>
          <p:spPr>
            <a:xfrm>
              <a:off x="60321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14"/>
            <p:cNvSpPr/>
            <p:nvPr/>
          </p:nvSpPr>
          <p:spPr>
            <a:xfrm>
              <a:off x="6023935"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4"/>
            <p:cNvSpPr/>
            <p:nvPr/>
          </p:nvSpPr>
          <p:spPr>
            <a:xfrm>
              <a:off x="710783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4"/>
            <p:cNvSpPr/>
            <p:nvPr/>
          </p:nvSpPr>
          <p:spPr>
            <a:xfrm>
              <a:off x="710783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14"/>
            <p:cNvSpPr/>
            <p:nvPr/>
          </p:nvSpPr>
          <p:spPr>
            <a:xfrm>
              <a:off x="7107830"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14"/>
            <p:cNvSpPr/>
            <p:nvPr/>
          </p:nvSpPr>
          <p:spPr>
            <a:xfrm>
              <a:off x="7107830"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4"/>
            <p:cNvSpPr/>
            <p:nvPr/>
          </p:nvSpPr>
          <p:spPr>
            <a:xfrm>
              <a:off x="7099484"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14"/>
            <p:cNvSpPr/>
            <p:nvPr/>
          </p:nvSpPr>
          <p:spPr>
            <a:xfrm>
              <a:off x="7099484"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14"/>
            <p:cNvSpPr/>
            <p:nvPr/>
          </p:nvSpPr>
          <p:spPr>
            <a:xfrm>
              <a:off x="7107830"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14"/>
            <p:cNvSpPr/>
            <p:nvPr/>
          </p:nvSpPr>
          <p:spPr>
            <a:xfrm>
              <a:off x="7099484"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14"/>
            <p:cNvSpPr/>
            <p:nvPr/>
          </p:nvSpPr>
          <p:spPr>
            <a:xfrm>
              <a:off x="791425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14"/>
            <p:cNvSpPr/>
            <p:nvPr/>
          </p:nvSpPr>
          <p:spPr>
            <a:xfrm>
              <a:off x="791425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14"/>
            <p:cNvSpPr/>
            <p:nvPr/>
          </p:nvSpPr>
          <p:spPr>
            <a:xfrm>
              <a:off x="7914253"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14"/>
            <p:cNvSpPr/>
            <p:nvPr/>
          </p:nvSpPr>
          <p:spPr>
            <a:xfrm>
              <a:off x="7914253"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14"/>
            <p:cNvSpPr/>
            <p:nvPr/>
          </p:nvSpPr>
          <p:spPr>
            <a:xfrm>
              <a:off x="790602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14"/>
            <p:cNvSpPr/>
            <p:nvPr/>
          </p:nvSpPr>
          <p:spPr>
            <a:xfrm>
              <a:off x="790602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14"/>
            <p:cNvSpPr/>
            <p:nvPr/>
          </p:nvSpPr>
          <p:spPr>
            <a:xfrm>
              <a:off x="7914253"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14"/>
            <p:cNvSpPr/>
            <p:nvPr/>
          </p:nvSpPr>
          <p:spPr>
            <a:xfrm>
              <a:off x="7906027"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4"/>
            <p:cNvSpPr/>
            <p:nvPr/>
          </p:nvSpPr>
          <p:spPr>
            <a:xfrm>
              <a:off x="7914253"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14"/>
            <p:cNvSpPr/>
            <p:nvPr/>
          </p:nvSpPr>
          <p:spPr>
            <a:xfrm>
              <a:off x="7906027"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14"/>
            <p:cNvSpPr/>
            <p:nvPr/>
          </p:nvSpPr>
          <p:spPr>
            <a:xfrm>
              <a:off x="7914253"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14"/>
            <p:cNvSpPr/>
            <p:nvPr/>
          </p:nvSpPr>
          <p:spPr>
            <a:xfrm>
              <a:off x="89880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14"/>
            <p:cNvSpPr/>
            <p:nvPr/>
          </p:nvSpPr>
          <p:spPr>
            <a:xfrm>
              <a:off x="89880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14"/>
            <p:cNvSpPr/>
            <p:nvPr/>
          </p:nvSpPr>
          <p:spPr>
            <a:xfrm>
              <a:off x="89880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14"/>
            <p:cNvSpPr/>
            <p:nvPr/>
          </p:nvSpPr>
          <p:spPr>
            <a:xfrm>
              <a:off x="89880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14"/>
            <p:cNvSpPr/>
            <p:nvPr/>
          </p:nvSpPr>
          <p:spPr>
            <a:xfrm>
              <a:off x="89806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4"/>
            <p:cNvSpPr/>
            <p:nvPr/>
          </p:nvSpPr>
          <p:spPr>
            <a:xfrm>
              <a:off x="89806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4"/>
            <p:cNvSpPr/>
            <p:nvPr/>
          </p:nvSpPr>
          <p:spPr>
            <a:xfrm>
              <a:off x="89880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14"/>
            <p:cNvSpPr/>
            <p:nvPr/>
          </p:nvSpPr>
          <p:spPr>
            <a:xfrm>
              <a:off x="89806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14"/>
            <p:cNvSpPr/>
            <p:nvPr/>
          </p:nvSpPr>
          <p:spPr>
            <a:xfrm>
              <a:off x="89880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4"/>
            <p:cNvSpPr/>
            <p:nvPr/>
          </p:nvSpPr>
          <p:spPr>
            <a:xfrm>
              <a:off x="89806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4"/>
            <p:cNvSpPr/>
            <p:nvPr/>
          </p:nvSpPr>
          <p:spPr>
            <a:xfrm>
              <a:off x="89880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14"/>
            <p:cNvSpPr/>
            <p:nvPr/>
          </p:nvSpPr>
          <p:spPr>
            <a:xfrm>
              <a:off x="89806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14"/>
            <p:cNvSpPr/>
            <p:nvPr/>
          </p:nvSpPr>
          <p:spPr>
            <a:xfrm>
              <a:off x="89880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14"/>
            <p:cNvSpPr/>
            <p:nvPr/>
          </p:nvSpPr>
          <p:spPr>
            <a:xfrm>
              <a:off x="89806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4"/>
            <p:cNvSpPr/>
            <p:nvPr/>
          </p:nvSpPr>
          <p:spPr>
            <a:xfrm>
              <a:off x="89880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4"/>
            <p:cNvSpPr/>
            <p:nvPr/>
          </p:nvSpPr>
          <p:spPr>
            <a:xfrm>
              <a:off x="89880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14"/>
            <p:cNvSpPr/>
            <p:nvPr/>
          </p:nvSpPr>
          <p:spPr>
            <a:xfrm>
              <a:off x="89806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14"/>
            <p:cNvSpPr/>
            <p:nvPr/>
          </p:nvSpPr>
          <p:spPr>
            <a:xfrm>
              <a:off x="89806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4"/>
            <p:cNvSpPr/>
            <p:nvPr/>
          </p:nvSpPr>
          <p:spPr>
            <a:xfrm>
              <a:off x="89880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14"/>
            <p:cNvSpPr/>
            <p:nvPr/>
          </p:nvSpPr>
          <p:spPr>
            <a:xfrm>
              <a:off x="89806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14"/>
            <p:cNvSpPr/>
            <p:nvPr/>
          </p:nvSpPr>
          <p:spPr>
            <a:xfrm>
              <a:off x="89880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14"/>
            <p:cNvSpPr/>
            <p:nvPr/>
          </p:nvSpPr>
          <p:spPr>
            <a:xfrm>
              <a:off x="89880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14"/>
            <p:cNvSpPr/>
            <p:nvPr/>
          </p:nvSpPr>
          <p:spPr>
            <a:xfrm>
              <a:off x="89806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14"/>
            <p:cNvSpPr/>
            <p:nvPr/>
          </p:nvSpPr>
          <p:spPr>
            <a:xfrm>
              <a:off x="89806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14"/>
            <p:cNvSpPr/>
            <p:nvPr/>
          </p:nvSpPr>
          <p:spPr>
            <a:xfrm>
              <a:off x="89806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14"/>
            <p:cNvSpPr/>
            <p:nvPr/>
          </p:nvSpPr>
          <p:spPr>
            <a:xfrm>
              <a:off x="89880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14"/>
            <p:cNvSpPr/>
            <p:nvPr/>
          </p:nvSpPr>
          <p:spPr>
            <a:xfrm>
              <a:off x="89880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14"/>
            <p:cNvSpPr/>
            <p:nvPr/>
          </p:nvSpPr>
          <p:spPr>
            <a:xfrm>
              <a:off x="89880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14"/>
            <p:cNvSpPr/>
            <p:nvPr/>
          </p:nvSpPr>
          <p:spPr>
            <a:xfrm>
              <a:off x="89806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14"/>
            <p:cNvSpPr/>
            <p:nvPr/>
          </p:nvSpPr>
          <p:spPr>
            <a:xfrm>
              <a:off x="89880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14"/>
            <p:cNvSpPr/>
            <p:nvPr/>
          </p:nvSpPr>
          <p:spPr>
            <a:xfrm>
              <a:off x="89806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14"/>
            <p:cNvSpPr/>
            <p:nvPr/>
          </p:nvSpPr>
          <p:spPr>
            <a:xfrm>
              <a:off x="89880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14"/>
            <p:cNvSpPr/>
            <p:nvPr/>
          </p:nvSpPr>
          <p:spPr>
            <a:xfrm>
              <a:off x="89806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4"/>
            <p:cNvSpPr/>
            <p:nvPr/>
          </p:nvSpPr>
          <p:spPr>
            <a:xfrm>
              <a:off x="89880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14"/>
            <p:cNvSpPr/>
            <p:nvPr/>
          </p:nvSpPr>
          <p:spPr>
            <a:xfrm>
              <a:off x="441991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14"/>
            <p:cNvSpPr/>
            <p:nvPr/>
          </p:nvSpPr>
          <p:spPr>
            <a:xfrm>
              <a:off x="441991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14"/>
            <p:cNvSpPr/>
            <p:nvPr/>
          </p:nvSpPr>
          <p:spPr>
            <a:xfrm>
              <a:off x="441991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14"/>
            <p:cNvSpPr/>
            <p:nvPr/>
          </p:nvSpPr>
          <p:spPr>
            <a:xfrm>
              <a:off x="441991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4"/>
            <p:cNvSpPr/>
            <p:nvPr/>
          </p:nvSpPr>
          <p:spPr>
            <a:xfrm>
              <a:off x="441168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14"/>
            <p:cNvSpPr/>
            <p:nvPr/>
          </p:nvSpPr>
          <p:spPr>
            <a:xfrm>
              <a:off x="441168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14"/>
            <p:cNvSpPr/>
            <p:nvPr/>
          </p:nvSpPr>
          <p:spPr>
            <a:xfrm>
              <a:off x="441991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14"/>
            <p:cNvSpPr/>
            <p:nvPr/>
          </p:nvSpPr>
          <p:spPr>
            <a:xfrm>
              <a:off x="441168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14"/>
            <p:cNvSpPr/>
            <p:nvPr/>
          </p:nvSpPr>
          <p:spPr>
            <a:xfrm>
              <a:off x="683882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4"/>
            <p:cNvSpPr/>
            <p:nvPr/>
          </p:nvSpPr>
          <p:spPr>
            <a:xfrm>
              <a:off x="683882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14"/>
            <p:cNvSpPr/>
            <p:nvPr/>
          </p:nvSpPr>
          <p:spPr>
            <a:xfrm>
              <a:off x="6838823"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14"/>
            <p:cNvSpPr/>
            <p:nvPr/>
          </p:nvSpPr>
          <p:spPr>
            <a:xfrm>
              <a:off x="68305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14"/>
            <p:cNvSpPr/>
            <p:nvPr/>
          </p:nvSpPr>
          <p:spPr>
            <a:xfrm>
              <a:off x="68305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14"/>
            <p:cNvSpPr/>
            <p:nvPr/>
          </p:nvSpPr>
          <p:spPr>
            <a:xfrm>
              <a:off x="6838823"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14"/>
            <p:cNvSpPr/>
            <p:nvPr/>
          </p:nvSpPr>
          <p:spPr>
            <a:xfrm>
              <a:off x="68305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14"/>
            <p:cNvSpPr/>
            <p:nvPr/>
          </p:nvSpPr>
          <p:spPr>
            <a:xfrm>
              <a:off x="4688917"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14"/>
            <p:cNvSpPr/>
            <p:nvPr/>
          </p:nvSpPr>
          <p:spPr>
            <a:xfrm>
              <a:off x="4688917"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4"/>
            <p:cNvSpPr/>
            <p:nvPr/>
          </p:nvSpPr>
          <p:spPr>
            <a:xfrm>
              <a:off x="4688917"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4"/>
            <p:cNvSpPr/>
            <p:nvPr/>
          </p:nvSpPr>
          <p:spPr>
            <a:xfrm>
              <a:off x="468057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14"/>
            <p:cNvSpPr/>
            <p:nvPr/>
          </p:nvSpPr>
          <p:spPr>
            <a:xfrm>
              <a:off x="468057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14"/>
            <p:cNvSpPr/>
            <p:nvPr/>
          </p:nvSpPr>
          <p:spPr>
            <a:xfrm>
              <a:off x="4688917"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14"/>
            <p:cNvSpPr/>
            <p:nvPr/>
          </p:nvSpPr>
          <p:spPr>
            <a:xfrm>
              <a:off x="468057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14"/>
            <p:cNvSpPr/>
            <p:nvPr/>
          </p:nvSpPr>
          <p:spPr>
            <a:xfrm>
              <a:off x="4688917"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4"/>
            <p:cNvSpPr/>
            <p:nvPr/>
          </p:nvSpPr>
          <p:spPr>
            <a:xfrm>
              <a:off x="5763393"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4"/>
            <p:cNvSpPr/>
            <p:nvPr/>
          </p:nvSpPr>
          <p:spPr>
            <a:xfrm>
              <a:off x="5763393"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14"/>
            <p:cNvSpPr/>
            <p:nvPr/>
          </p:nvSpPr>
          <p:spPr>
            <a:xfrm>
              <a:off x="5763393"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4"/>
            <p:cNvSpPr/>
            <p:nvPr/>
          </p:nvSpPr>
          <p:spPr>
            <a:xfrm>
              <a:off x="5755167"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14"/>
            <p:cNvSpPr/>
            <p:nvPr/>
          </p:nvSpPr>
          <p:spPr>
            <a:xfrm>
              <a:off x="5755167"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14"/>
            <p:cNvSpPr/>
            <p:nvPr/>
          </p:nvSpPr>
          <p:spPr>
            <a:xfrm>
              <a:off x="5763393"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4"/>
            <p:cNvSpPr/>
            <p:nvPr/>
          </p:nvSpPr>
          <p:spPr>
            <a:xfrm>
              <a:off x="5755167"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14"/>
            <p:cNvSpPr/>
            <p:nvPr/>
          </p:nvSpPr>
          <p:spPr>
            <a:xfrm>
              <a:off x="5763393"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14"/>
            <p:cNvSpPr/>
            <p:nvPr/>
          </p:nvSpPr>
          <p:spPr>
            <a:xfrm>
              <a:off x="73765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4"/>
            <p:cNvSpPr/>
            <p:nvPr/>
          </p:nvSpPr>
          <p:spPr>
            <a:xfrm>
              <a:off x="73765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14"/>
            <p:cNvSpPr/>
            <p:nvPr/>
          </p:nvSpPr>
          <p:spPr>
            <a:xfrm>
              <a:off x="73765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4"/>
            <p:cNvSpPr/>
            <p:nvPr/>
          </p:nvSpPr>
          <p:spPr>
            <a:xfrm>
              <a:off x="73683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4"/>
            <p:cNvSpPr/>
            <p:nvPr/>
          </p:nvSpPr>
          <p:spPr>
            <a:xfrm>
              <a:off x="73683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4"/>
            <p:cNvSpPr/>
            <p:nvPr/>
          </p:nvSpPr>
          <p:spPr>
            <a:xfrm>
              <a:off x="73765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14"/>
            <p:cNvSpPr/>
            <p:nvPr/>
          </p:nvSpPr>
          <p:spPr>
            <a:xfrm>
              <a:off x="73683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14"/>
            <p:cNvSpPr/>
            <p:nvPr/>
          </p:nvSpPr>
          <p:spPr>
            <a:xfrm>
              <a:off x="73765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14"/>
            <p:cNvSpPr/>
            <p:nvPr/>
          </p:nvSpPr>
          <p:spPr>
            <a:xfrm>
              <a:off x="307559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4"/>
            <p:cNvSpPr/>
            <p:nvPr/>
          </p:nvSpPr>
          <p:spPr>
            <a:xfrm>
              <a:off x="307559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4"/>
            <p:cNvSpPr/>
            <p:nvPr/>
          </p:nvSpPr>
          <p:spPr>
            <a:xfrm>
              <a:off x="307559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14"/>
            <p:cNvSpPr/>
            <p:nvPr/>
          </p:nvSpPr>
          <p:spPr>
            <a:xfrm>
              <a:off x="307559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14"/>
            <p:cNvSpPr/>
            <p:nvPr/>
          </p:nvSpPr>
          <p:spPr>
            <a:xfrm>
              <a:off x="3068201"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4"/>
            <p:cNvSpPr/>
            <p:nvPr/>
          </p:nvSpPr>
          <p:spPr>
            <a:xfrm>
              <a:off x="3068201"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4"/>
            <p:cNvSpPr/>
            <p:nvPr/>
          </p:nvSpPr>
          <p:spPr>
            <a:xfrm>
              <a:off x="3075593"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14"/>
            <p:cNvSpPr/>
            <p:nvPr/>
          </p:nvSpPr>
          <p:spPr>
            <a:xfrm>
              <a:off x="3068201"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14"/>
            <p:cNvSpPr/>
            <p:nvPr/>
          </p:nvSpPr>
          <p:spPr>
            <a:xfrm>
              <a:off x="3075593"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14"/>
            <p:cNvSpPr/>
            <p:nvPr/>
          </p:nvSpPr>
          <p:spPr>
            <a:xfrm>
              <a:off x="3068201"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4"/>
            <p:cNvSpPr/>
            <p:nvPr/>
          </p:nvSpPr>
          <p:spPr>
            <a:xfrm>
              <a:off x="3075593"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4"/>
            <p:cNvSpPr/>
            <p:nvPr/>
          </p:nvSpPr>
          <p:spPr>
            <a:xfrm>
              <a:off x="36132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4"/>
            <p:cNvSpPr/>
            <p:nvPr/>
          </p:nvSpPr>
          <p:spPr>
            <a:xfrm>
              <a:off x="36132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14"/>
            <p:cNvSpPr/>
            <p:nvPr/>
          </p:nvSpPr>
          <p:spPr>
            <a:xfrm>
              <a:off x="36132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4"/>
            <p:cNvSpPr/>
            <p:nvPr/>
          </p:nvSpPr>
          <p:spPr>
            <a:xfrm>
              <a:off x="36132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4"/>
            <p:cNvSpPr/>
            <p:nvPr/>
          </p:nvSpPr>
          <p:spPr>
            <a:xfrm>
              <a:off x="36050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14"/>
            <p:cNvSpPr/>
            <p:nvPr/>
          </p:nvSpPr>
          <p:spPr>
            <a:xfrm>
              <a:off x="36050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14"/>
            <p:cNvSpPr/>
            <p:nvPr/>
          </p:nvSpPr>
          <p:spPr>
            <a:xfrm>
              <a:off x="361324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14"/>
            <p:cNvSpPr/>
            <p:nvPr/>
          </p:nvSpPr>
          <p:spPr>
            <a:xfrm>
              <a:off x="36050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4"/>
            <p:cNvSpPr/>
            <p:nvPr/>
          </p:nvSpPr>
          <p:spPr>
            <a:xfrm>
              <a:off x="415102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4"/>
            <p:cNvSpPr/>
            <p:nvPr/>
          </p:nvSpPr>
          <p:spPr>
            <a:xfrm>
              <a:off x="415102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4"/>
            <p:cNvSpPr/>
            <p:nvPr/>
          </p:nvSpPr>
          <p:spPr>
            <a:xfrm>
              <a:off x="415102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14"/>
            <p:cNvSpPr/>
            <p:nvPr/>
          </p:nvSpPr>
          <p:spPr>
            <a:xfrm>
              <a:off x="415102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14"/>
            <p:cNvSpPr/>
            <p:nvPr/>
          </p:nvSpPr>
          <p:spPr>
            <a:xfrm>
              <a:off x="414279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14"/>
            <p:cNvSpPr/>
            <p:nvPr/>
          </p:nvSpPr>
          <p:spPr>
            <a:xfrm>
              <a:off x="414279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4"/>
            <p:cNvSpPr/>
            <p:nvPr/>
          </p:nvSpPr>
          <p:spPr>
            <a:xfrm>
              <a:off x="415102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14"/>
            <p:cNvSpPr/>
            <p:nvPr/>
          </p:nvSpPr>
          <p:spPr>
            <a:xfrm>
              <a:off x="5225738"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14"/>
            <p:cNvSpPr/>
            <p:nvPr/>
          </p:nvSpPr>
          <p:spPr>
            <a:xfrm>
              <a:off x="5225738"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4"/>
            <p:cNvSpPr/>
            <p:nvPr/>
          </p:nvSpPr>
          <p:spPr>
            <a:xfrm>
              <a:off x="5225738"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14"/>
            <p:cNvSpPr/>
            <p:nvPr/>
          </p:nvSpPr>
          <p:spPr>
            <a:xfrm>
              <a:off x="5225738"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4"/>
            <p:cNvSpPr/>
            <p:nvPr/>
          </p:nvSpPr>
          <p:spPr>
            <a:xfrm>
              <a:off x="5217392"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14"/>
            <p:cNvSpPr/>
            <p:nvPr/>
          </p:nvSpPr>
          <p:spPr>
            <a:xfrm>
              <a:off x="5217392"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14"/>
            <p:cNvSpPr/>
            <p:nvPr/>
          </p:nvSpPr>
          <p:spPr>
            <a:xfrm>
              <a:off x="5225738"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4"/>
            <p:cNvSpPr/>
            <p:nvPr/>
          </p:nvSpPr>
          <p:spPr>
            <a:xfrm>
              <a:off x="63010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14"/>
            <p:cNvSpPr/>
            <p:nvPr/>
          </p:nvSpPr>
          <p:spPr>
            <a:xfrm>
              <a:off x="63010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4"/>
            <p:cNvSpPr/>
            <p:nvPr/>
          </p:nvSpPr>
          <p:spPr>
            <a:xfrm>
              <a:off x="63010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14"/>
            <p:cNvSpPr/>
            <p:nvPr/>
          </p:nvSpPr>
          <p:spPr>
            <a:xfrm>
              <a:off x="63010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14"/>
            <p:cNvSpPr/>
            <p:nvPr/>
          </p:nvSpPr>
          <p:spPr>
            <a:xfrm>
              <a:off x="6292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4"/>
            <p:cNvSpPr/>
            <p:nvPr/>
          </p:nvSpPr>
          <p:spPr>
            <a:xfrm>
              <a:off x="6292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14"/>
            <p:cNvSpPr/>
            <p:nvPr/>
          </p:nvSpPr>
          <p:spPr>
            <a:xfrm>
              <a:off x="630104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14"/>
            <p:cNvSpPr/>
            <p:nvPr/>
          </p:nvSpPr>
          <p:spPr>
            <a:xfrm>
              <a:off x="6292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14"/>
            <p:cNvSpPr/>
            <p:nvPr/>
          </p:nvSpPr>
          <p:spPr>
            <a:xfrm>
              <a:off x="8182306"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14"/>
            <p:cNvSpPr/>
            <p:nvPr/>
          </p:nvSpPr>
          <p:spPr>
            <a:xfrm>
              <a:off x="8182306"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4"/>
            <p:cNvSpPr/>
            <p:nvPr/>
          </p:nvSpPr>
          <p:spPr>
            <a:xfrm>
              <a:off x="8182306"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4"/>
            <p:cNvSpPr/>
            <p:nvPr/>
          </p:nvSpPr>
          <p:spPr>
            <a:xfrm>
              <a:off x="8182306"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14"/>
            <p:cNvSpPr/>
            <p:nvPr/>
          </p:nvSpPr>
          <p:spPr>
            <a:xfrm>
              <a:off x="8174914"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14"/>
            <p:cNvSpPr/>
            <p:nvPr/>
          </p:nvSpPr>
          <p:spPr>
            <a:xfrm>
              <a:off x="8174914"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4"/>
            <p:cNvSpPr/>
            <p:nvPr/>
          </p:nvSpPr>
          <p:spPr>
            <a:xfrm>
              <a:off x="8182306"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14"/>
            <p:cNvSpPr/>
            <p:nvPr/>
          </p:nvSpPr>
          <p:spPr>
            <a:xfrm>
              <a:off x="8174914"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14"/>
            <p:cNvSpPr/>
            <p:nvPr/>
          </p:nvSpPr>
          <p:spPr>
            <a:xfrm>
              <a:off x="8182306"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4"/>
            <p:cNvSpPr/>
            <p:nvPr/>
          </p:nvSpPr>
          <p:spPr>
            <a:xfrm>
              <a:off x="8174914"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14"/>
            <p:cNvSpPr/>
            <p:nvPr/>
          </p:nvSpPr>
          <p:spPr>
            <a:xfrm>
              <a:off x="8182306"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4"/>
            <p:cNvSpPr/>
            <p:nvPr/>
          </p:nvSpPr>
          <p:spPr>
            <a:xfrm>
              <a:off x="8174914"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14"/>
            <p:cNvSpPr/>
            <p:nvPr/>
          </p:nvSpPr>
          <p:spPr>
            <a:xfrm>
              <a:off x="8182306"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4"/>
            <p:cNvSpPr/>
            <p:nvPr/>
          </p:nvSpPr>
          <p:spPr>
            <a:xfrm>
              <a:off x="8174914"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4"/>
            <p:cNvSpPr/>
            <p:nvPr/>
          </p:nvSpPr>
          <p:spPr>
            <a:xfrm>
              <a:off x="2538773"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14"/>
            <p:cNvSpPr/>
            <p:nvPr/>
          </p:nvSpPr>
          <p:spPr>
            <a:xfrm>
              <a:off x="2538773"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14"/>
            <p:cNvSpPr/>
            <p:nvPr/>
          </p:nvSpPr>
          <p:spPr>
            <a:xfrm>
              <a:off x="2538773"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14"/>
            <p:cNvSpPr/>
            <p:nvPr/>
          </p:nvSpPr>
          <p:spPr>
            <a:xfrm>
              <a:off x="2538773"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14"/>
            <p:cNvSpPr/>
            <p:nvPr/>
          </p:nvSpPr>
          <p:spPr>
            <a:xfrm>
              <a:off x="2530546"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14"/>
            <p:cNvSpPr/>
            <p:nvPr/>
          </p:nvSpPr>
          <p:spPr>
            <a:xfrm>
              <a:off x="2530546"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14"/>
            <p:cNvSpPr/>
            <p:nvPr/>
          </p:nvSpPr>
          <p:spPr>
            <a:xfrm>
              <a:off x="2538773"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14"/>
            <p:cNvSpPr/>
            <p:nvPr/>
          </p:nvSpPr>
          <p:spPr>
            <a:xfrm>
              <a:off x="2530546"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14"/>
            <p:cNvSpPr/>
            <p:nvPr/>
          </p:nvSpPr>
          <p:spPr>
            <a:xfrm>
              <a:off x="2538773"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4"/>
            <p:cNvSpPr/>
            <p:nvPr/>
          </p:nvSpPr>
          <p:spPr>
            <a:xfrm>
              <a:off x="2530546"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14"/>
            <p:cNvSpPr/>
            <p:nvPr/>
          </p:nvSpPr>
          <p:spPr>
            <a:xfrm>
              <a:off x="2538773"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14"/>
            <p:cNvSpPr/>
            <p:nvPr/>
          </p:nvSpPr>
          <p:spPr>
            <a:xfrm>
              <a:off x="2530546"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4"/>
            <p:cNvSpPr/>
            <p:nvPr/>
          </p:nvSpPr>
          <p:spPr>
            <a:xfrm>
              <a:off x="2538773"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4"/>
            <p:cNvSpPr/>
            <p:nvPr/>
          </p:nvSpPr>
          <p:spPr>
            <a:xfrm>
              <a:off x="2530546"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4"/>
            <p:cNvSpPr/>
            <p:nvPr/>
          </p:nvSpPr>
          <p:spPr>
            <a:xfrm>
              <a:off x="2538773"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4"/>
            <p:cNvSpPr/>
            <p:nvPr/>
          </p:nvSpPr>
          <p:spPr>
            <a:xfrm>
              <a:off x="2538773"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14"/>
            <p:cNvSpPr/>
            <p:nvPr/>
          </p:nvSpPr>
          <p:spPr>
            <a:xfrm>
              <a:off x="2530546"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4"/>
            <p:cNvSpPr/>
            <p:nvPr/>
          </p:nvSpPr>
          <p:spPr>
            <a:xfrm>
              <a:off x="2530546"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2_1">
    <p:spTree>
      <p:nvGrpSpPr>
        <p:cNvPr id="4410" name="Shape 4410"/>
        <p:cNvGrpSpPr/>
        <p:nvPr/>
      </p:nvGrpSpPr>
      <p:grpSpPr>
        <a:xfrm>
          <a:off x="0" y="0"/>
          <a:ext cx="0" cy="0"/>
          <a:chOff x="0" y="0"/>
          <a:chExt cx="0" cy="0"/>
        </a:xfrm>
      </p:grpSpPr>
      <p:grpSp>
        <p:nvGrpSpPr>
          <p:cNvPr id="4411" name="Google Shape;4411;p15"/>
          <p:cNvGrpSpPr/>
          <p:nvPr/>
        </p:nvGrpSpPr>
        <p:grpSpPr>
          <a:xfrm>
            <a:off x="189" y="52"/>
            <a:ext cx="9144013" cy="5143533"/>
            <a:chOff x="4088025" y="1324225"/>
            <a:chExt cx="1348575" cy="1101800"/>
          </a:xfrm>
        </p:grpSpPr>
        <p:sp>
          <p:nvSpPr>
            <p:cNvPr id="4412" name="Google Shape;4412;p15"/>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15"/>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15"/>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15"/>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15"/>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5"/>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15"/>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15"/>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15"/>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5"/>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15"/>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15"/>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15"/>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15"/>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5"/>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15"/>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15"/>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5"/>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5"/>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5"/>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5"/>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15"/>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5"/>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15"/>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15"/>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5"/>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15"/>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15"/>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15"/>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15"/>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15"/>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5"/>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15"/>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15"/>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5"/>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5"/>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5"/>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5"/>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15"/>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5"/>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5"/>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15"/>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15"/>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15"/>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15"/>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5"/>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15"/>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15"/>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5"/>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15"/>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2" name="Google Shape;4462;p15"/>
          <p:cNvGrpSpPr/>
          <p:nvPr/>
        </p:nvGrpSpPr>
        <p:grpSpPr>
          <a:xfrm>
            <a:off x="34718" y="206"/>
            <a:ext cx="9074564" cy="5143474"/>
            <a:chOff x="34718" y="206"/>
            <a:chExt cx="9074564" cy="5143474"/>
          </a:xfrm>
        </p:grpSpPr>
        <p:sp>
          <p:nvSpPr>
            <p:cNvPr id="4463" name="Google Shape;4463;p15"/>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5"/>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5"/>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5"/>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15"/>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5"/>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15"/>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5"/>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15"/>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15"/>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15"/>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15"/>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15"/>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15"/>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15"/>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15"/>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15"/>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5"/>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5"/>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15"/>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5"/>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5"/>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5"/>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15"/>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15"/>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5"/>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15"/>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15"/>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15"/>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5"/>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5"/>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5"/>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15"/>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15"/>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5"/>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15"/>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15"/>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5"/>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15"/>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15"/>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5"/>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5"/>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15"/>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5"/>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15"/>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5"/>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15"/>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15"/>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5"/>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15"/>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15"/>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5"/>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5"/>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15"/>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15"/>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15"/>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15"/>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15"/>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15"/>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15"/>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5"/>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15"/>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15"/>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15"/>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5"/>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15"/>
            <p:cNvSpPr/>
            <p:nvPr/>
          </p:nvSpPr>
          <p:spPr>
            <a:xfrm>
              <a:off x="8525900"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15"/>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15"/>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15"/>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15"/>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5"/>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15"/>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15"/>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5"/>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5"/>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15"/>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15"/>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15"/>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5"/>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15"/>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15"/>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15"/>
            <p:cNvSpPr/>
            <p:nvPr/>
          </p:nvSpPr>
          <p:spPr>
            <a:xfrm>
              <a:off x="666874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15"/>
            <p:cNvSpPr/>
            <p:nvPr/>
          </p:nvSpPr>
          <p:spPr>
            <a:xfrm>
              <a:off x="6677090"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15"/>
            <p:cNvSpPr/>
            <p:nvPr/>
          </p:nvSpPr>
          <p:spPr>
            <a:xfrm>
              <a:off x="666874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15"/>
            <p:cNvSpPr/>
            <p:nvPr/>
          </p:nvSpPr>
          <p:spPr>
            <a:xfrm>
              <a:off x="666874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15"/>
            <p:cNvSpPr/>
            <p:nvPr/>
          </p:nvSpPr>
          <p:spPr>
            <a:xfrm>
              <a:off x="6668744" y="506272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86"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5"/>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15"/>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15"/>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15"/>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5"/>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15"/>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15"/>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15"/>
            <p:cNvSpPr/>
            <p:nvPr/>
          </p:nvSpPr>
          <p:spPr>
            <a:xfrm>
              <a:off x="7730589" y="506272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40"/>
                  </a:cubicBezTo>
                  <a:cubicBezTo>
                    <a:pt x="93" y="162"/>
                    <a:pt x="147" y="70"/>
                    <a:pt x="224" y="70"/>
                  </a:cubicBezTo>
                  <a:close/>
                  <a:moveTo>
                    <a:pt x="231" y="1"/>
                  </a:moveTo>
                  <a:cubicBezTo>
                    <a:pt x="100" y="1"/>
                    <a:pt x="0" y="116"/>
                    <a:pt x="0" y="340"/>
                  </a:cubicBezTo>
                  <a:cubicBezTo>
                    <a:pt x="8" y="555"/>
                    <a:pt x="93" y="679"/>
                    <a:pt x="224" y="679"/>
                  </a:cubicBezTo>
                  <a:cubicBezTo>
                    <a:pt x="370"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5"/>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15"/>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15"/>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5"/>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5"/>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15"/>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15"/>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15"/>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15"/>
            <p:cNvSpPr/>
            <p:nvPr/>
          </p:nvSpPr>
          <p:spPr>
            <a:xfrm>
              <a:off x="879136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15"/>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15"/>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15"/>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15"/>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15"/>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15"/>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15"/>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5"/>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15"/>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15"/>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5"/>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5"/>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15"/>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15"/>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15"/>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5"/>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15"/>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15"/>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15"/>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15"/>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15"/>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15"/>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15"/>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15"/>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15"/>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15"/>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15"/>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15"/>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15"/>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5"/>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5"/>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5"/>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15"/>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5"/>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15"/>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5"/>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5"/>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15"/>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15"/>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15"/>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15"/>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15"/>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15"/>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5"/>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5"/>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15"/>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15"/>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15"/>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15"/>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15"/>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5"/>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15"/>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5"/>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15"/>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5"/>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5"/>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5"/>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5"/>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15"/>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15"/>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5"/>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15"/>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15"/>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15"/>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15"/>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15"/>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15"/>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15"/>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15"/>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15"/>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15"/>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5"/>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15"/>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15"/>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5"/>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15"/>
            <p:cNvSpPr/>
            <p:nvPr/>
          </p:nvSpPr>
          <p:spPr>
            <a:xfrm>
              <a:off x="189258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5"/>
            <p:cNvSpPr/>
            <p:nvPr/>
          </p:nvSpPr>
          <p:spPr>
            <a:xfrm>
              <a:off x="190081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15"/>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5"/>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5"/>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5"/>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5"/>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15"/>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15"/>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5"/>
            <p:cNvSpPr/>
            <p:nvPr/>
          </p:nvSpPr>
          <p:spPr>
            <a:xfrm>
              <a:off x="2158050"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5"/>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15"/>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5"/>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5"/>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5"/>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15"/>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15"/>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5"/>
            <p:cNvSpPr/>
            <p:nvPr/>
          </p:nvSpPr>
          <p:spPr>
            <a:xfrm>
              <a:off x="2423511"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5"/>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15"/>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15"/>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5"/>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15"/>
            <p:cNvSpPr/>
            <p:nvPr/>
          </p:nvSpPr>
          <p:spPr>
            <a:xfrm>
              <a:off x="401520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5"/>
            <p:cNvSpPr/>
            <p:nvPr/>
          </p:nvSpPr>
          <p:spPr>
            <a:xfrm>
              <a:off x="401520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15"/>
            <p:cNvSpPr/>
            <p:nvPr/>
          </p:nvSpPr>
          <p:spPr>
            <a:xfrm>
              <a:off x="4023432"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15"/>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15"/>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15"/>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15"/>
            <p:cNvSpPr/>
            <p:nvPr/>
          </p:nvSpPr>
          <p:spPr>
            <a:xfrm>
              <a:off x="508444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15"/>
            <p:cNvSpPr/>
            <p:nvPr/>
          </p:nvSpPr>
          <p:spPr>
            <a:xfrm>
              <a:off x="5077050"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5"/>
            <p:cNvSpPr/>
            <p:nvPr/>
          </p:nvSpPr>
          <p:spPr>
            <a:xfrm>
              <a:off x="5077050"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15"/>
            <p:cNvSpPr/>
            <p:nvPr/>
          </p:nvSpPr>
          <p:spPr>
            <a:xfrm>
              <a:off x="508444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15"/>
            <p:cNvSpPr/>
            <p:nvPr/>
          </p:nvSpPr>
          <p:spPr>
            <a:xfrm>
              <a:off x="5077050"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5"/>
            <p:cNvSpPr/>
            <p:nvPr/>
          </p:nvSpPr>
          <p:spPr>
            <a:xfrm>
              <a:off x="508444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5"/>
            <p:cNvSpPr/>
            <p:nvPr/>
          </p:nvSpPr>
          <p:spPr>
            <a:xfrm>
              <a:off x="5077050"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5"/>
            <p:cNvSpPr/>
            <p:nvPr/>
          </p:nvSpPr>
          <p:spPr>
            <a:xfrm>
              <a:off x="508444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15"/>
            <p:cNvSpPr/>
            <p:nvPr/>
          </p:nvSpPr>
          <p:spPr>
            <a:xfrm>
              <a:off x="5077050"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5"/>
            <p:cNvSpPr/>
            <p:nvPr/>
          </p:nvSpPr>
          <p:spPr>
            <a:xfrm>
              <a:off x="508444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5"/>
            <p:cNvSpPr/>
            <p:nvPr/>
          </p:nvSpPr>
          <p:spPr>
            <a:xfrm>
              <a:off x="5077050"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15"/>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15"/>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5"/>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5"/>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5"/>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15"/>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15"/>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5"/>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5"/>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15"/>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15"/>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5"/>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5"/>
            <p:cNvSpPr/>
            <p:nvPr/>
          </p:nvSpPr>
          <p:spPr>
            <a:xfrm>
              <a:off x="839090"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5"/>
            <p:cNvSpPr/>
            <p:nvPr/>
          </p:nvSpPr>
          <p:spPr>
            <a:xfrm>
              <a:off x="83086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15"/>
            <p:cNvSpPr/>
            <p:nvPr/>
          </p:nvSpPr>
          <p:spPr>
            <a:xfrm>
              <a:off x="839090"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5"/>
            <p:cNvSpPr/>
            <p:nvPr/>
          </p:nvSpPr>
          <p:spPr>
            <a:xfrm>
              <a:off x="839090"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15"/>
            <p:cNvSpPr/>
            <p:nvPr/>
          </p:nvSpPr>
          <p:spPr>
            <a:xfrm>
              <a:off x="83086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15"/>
            <p:cNvSpPr/>
            <p:nvPr/>
          </p:nvSpPr>
          <p:spPr>
            <a:xfrm>
              <a:off x="83086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15"/>
            <p:cNvSpPr/>
            <p:nvPr/>
          </p:nvSpPr>
          <p:spPr>
            <a:xfrm>
              <a:off x="839090"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15"/>
            <p:cNvSpPr/>
            <p:nvPr/>
          </p:nvSpPr>
          <p:spPr>
            <a:xfrm>
              <a:off x="83086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15"/>
            <p:cNvSpPr/>
            <p:nvPr/>
          </p:nvSpPr>
          <p:spPr>
            <a:xfrm>
              <a:off x="839090"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15"/>
            <p:cNvSpPr/>
            <p:nvPr/>
          </p:nvSpPr>
          <p:spPr>
            <a:xfrm>
              <a:off x="839090"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15"/>
            <p:cNvSpPr/>
            <p:nvPr/>
          </p:nvSpPr>
          <p:spPr>
            <a:xfrm>
              <a:off x="83086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15"/>
            <p:cNvSpPr/>
            <p:nvPr/>
          </p:nvSpPr>
          <p:spPr>
            <a:xfrm>
              <a:off x="83086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5"/>
            <p:cNvSpPr/>
            <p:nvPr/>
          </p:nvSpPr>
          <p:spPr>
            <a:xfrm>
              <a:off x="83086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15"/>
            <p:cNvSpPr/>
            <p:nvPr/>
          </p:nvSpPr>
          <p:spPr>
            <a:xfrm>
              <a:off x="839090"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15"/>
            <p:cNvSpPr/>
            <p:nvPr/>
          </p:nvSpPr>
          <p:spPr>
            <a:xfrm>
              <a:off x="839090"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5"/>
            <p:cNvSpPr/>
            <p:nvPr/>
          </p:nvSpPr>
          <p:spPr>
            <a:xfrm>
              <a:off x="839090"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15"/>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15"/>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5"/>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15"/>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15"/>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15"/>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15"/>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5"/>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15"/>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15"/>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15"/>
            <p:cNvSpPr/>
            <p:nvPr/>
          </p:nvSpPr>
          <p:spPr>
            <a:xfrm>
              <a:off x="3484283"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15"/>
            <p:cNvSpPr/>
            <p:nvPr/>
          </p:nvSpPr>
          <p:spPr>
            <a:xfrm>
              <a:off x="3484283"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15"/>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15"/>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15"/>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15"/>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15"/>
            <p:cNvSpPr/>
            <p:nvPr/>
          </p:nvSpPr>
          <p:spPr>
            <a:xfrm>
              <a:off x="560701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15"/>
            <p:cNvSpPr/>
            <p:nvPr/>
          </p:nvSpPr>
          <p:spPr>
            <a:xfrm>
              <a:off x="560701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15"/>
            <p:cNvSpPr/>
            <p:nvPr/>
          </p:nvSpPr>
          <p:spPr>
            <a:xfrm>
              <a:off x="561524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15"/>
            <p:cNvSpPr/>
            <p:nvPr/>
          </p:nvSpPr>
          <p:spPr>
            <a:xfrm>
              <a:off x="560701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5"/>
            <p:cNvSpPr/>
            <p:nvPr/>
          </p:nvSpPr>
          <p:spPr>
            <a:xfrm>
              <a:off x="561524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5"/>
            <p:cNvSpPr/>
            <p:nvPr/>
          </p:nvSpPr>
          <p:spPr>
            <a:xfrm>
              <a:off x="560701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5"/>
            <p:cNvSpPr/>
            <p:nvPr/>
          </p:nvSpPr>
          <p:spPr>
            <a:xfrm>
              <a:off x="5615245"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15"/>
            <p:cNvSpPr/>
            <p:nvPr/>
          </p:nvSpPr>
          <p:spPr>
            <a:xfrm>
              <a:off x="5607019"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15"/>
            <p:cNvSpPr/>
            <p:nvPr/>
          </p:nvSpPr>
          <p:spPr>
            <a:xfrm>
              <a:off x="5615245"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15"/>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5"/>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15"/>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15"/>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5"/>
            <p:cNvSpPr/>
            <p:nvPr/>
          </p:nvSpPr>
          <p:spPr>
            <a:xfrm>
              <a:off x="6137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15"/>
            <p:cNvSpPr/>
            <p:nvPr/>
          </p:nvSpPr>
          <p:spPr>
            <a:xfrm>
              <a:off x="6137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5"/>
            <p:cNvSpPr/>
            <p:nvPr/>
          </p:nvSpPr>
          <p:spPr>
            <a:xfrm>
              <a:off x="614604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5"/>
            <p:cNvSpPr/>
            <p:nvPr/>
          </p:nvSpPr>
          <p:spPr>
            <a:xfrm>
              <a:off x="6137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15"/>
            <p:cNvSpPr/>
            <p:nvPr/>
          </p:nvSpPr>
          <p:spPr>
            <a:xfrm>
              <a:off x="6146049"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15"/>
            <p:cNvSpPr/>
            <p:nvPr/>
          </p:nvSpPr>
          <p:spPr>
            <a:xfrm>
              <a:off x="6137822"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5"/>
            <p:cNvSpPr/>
            <p:nvPr/>
          </p:nvSpPr>
          <p:spPr>
            <a:xfrm>
              <a:off x="6146049"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15"/>
            <p:cNvSpPr/>
            <p:nvPr/>
          </p:nvSpPr>
          <p:spPr>
            <a:xfrm>
              <a:off x="6137822"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2"/>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15"/>
            <p:cNvSpPr/>
            <p:nvPr/>
          </p:nvSpPr>
          <p:spPr>
            <a:xfrm>
              <a:off x="6146049"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5"/>
            <p:cNvSpPr/>
            <p:nvPr/>
          </p:nvSpPr>
          <p:spPr>
            <a:xfrm>
              <a:off x="6137822"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2"/>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15"/>
            <p:cNvSpPr/>
            <p:nvPr/>
          </p:nvSpPr>
          <p:spPr>
            <a:xfrm>
              <a:off x="6146049"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15"/>
            <p:cNvSpPr/>
            <p:nvPr/>
          </p:nvSpPr>
          <p:spPr>
            <a:xfrm>
              <a:off x="6146049"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15"/>
            <p:cNvSpPr/>
            <p:nvPr/>
          </p:nvSpPr>
          <p:spPr>
            <a:xfrm>
              <a:off x="6137822"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15"/>
            <p:cNvSpPr/>
            <p:nvPr/>
          </p:nvSpPr>
          <p:spPr>
            <a:xfrm>
              <a:off x="6137822"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2"/>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15"/>
            <p:cNvSpPr/>
            <p:nvPr/>
          </p:nvSpPr>
          <p:spPr>
            <a:xfrm>
              <a:off x="6146049"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15"/>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15"/>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15"/>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15"/>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5"/>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5"/>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15"/>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15"/>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5"/>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5"/>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15"/>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15"/>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5"/>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5"/>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15"/>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15"/>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15"/>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15"/>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15"/>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15"/>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15"/>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15"/>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15"/>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5"/>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15"/>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15"/>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5"/>
            <p:cNvSpPr/>
            <p:nvPr/>
          </p:nvSpPr>
          <p:spPr>
            <a:xfrm>
              <a:off x="4554354"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15"/>
            <p:cNvSpPr/>
            <p:nvPr/>
          </p:nvSpPr>
          <p:spPr>
            <a:xfrm>
              <a:off x="4546128"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5"/>
            <p:cNvSpPr/>
            <p:nvPr/>
          </p:nvSpPr>
          <p:spPr>
            <a:xfrm>
              <a:off x="4546128"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15"/>
            <p:cNvSpPr/>
            <p:nvPr/>
          </p:nvSpPr>
          <p:spPr>
            <a:xfrm>
              <a:off x="4554354"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5"/>
            <p:cNvSpPr/>
            <p:nvPr/>
          </p:nvSpPr>
          <p:spPr>
            <a:xfrm>
              <a:off x="4546128"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5"/>
            <p:cNvSpPr/>
            <p:nvPr/>
          </p:nvSpPr>
          <p:spPr>
            <a:xfrm>
              <a:off x="4554354"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15"/>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5"/>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15"/>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15"/>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5"/>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15"/>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15"/>
            <p:cNvSpPr/>
            <p:nvPr/>
          </p:nvSpPr>
          <p:spPr>
            <a:xfrm>
              <a:off x="6934205"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15"/>
            <p:cNvSpPr/>
            <p:nvPr/>
          </p:nvSpPr>
          <p:spPr>
            <a:xfrm>
              <a:off x="6942432"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15"/>
            <p:cNvSpPr/>
            <p:nvPr/>
          </p:nvSpPr>
          <p:spPr>
            <a:xfrm>
              <a:off x="6934205"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15"/>
            <p:cNvSpPr/>
            <p:nvPr/>
          </p:nvSpPr>
          <p:spPr>
            <a:xfrm>
              <a:off x="6934205"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15"/>
            <p:cNvSpPr/>
            <p:nvPr/>
          </p:nvSpPr>
          <p:spPr>
            <a:xfrm>
              <a:off x="6934205"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15"/>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15"/>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5"/>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15"/>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15"/>
            <p:cNvSpPr/>
            <p:nvPr/>
          </p:nvSpPr>
          <p:spPr>
            <a:xfrm>
              <a:off x="481158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5"/>
            <p:cNvSpPr/>
            <p:nvPr/>
          </p:nvSpPr>
          <p:spPr>
            <a:xfrm>
              <a:off x="481993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15"/>
            <p:cNvSpPr/>
            <p:nvPr/>
          </p:nvSpPr>
          <p:spPr>
            <a:xfrm>
              <a:off x="481158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5"/>
            <p:cNvSpPr/>
            <p:nvPr/>
          </p:nvSpPr>
          <p:spPr>
            <a:xfrm>
              <a:off x="4819935"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5"/>
            <p:cNvSpPr/>
            <p:nvPr/>
          </p:nvSpPr>
          <p:spPr>
            <a:xfrm>
              <a:off x="4811589"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5"/>
            <p:cNvSpPr/>
            <p:nvPr/>
          </p:nvSpPr>
          <p:spPr>
            <a:xfrm>
              <a:off x="4811589"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5"/>
            <p:cNvSpPr/>
            <p:nvPr/>
          </p:nvSpPr>
          <p:spPr>
            <a:xfrm>
              <a:off x="4819935" y="144703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15"/>
            <p:cNvSpPr/>
            <p:nvPr/>
          </p:nvSpPr>
          <p:spPr>
            <a:xfrm>
              <a:off x="4819935" y="159117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15"/>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15"/>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15"/>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15"/>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15"/>
            <p:cNvSpPr/>
            <p:nvPr/>
          </p:nvSpPr>
          <p:spPr>
            <a:xfrm>
              <a:off x="5872480"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5"/>
            <p:cNvSpPr/>
            <p:nvPr/>
          </p:nvSpPr>
          <p:spPr>
            <a:xfrm>
              <a:off x="5880707"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15"/>
            <p:cNvSpPr/>
            <p:nvPr/>
          </p:nvSpPr>
          <p:spPr>
            <a:xfrm>
              <a:off x="5872480"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5"/>
            <p:cNvSpPr/>
            <p:nvPr/>
          </p:nvSpPr>
          <p:spPr>
            <a:xfrm>
              <a:off x="5880707"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15"/>
            <p:cNvSpPr/>
            <p:nvPr/>
          </p:nvSpPr>
          <p:spPr>
            <a:xfrm>
              <a:off x="5872480"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15"/>
            <p:cNvSpPr/>
            <p:nvPr/>
          </p:nvSpPr>
          <p:spPr>
            <a:xfrm>
              <a:off x="5872480"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5"/>
            <p:cNvSpPr/>
            <p:nvPr/>
          </p:nvSpPr>
          <p:spPr>
            <a:xfrm>
              <a:off x="5880707"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5"/>
            <p:cNvSpPr/>
            <p:nvPr/>
          </p:nvSpPr>
          <p:spPr>
            <a:xfrm>
              <a:off x="5880707"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5"/>
            <p:cNvSpPr/>
            <p:nvPr/>
          </p:nvSpPr>
          <p:spPr>
            <a:xfrm>
              <a:off x="5880707" y="1736397"/>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5"/>
            <p:cNvSpPr/>
            <p:nvPr/>
          </p:nvSpPr>
          <p:spPr>
            <a:xfrm>
              <a:off x="5872480" y="1879709"/>
              <a:ext cx="53295" cy="80955"/>
            </a:xfrm>
            <a:custGeom>
              <a:rect b="b" l="l" r="r" t="t"/>
              <a:pathLst>
                <a:path extrusionOk="0" h="679" w="447">
                  <a:moveTo>
                    <a:pt x="224" y="70"/>
                  </a:moveTo>
                  <a:cubicBezTo>
                    <a:pt x="316" y="70"/>
                    <a:pt x="362" y="162"/>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15"/>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5"/>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15"/>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5"/>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15"/>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15"/>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5"/>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15"/>
            <p:cNvSpPr/>
            <p:nvPr/>
          </p:nvSpPr>
          <p:spPr>
            <a:xfrm>
              <a:off x="7465128"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5"/>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15"/>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15"/>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15"/>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15"/>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15"/>
            <p:cNvSpPr/>
            <p:nvPr/>
          </p:nvSpPr>
          <p:spPr>
            <a:xfrm>
              <a:off x="3219775"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15"/>
            <p:cNvSpPr/>
            <p:nvPr/>
          </p:nvSpPr>
          <p:spPr>
            <a:xfrm>
              <a:off x="3227168"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15"/>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5"/>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15"/>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15"/>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5"/>
            <p:cNvSpPr/>
            <p:nvPr/>
          </p:nvSpPr>
          <p:spPr>
            <a:xfrm>
              <a:off x="374974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5"/>
            <p:cNvSpPr/>
            <p:nvPr/>
          </p:nvSpPr>
          <p:spPr>
            <a:xfrm>
              <a:off x="374974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5"/>
            <p:cNvSpPr/>
            <p:nvPr/>
          </p:nvSpPr>
          <p:spPr>
            <a:xfrm>
              <a:off x="3757971"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5"/>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15"/>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5"/>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5"/>
            <p:cNvSpPr/>
            <p:nvPr/>
          </p:nvSpPr>
          <p:spPr>
            <a:xfrm>
              <a:off x="428889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15"/>
            <p:cNvSpPr/>
            <p:nvPr/>
          </p:nvSpPr>
          <p:spPr>
            <a:xfrm>
              <a:off x="4280666"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15"/>
            <p:cNvSpPr/>
            <p:nvPr/>
          </p:nvSpPr>
          <p:spPr>
            <a:xfrm>
              <a:off x="4280666"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5"/>
            <p:cNvSpPr/>
            <p:nvPr/>
          </p:nvSpPr>
          <p:spPr>
            <a:xfrm>
              <a:off x="428889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5"/>
            <p:cNvSpPr/>
            <p:nvPr/>
          </p:nvSpPr>
          <p:spPr>
            <a:xfrm>
              <a:off x="4280666"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5"/>
            <p:cNvSpPr/>
            <p:nvPr/>
          </p:nvSpPr>
          <p:spPr>
            <a:xfrm>
              <a:off x="428889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15"/>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15"/>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5"/>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5"/>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5"/>
            <p:cNvSpPr/>
            <p:nvPr/>
          </p:nvSpPr>
          <p:spPr>
            <a:xfrm>
              <a:off x="534155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5"/>
            <p:cNvSpPr/>
            <p:nvPr/>
          </p:nvSpPr>
          <p:spPr>
            <a:xfrm>
              <a:off x="534155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5"/>
            <p:cNvSpPr/>
            <p:nvPr/>
          </p:nvSpPr>
          <p:spPr>
            <a:xfrm>
              <a:off x="534990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5"/>
            <p:cNvSpPr/>
            <p:nvPr/>
          </p:nvSpPr>
          <p:spPr>
            <a:xfrm>
              <a:off x="534155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5"/>
            <p:cNvSpPr/>
            <p:nvPr/>
          </p:nvSpPr>
          <p:spPr>
            <a:xfrm>
              <a:off x="5349903"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5"/>
            <p:cNvSpPr/>
            <p:nvPr/>
          </p:nvSpPr>
          <p:spPr>
            <a:xfrm>
              <a:off x="5341557"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5"/>
            <p:cNvSpPr/>
            <p:nvPr/>
          </p:nvSpPr>
          <p:spPr>
            <a:xfrm>
              <a:off x="5349903"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15"/>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15"/>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15"/>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15"/>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15"/>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15"/>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15"/>
            <p:cNvSpPr/>
            <p:nvPr/>
          </p:nvSpPr>
          <p:spPr>
            <a:xfrm>
              <a:off x="6411510"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15"/>
            <p:cNvSpPr/>
            <p:nvPr/>
          </p:nvSpPr>
          <p:spPr>
            <a:xfrm>
              <a:off x="6403283"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15"/>
            <p:cNvSpPr/>
            <p:nvPr/>
          </p:nvSpPr>
          <p:spPr>
            <a:xfrm>
              <a:off x="6411510"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15"/>
            <p:cNvSpPr/>
            <p:nvPr/>
          </p:nvSpPr>
          <p:spPr>
            <a:xfrm>
              <a:off x="6403283"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15"/>
            <p:cNvSpPr/>
            <p:nvPr/>
          </p:nvSpPr>
          <p:spPr>
            <a:xfrm>
              <a:off x="6411510"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5"/>
            <p:cNvSpPr/>
            <p:nvPr/>
          </p:nvSpPr>
          <p:spPr>
            <a:xfrm>
              <a:off x="6403283"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15"/>
            <p:cNvSpPr/>
            <p:nvPr/>
          </p:nvSpPr>
          <p:spPr>
            <a:xfrm>
              <a:off x="6411510"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15"/>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5"/>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5"/>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5"/>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5"/>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15"/>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15"/>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15"/>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15"/>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15"/>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15"/>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15"/>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15"/>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15"/>
            <p:cNvSpPr/>
            <p:nvPr/>
          </p:nvSpPr>
          <p:spPr>
            <a:xfrm>
              <a:off x="269719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90" name="Google Shape;4890;p15"/>
          <p:cNvSpPr txBox="1"/>
          <p:nvPr>
            <p:ph type="title"/>
          </p:nvPr>
        </p:nvSpPr>
        <p:spPr>
          <a:xfrm>
            <a:off x="823525" y="2182650"/>
            <a:ext cx="4734000" cy="88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4891" name="Google Shape;4891;p15"/>
          <p:cNvSpPr txBox="1"/>
          <p:nvPr>
            <p:ph hasCustomPrompt="1" idx="2" type="title"/>
          </p:nvPr>
        </p:nvSpPr>
        <p:spPr>
          <a:xfrm>
            <a:off x="2375875" y="1171925"/>
            <a:ext cx="1629300" cy="92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atin typeface="Rubik Black"/>
                <a:ea typeface="Rubik Black"/>
                <a:cs typeface="Rubik Black"/>
                <a:sym typeface="Rubik Black"/>
              </a:defRPr>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4892" name="Google Shape;4892;p15"/>
          <p:cNvSpPr txBox="1"/>
          <p:nvPr>
            <p:ph idx="1" type="subTitle"/>
          </p:nvPr>
        </p:nvSpPr>
        <p:spPr>
          <a:xfrm>
            <a:off x="1670875" y="3188215"/>
            <a:ext cx="3039300" cy="69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700"/>
            </a:lvl1pPr>
            <a:lvl2pPr lvl="1" rtl="0" algn="ctr">
              <a:lnSpc>
                <a:spcPct val="100000"/>
              </a:lnSpc>
              <a:spcBef>
                <a:spcPts val="0"/>
              </a:spcBef>
              <a:spcAft>
                <a:spcPts val="0"/>
              </a:spcAft>
              <a:buNone/>
              <a:defRPr sz="1700"/>
            </a:lvl2pPr>
            <a:lvl3pPr lvl="2" rtl="0" algn="ctr">
              <a:lnSpc>
                <a:spcPct val="100000"/>
              </a:lnSpc>
              <a:spcBef>
                <a:spcPts val="0"/>
              </a:spcBef>
              <a:spcAft>
                <a:spcPts val="0"/>
              </a:spcAft>
              <a:buNone/>
              <a:defRPr sz="1700"/>
            </a:lvl3pPr>
            <a:lvl4pPr lvl="3" rtl="0" algn="ctr">
              <a:lnSpc>
                <a:spcPct val="100000"/>
              </a:lnSpc>
              <a:spcBef>
                <a:spcPts val="0"/>
              </a:spcBef>
              <a:spcAft>
                <a:spcPts val="0"/>
              </a:spcAft>
              <a:buNone/>
              <a:defRPr sz="1700"/>
            </a:lvl4pPr>
            <a:lvl5pPr lvl="4" rtl="0" algn="ctr">
              <a:lnSpc>
                <a:spcPct val="100000"/>
              </a:lnSpc>
              <a:spcBef>
                <a:spcPts val="0"/>
              </a:spcBef>
              <a:spcAft>
                <a:spcPts val="0"/>
              </a:spcAft>
              <a:buNone/>
              <a:defRPr sz="1700"/>
            </a:lvl5pPr>
            <a:lvl6pPr lvl="5" rtl="0" algn="ctr">
              <a:lnSpc>
                <a:spcPct val="100000"/>
              </a:lnSpc>
              <a:spcBef>
                <a:spcPts val="0"/>
              </a:spcBef>
              <a:spcAft>
                <a:spcPts val="0"/>
              </a:spcAft>
              <a:buNone/>
              <a:defRPr sz="1700"/>
            </a:lvl6pPr>
            <a:lvl7pPr lvl="6" rtl="0" algn="ctr">
              <a:lnSpc>
                <a:spcPct val="100000"/>
              </a:lnSpc>
              <a:spcBef>
                <a:spcPts val="0"/>
              </a:spcBef>
              <a:spcAft>
                <a:spcPts val="0"/>
              </a:spcAft>
              <a:buNone/>
              <a:defRPr sz="1700"/>
            </a:lvl7pPr>
            <a:lvl8pPr lvl="7" rtl="0" algn="ctr">
              <a:lnSpc>
                <a:spcPct val="100000"/>
              </a:lnSpc>
              <a:spcBef>
                <a:spcPts val="0"/>
              </a:spcBef>
              <a:spcAft>
                <a:spcPts val="0"/>
              </a:spcAft>
              <a:buNone/>
              <a:defRPr sz="1700"/>
            </a:lvl8pPr>
            <a:lvl9pPr lvl="8" rtl="0" algn="ctr">
              <a:lnSpc>
                <a:spcPct val="100000"/>
              </a:lnSpc>
              <a:spcBef>
                <a:spcPts val="0"/>
              </a:spcBef>
              <a:spcAft>
                <a:spcPts val="0"/>
              </a:spcAft>
              <a:buNone/>
              <a:defRPr sz="17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22_1_2">
    <p:spTree>
      <p:nvGrpSpPr>
        <p:cNvPr id="4893" name="Shape 4893"/>
        <p:cNvGrpSpPr/>
        <p:nvPr/>
      </p:nvGrpSpPr>
      <p:grpSpPr>
        <a:xfrm>
          <a:off x="0" y="0"/>
          <a:ext cx="0" cy="0"/>
          <a:chOff x="0" y="0"/>
          <a:chExt cx="0" cy="0"/>
        </a:xfrm>
      </p:grpSpPr>
      <p:grpSp>
        <p:nvGrpSpPr>
          <p:cNvPr id="4894" name="Google Shape;4894;p16"/>
          <p:cNvGrpSpPr/>
          <p:nvPr/>
        </p:nvGrpSpPr>
        <p:grpSpPr>
          <a:xfrm>
            <a:off x="189" y="52"/>
            <a:ext cx="9144013" cy="5143533"/>
            <a:chOff x="4088025" y="1324225"/>
            <a:chExt cx="1348575" cy="1101800"/>
          </a:xfrm>
        </p:grpSpPr>
        <p:sp>
          <p:nvSpPr>
            <p:cNvPr id="4895" name="Google Shape;4895;p16"/>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16"/>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16"/>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16"/>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6"/>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16"/>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16"/>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16"/>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16"/>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16"/>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16"/>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16"/>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16"/>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6"/>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16"/>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16"/>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6"/>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16"/>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16"/>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16"/>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16"/>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16"/>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16"/>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16"/>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16"/>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16"/>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16"/>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16"/>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16"/>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16"/>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6"/>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16"/>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16"/>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16"/>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16"/>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16"/>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16"/>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16"/>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16"/>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16"/>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16"/>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16"/>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16"/>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16"/>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16"/>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16"/>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16"/>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16"/>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16"/>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6"/>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5" name="Google Shape;4945;p16"/>
          <p:cNvGrpSpPr/>
          <p:nvPr/>
        </p:nvGrpSpPr>
        <p:grpSpPr>
          <a:xfrm>
            <a:off x="34718" y="206"/>
            <a:ext cx="9074564" cy="5143474"/>
            <a:chOff x="34718" y="206"/>
            <a:chExt cx="9074564" cy="5143474"/>
          </a:xfrm>
        </p:grpSpPr>
        <p:sp>
          <p:nvSpPr>
            <p:cNvPr id="4946" name="Google Shape;4946;p16"/>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16"/>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16"/>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16"/>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16"/>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16"/>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6"/>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16"/>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16"/>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6"/>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6"/>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16"/>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16"/>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16"/>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16"/>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16"/>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16"/>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16"/>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16"/>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16"/>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16"/>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16"/>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6"/>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16"/>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16"/>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6"/>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6"/>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16"/>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16"/>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16"/>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6"/>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16"/>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16"/>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6"/>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6"/>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16"/>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16"/>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16"/>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16"/>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16"/>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16"/>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16"/>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6"/>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16"/>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16"/>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16"/>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16"/>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16"/>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16"/>
            <p:cNvSpPr/>
            <p:nvPr/>
          </p:nvSpPr>
          <p:spPr>
            <a:xfrm>
              <a:off x="1104670"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16"/>
            <p:cNvSpPr/>
            <p:nvPr/>
          </p:nvSpPr>
          <p:spPr>
            <a:xfrm>
              <a:off x="1096324"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16"/>
            <p:cNvSpPr/>
            <p:nvPr/>
          </p:nvSpPr>
          <p:spPr>
            <a:xfrm>
              <a:off x="1104670"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16"/>
            <p:cNvSpPr/>
            <p:nvPr/>
          </p:nvSpPr>
          <p:spPr>
            <a:xfrm>
              <a:off x="1104670"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16"/>
            <p:cNvSpPr/>
            <p:nvPr/>
          </p:nvSpPr>
          <p:spPr>
            <a:xfrm>
              <a:off x="1096324" y="2313220"/>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16"/>
            <p:cNvSpPr/>
            <p:nvPr/>
          </p:nvSpPr>
          <p:spPr>
            <a:xfrm>
              <a:off x="1104670"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16"/>
            <p:cNvSpPr/>
            <p:nvPr/>
          </p:nvSpPr>
          <p:spPr>
            <a:xfrm>
              <a:off x="1096324" y="2602704"/>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16"/>
            <p:cNvSpPr/>
            <p:nvPr/>
          </p:nvSpPr>
          <p:spPr>
            <a:xfrm>
              <a:off x="1104670"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16"/>
            <p:cNvSpPr/>
            <p:nvPr/>
          </p:nvSpPr>
          <p:spPr>
            <a:xfrm>
              <a:off x="1096324" y="2892069"/>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2"/>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6"/>
            <p:cNvSpPr/>
            <p:nvPr/>
          </p:nvSpPr>
          <p:spPr>
            <a:xfrm>
              <a:off x="1104670"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16"/>
            <p:cNvSpPr/>
            <p:nvPr/>
          </p:nvSpPr>
          <p:spPr>
            <a:xfrm>
              <a:off x="1096324" y="3181435"/>
              <a:ext cx="53414" cy="80955"/>
            </a:xfrm>
            <a:custGeom>
              <a:rect b="b" l="l" r="r" t="t"/>
              <a:pathLst>
                <a:path extrusionOk="0" h="679" w="448">
                  <a:moveTo>
                    <a:pt x="224" y="69"/>
                  </a:moveTo>
                  <a:cubicBezTo>
                    <a:pt x="317" y="69"/>
                    <a:pt x="355" y="170"/>
                    <a:pt x="355" y="339"/>
                  </a:cubicBezTo>
                  <a:cubicBezTo>
                    <a:pt x="355" y="509"/>
                    <a:pt x="309" y="616"/>
                    <a:pt x="224" y="616"/>
                  </a:cubicBezTo>
                  <a:cubicBezTo>
                    <a:pt x="140" y="616"/>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16"/>
            <p:cNvSpPr/>
            <p:nvPr/>
          </p:nvSpPr>
          <p:spPr>
            <a:xfrm>
              <a:off x="1096324" y="332653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16"/>
            <p:cNvSpPr/>
            <p:nvPr/>
          </p:nvSpPr>
          <p:spPr>
            <a:xfrm>
              <a:off x="1104670"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16"/>
            <p:cNvSpPr/>
            <p:nvPr/>
          </p:nvSpPr>
          <p:spPr>
            <a:xfrm>
              <a:off x="1096324" y="3615900"/>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16"/>
            <p:cNvSpPr/>
            <p:nvPr/>
          </p:nvSpPr>
          <p:spPr>
            <a:xfrm>
              <a:off x="1096324" y="3760165"/>
              <a:ext cx="53414" cy="80955"/>
            </a:xfrm>
            <a:custGeom>
              <a:rect b="b" l="l" r="r" t="t"/>
              <a:pathLst>
                <a:path extrusionOk="0" h="679" w="448">
                  <a:moveTo>
                    <a:pt x="224" y="69"/>
                  </a:moveTo>
                  <a:cubicBezTo>
                    <a:pt x="317" y="69"/>
                    <a:pt x="355" y="170"/>
                    <a:pt x="355" y="339"/>
                  </a:cubicBezTo>
                  <a:cubicBezTo>
                    <a:pt x="355" y="509"/>
                    <a:pt x="309" y="609"/>
                    <a:pt x="224" y="609"/>
                  </a:cubicBezTo>
                  <a:cubicBezTo>
                    <a:pt x="140" y="609"/>
                    <a:pt x="86" y="516"/>
                    <a:pt x="86" y="347"/>
                  </a:cubicBezTo>
                  <a:cubicBezTo>
                    <a:pt x="86" y="170"/>
                    <a:pt x="147" y="69"/>
                    <a:pt x="224" y="69"/>
                  </a:cubicBezTo>
                  <a:close/>
                  <a:moveTo>
                    <a:pt x="224" y="0"/>
                  </a:moveTo>
                  <a:cubicBezTo>
                    <a:pt x="93" y="0"/>
                    <a:pt x="1" y="123"/>
                    <a:pt x="1" y="347"/>
                  </a:cubicBezTo>
                  <a:cubicBezTo>
                    <a:pt x="1" y="563"/>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16"/>
            <p:cNvSpPr/>
            <p:nvPr/>
          </p:nvSpPr>
          <p:spPr>
            <a:xfrm>
              <a:off x="1096324" y="390526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16"/>
            <p:cNvSpPr/>
            <p:nvPr/>
          </p:nvSpPr>
          <p:spPr>
            <a:xfrm>
              <a:off x="1104670" y="4051318"/>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16"/>
            <p:cNvSpPr/>
            <p:nvPr/>
          </p:nvSpPr>
          <p:spPr>
            <a:xfrm>
              <a:off x="1104670" y="4195584"/>
              <a:ext cx="25872" cy="78213"/>
            </a:xfrm>
            <a:custGeom>
              <a:rect b="b" l="l" r="r" t="t"/>
              <a:pathLst>
                <a:path extrusionOk="0" h="656" w="217">
                  <a:moveTo>
                    <a:pt x="139" y="0"/>
                  </a:moveTo>
                  <a:lnTo>
                    <a:pt x="0" y="77"/>
                  </a:lnTo>
                  <a:lnTo>
                    <a:pt x="16" y="147"/>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16"/>
            <p:cNvSpPr/>
            <p:nvPr/>
          </p:nvSpPr>
          <p:spPr>
            <a:xfrm>
              <a:off x="1104670" y="4340684"/>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16"/>
            <p:cNvSpPr/>
            <p:nvPr/>
          </p:nvSpPr>
          <p:spPr>
            <a:xfrm>
              <a:off x="1096324" y="448399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16"/>
            <p:cNvSpPr/>
            <p:nvPr/>
          </p:nvSpPr>
          <p:spPr>
            <a:xfrm>
              <a:off x="1104670" y="4630049"/>
              <a:ext cx="25872" cy="78213"/>
            </a:xfrm>
            <a:custGeom>
              <a:rect b="b" l="l" r="r" t="t"/>
              <a:pathLst>
                <a:path extrusionOk="0" h="656" w="217">
                  <a:moveTo>
                    <a:pt x="139" y="1"/>
                  </a:moveTo>
                  <a:lnTo>
                    <a:pt x="0" y="78"/>
                  </a:lnTo>
                  <a:lnTo>
                    <a:pt x="16" y="139"/>
                  </a:lnTo>
                  <a:lnTo>
                    <a:pt x="131" y="78"/>
                  </a:lnTo>
                  <a:lnTo>
                    <a:pt x="131"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16"/>
            <p:cNvSpPr/>
            <p:nvPr/>
          </p:nvSpPr>
          <p:spPr>
            <a:xfrm>
              <a:off x="1096324" y="4773360"/>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16"/>
            <p:cNvSpPr/>
            <p:nvPr/>
          </p:nvSpPr>
          <p:spPr>
            <a:xfrm>
              <a:off x="1104670" y="4919414"/>
              <a:ext cx="25872" cy="78213"/>
            </a:xfrm>
            <a:custGeom>
              <a:rect b="b" l="l" r="r" t="t"/>
              <a:pathLst>
                <a:path extrusionOk="0" h="656" w="217">
                  <a:moveTo>
                    <a:pt x="139" y="1"/>
                  </a:moveTo>
                  <a:lnTo>
                    <a:pt x="0" y="78"/>
                  </a:lnTo>
                  <a:lnTo>
                    <a:pt x="16" y="139"/>
                  </a:lnTo>
                  <a:lnTo>
                    <a:pt x="131" y="78"/>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16"/>
            <p:cNvSpPr/>
            <p:nvPr/>
          </p:nvSpPr>
          <p:spPr>
            <a:xfrm>
              <a:off x="1096324" y="5062725"/>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40"/>
                  </a:cubicBezTo>
                  <a:cubicBezTo>
                    <a:pt x="86" y="162"/>
                    <a:pt x="147" y="70"/>
                    <a:pt x="224" y="70"/>
                  </a:cubicBezTo>
                  <a:close/>
                  <a:moveTo>
                    <a:pt x="224" y="1"/>
                  </a:moveTo>
                  <a:cubicBezTo>
                    <a:pt x="93" y="1"/>
                    <a:pt x="1" y="116"/>
                    <a:pt x="1" y="340"/>
                  </a:cubicBezTo>
                  <a:cubicBezTo>
                    <a:pt x="1" y="555"/>
                    <a:pt x="93" y="679"/>
                    <a:pt x="217" y="679"/>
                  </a:cubicBezTo>
                  <a:cubicBezTo>
                    <a:pt x="363" y="679"/>
                    <a:pt x="448" y="555"/>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16"/>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16"/>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16"/>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16"/>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16"/>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16"/>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16"/>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16"/>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16"/>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16"/>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16"/>
            <p:cNvSpPr/>
            <p:nvPr/>
          </p:nvSpPr>
          <p:spPr>
            <a:xfrm>
              <a:off x="1370012"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6"/>
            <p:cNvSpPr/>
            <p:nvPr/>
          </p:nvSpPr>
          <p:spPr>
            <a:xfrm>
              <a:off x="1370012"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16"/>
            <p:cNvSpPr/>
            <p:nvPr/>
          </p:nvSpPr>
          <p:spPr>
            <a:xfrm>
              <a:off x="1370012"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16"/>
            <p:cNvSpPr/>
            <p:nvPr/>
          </p:nvSpPr>
          <p:spPr>
            <a:xfrm>
              <a:off x="1361785" y="1879709"/>
              <a:ext cx="53295" cy="80955"/>
            </a:xfrm>
            <a:custGeom>
              <a:rect b="b" l="l" r="r" t="t"/>
              <a:pathLst>
                <a:path extrusionOk="0" h="679" w="447">
                  <a:moveTo>
                    <a:pt x="224" y="70"/>
                  </a:moveTo>
                  <a:cubicBezTo>
                    <a:pt x="316" y="70"/>
                    <a:pt x="355" y="162"/>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16"/>
            <p:cNvSpPr/>
            <p:nvPr/>
          </p:nvSpPr>
          <p:spPr>
            <a:xfrm>
              <a:off x="1370012"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16"/>
            <p:cNvSpPr/>
            <p:nvPr/>
          </p:nvSpPr>
          <p:spPr>
            <a:xfrm>
              <a:off x="1370012" y="217002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16"/>
            <p:cNvSpPr/>
            <p:nvPr/>
          </p:nvSpPr>
          <p:spPr>
            <a:xfrm>
              <a:off x="1361785" y="2313220"/>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16"/>
            <p:cNvSpPr/>
            <p:nvPr/>
          </p:nvSpPr>
          <p:spPr>
            <a:xfrm>
              <a:off x="1370012" y="245939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16"/>
            <p:cNvSpPr/>
            <p:nvPr/>
          </p:nvSpPr>
          <p:spPr>
            <a:xfrm>
              <a:off x="1361785" y="2602704"/>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16"/>
            <p:cNvSpPr/>
            <p:nvPr/>
          </p:nvSpPr>
          <p:spPr>
            <a:xfrm>
              <a:off x="1370012" y="2748758"/>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16"/>
            <p:cNvSpPr/>
            <p:nvPr/>
          </p:nvSpPr>
          <p:spPr>
            <a:xfrm>
              <a:off x="1361785" y="2892069"/>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16"/>
            <p:cNvSpPr/>
            <p:nvPr/>
          </p:nvSpPr>
          <p:spPr>
            <a:xfrm>
              <a:off x="1370012" y="3038123"/>
              <a:ext cx="25872" cy="78094"/>
            </a:xfrm>
            <a:custGeom>
              <a:rect b="b" l="l" r="r" t="t"/>
              <a:pathLst>
                <a:path extrusionOk="0" h="655" w="217">
                  <a:moveTo>
                    <a:pt x="139" y="0"/>
                  </a:moveTo>
                  <a:lnTo>
                    <a:pt x="0" y="77"/>
                  </a:lnTo>
                  <a:lnTo>
                    <a:pt x="16" y="146"/>
                  </a:lnTo>
                  <a:lnTo>
                    <a:pt x="131" y="85"/>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16"/>
            <p:cNvSpPr/>
            <p:nvPr/>
          </p:nvSpPr>
          <p:spPr>
            <a:xfrm>
              <a:off x="1361785" y="3181435"/>
              <a:ext cx="53295" cy="80955"/>
            </a:xfrm>
            <a:custGeom>
              <a:rect b="b" l="l" r="r" t="t"/>
              <a:pathLst>
                <a:path extrusionOk="0" h="679" w="447">
                  <a:moveTo>
                    <a:pt x="224" y="69"/>
                  </a:moveTo>
                  <a:cubicBezTo>
                    <a:pt x="316" y="69"/>
                    <a:pt x="355" y="170"/>
                    <a:pt x="355" y="339"/>
                  </a:cubicBezTo>
                  <a:cubicBezTo>
                    <a:pt x="355" y="509"/>
                    <a:pt x="308" y="616"/>
                    <a:pt x="216" y="616"/>
                  </a:cubicBezTo>
                  <a:cubicBezTo>
                    <a:pt x="139" y="616"/>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16"/>
            <p:cNvSpPr/>
            <p:nvPr/>
          </p:nvSpPr>
          <p:spPr>
            <a:xfrm>
              <a:off x="1361785" y="332653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16"/>
            <p:cNvSpPr/>
            <p:nvPr/>
          </p:nvSpPr>
          <p:spPr>
            <a:xfrm>
              <a:off x="1370012" y="3472588"/>
              <a:ext cx="25872" cy="78213"/>
            </a:xfrm>
            <a:custGeom>
              <a:rect b="b" l="l" r="r" t="t"/>
              <a:pathLst>
                <a:path extrusionOk="0" h="656" w="217">
                  <a:moveTo>
                    <a:pt x="139" y="0"/>
                  </a:moveTo>
                  <a:lnTo>
                    <a:pt x="0" y="78"/>
                  </a:lnTo>
                  <a:lnTo>
                    <a:pt x="16" y="139"/>
                  </a:lnTo>
                  <a:lnTo>
                    <a:pt x="131" y="78"/>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16"/>
            <p:cNvSpPr/>
            <p:nvPr/>
          </p:nvSpPr>
          <p:spPr>
            <a:xfrm>
              <a:off x="1361785" y="3615900"/>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16"/>
            <p:cNvSpPr/>
            <p:nvPr/>
          </p:nvSpPr>
          <p:spPr>
            <a:xfrm>
              <a:off x="1361785" y="3760165"/>
              <a:ext cx="53295" cy="80955"/>
            </a:xfrm>
            <a:custGeom>
              <a:rect b="b" l="l" r="r" t="t"/>
              <a:pathLst>
                <a:path extrusionOk="0" h="679" w="447">
                  <a:moveTo>
                    <a:pt x="224" y="69"/>
                  </a:moveTo>
                  <a:cubicBezTo>
                    <a:pt x="316" y="69"/>
                    <a:pt x="355" y="170"/>
                    <a:pt x="355" y="339"/>
                  </a:cubicBezTo>
                  <a:cubicBezTo>
                    <a:pt x="355" y="509"/>
                    <a:pt x="308" y="609"/>
                    <a:pt x="216" y="609"/>
                  </a:cubicBezTo>
                  <a:cubicBezTo>
                    <a:pt x="139" y="609"/>
                    <a:pt x="85" y="516"/>
                    <a:pt x="85" y="347"/>
                  </a:cubicBezTo>
                  <a:cubicBezTo>
                    <a:pt x="85" y="170"/>
                    <a:pt x="146"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16"/>
            <p:cNvSpPr/>
            <p:nvPr/>
          </p:nvSpPr>
          <p:spPr>
            <a:xfrm>
              <a:off x="1361785" y="3905265"/>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16"/>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16"/>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16"/>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16"/>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16"/>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16"/>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16"/>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16"/>
            <p:cNvSpPr/>
            <p:nvPr/>
          </p:nvSpPr>
          <p:spPr>
            <a:xfrm>
              <a:off x="853412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16"/>
            <p:cNvSpPr/>
            <p:nvPr/>
          </p:nvSpPr>
          <p:spPr>
            <a:xfrm>
              <a:off x="852590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6"/>
            <p:cNvSpPr/>
            <p:nvPr/>
          </p:nvSpPr>
          <p:spPr>
            <a:xfrm>
              <a:off x="8525900"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16"/>
            <p:cNvSpPr/>
            <p:nvPr/>
          </p:nvSpPr>
          <p:spPr>
            <a:xfrm>
              <a:off x="853412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16"/>
            <p:cNvSpPr/>
            <p:nvPr/>
          </p:nvSpPr>
          <p:spPr>
            <a:xfrm>
              <a:off x="8534126"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6"/>
            <p:cNvSpPr/>
            <p:nvPr/>
          </p:nvSpPr>
          <p:spPr>
            <a:xfrm>
              <a:off x="8534126"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16"/>
            <p:cNvSpPr/>
            <p:nvPr/>
          </p:nvSpPr>
          <p:spPr>
            <a:xfrm>
              <a:off x="8525900"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16"/>
            <p:cNvSpPr/>
            <p:nvPr/>
          </p:nvSpPr>
          <p:spPr>
            <a:xfrm>
              <a:off x="8534126"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16"/>
            <p:cNvSpPr/>
            <p:nvPr/>
          </p:nvSpPr>
          <p:spPr>
            <a:xfrm>
              <a:off x="8534126"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16"/>
            <p:cNvSpPr/>
            <p:nvPr/>
          </p:nvSpPr>
          <p:spPr>
            <a:xfrm>
              <a:off x="8525900"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16"/>
            <p:cNvSpPr/>
            <p:nvPr/>
          </p:nvSpPr>
          <p:spPr>
            <a:xfrm>
              <a:off x="8534126"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16"/>
            <p:cNvSpPr/>
            <p:nvPr/>
          </p:nvSpPr>
          <p:spPr>
            <a:xfrm>
              <a:off x="8525900"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6"/>
            <p:cNvSpPr/>
            <p:nvPr/>
          </p:nvSpPr>
          <p:spPr>
            <a:xfrm>
              <a:off x="8534126"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16"/>
            <p:cNvSpPr/>
            <p:nvPr/>
          </p:nvSpPr>
          <p:spPr>
            <a:xfrm>
              <a:off x="8525900"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16"/>
            <p:cNvSpPr/>
            <p:nvPr/>
          </p:nvSpPr>
          <p:spPr>
            <a:xfrm>
              <a:off x="8534126"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16"/>
            <p:cNvSpPr/>
            <p:nvPr/>
          </p:nvSpPr>
          <p:spPr>
            <a:xfrm>
              <a:off x="8525900"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16"/>
            <p:cNvSpPr/>
            <p:nvPr/>
          </p:nvSpPr>
          <p:spPr>
            <a:xfrm>
              <a:off x="8525900"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16"/>
            <p:cNvSpPr/>
            <p:nvPr/>
          </p:nvSpPr>
          <p:spPr>
            <a:xfrm>
              <a:off x="8534126"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16"/>
            <p:cNvSpPr/>
            <p:nvPr/>
          </p:nvSpPr>
          <p:spPr>
            <a:xfrm>
              <a:off x="8525900"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16"/>
            <p:cNvSpPr/>
            <p:nvPr/>
          </p:nvSpPr>
          <p:spPr>
            <a:xfrm>
              <a:off x="8525900"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16"/>
            <p:cNvSpPr/>
            <p:nvPr/>
          </p:nvSpPr>
          <p:spPr>
            <a:xfrm>
              <a:off x="8525900"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16"/>
            <p:cNvSpPr/>
            <p:nvPr/>
          </p:nvSpPr>
          <p:spPr>
            <a:xfrm>
              <a:off x="8534126"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16"/>
            <p:cNvSpPr/>
            <p:nvPr/>
          </p:nvSpPr>
          <p:spPr>
            <a:xfrm>
              <a:off x="8534126"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16"/>
            <p:cNvSpPr/>
            <p:nvPr/>
          </p:nvSpPr>
          <p:spPr>
            <a:xfrm>
              <a:off x="8534126"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16"/>
            <p:cNvSpPr/>
            <p:nvPr/>
          </p:nvSpPr>
          <p:spPr>
            <a:xfrm>
              <a:off x="8525900"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16"/>
            <p:cNvSpPr/>
            <p:nvPr/>
          </p:nvSpPr>
          <p:spPr>
            <a:xfrm>
              <a:off x="8534126"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16"/>
            <p:cNvSpPr/>
            <p:nvPr/>
          </p:nvSpPr>
          <p:spPr>
            <a:xfrm>
              <a:off x="8525900"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16"/>
            <p:cNvSpPr/>
            <p:nvPr/>
          </p:nvSpPr>
          <p:spPr>
            <a:xfrm>
              <a:off x="8534126"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16"/>
            <p:cNvSpPr/>
            <p:nvPr/>
          </p:nvSpPr>
          <p:spPr>
            <a:xfrm>
              <a:off x="8525900"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6"/>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16"/>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16"/>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6"/>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16"/>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6"/>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16"/>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16"/>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16"/>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16"/>
            <p:cNvSpPr/>
            <p:nvPr/>
          </p:nvSpPr>
          <p:spPr>
            <a:xfrm>
              <a:off x="16271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16"/>
            <p:cNvSpPr/>
            <p:nvPr/>
          </p:nvSpPr>
          <p:spPr>
            <a:xfrm>
              <a:off x="1635354" y="144703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16"/>
            <p:cNvSpPr/>
            <p:nvPr/>
          </p:nvSpPr>
          <p:spPr>
            <a:xfrm>
              <a:off x="1635354" y="159117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16"/>
            <p:cNvSpPr/>
            <p:nvPr/>
          </p:nvSpPr>
          <p:spPr>
            <a:xfrm>
              <a:off x="1635354" y="1736397"/>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16"/>
            <p:cNvSpPr/>
            <p:nvPr/>
          </p:nvSpPr>
          <p:spPr>
            <a:xfrm>
              <a:off x="162712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16"/>
            <p:cNvSpPr/>
            <p:nvPr/>
          </p:nvSpPr>
          <p:spPr>
            <a:xfrm>
              <a:off x="1635354" y="202576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6"/>
            <p:cNvSpPr/>
            <p:nvPr/>
          </p:nvSpPr>
          <p:spPr>
            <a:xfrm>
              <a:off x="1635354" y="217002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6"/>
            <p:cNvSpPr/>
            <p:nvPr/>
          </p:nvSpPr>
          <p:spPr>
            <a:xfrm>
              <a:off x="1627127"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16"/>
            <p:cNvSpPr/>
            <p:nvPr/>
          </p:nvSpPr>
          <p:spPr>
            <a:xfrm>
              <a:off x="1635354" y="245939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16"/>
            <p:cNvSpPr/>
            <p:nvPr/>
          </p:nvSpPr>
          <p:spPr>
            <a:xfrm>
              <a:off x="1627127"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16"/>
            <p:cNvSpPr/>
            <p:nvPr/>
          </p:nvSpPr>
          <p:spPr>
            <a:xfrm>
              <a:off x="1635354" y="2748758"/>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16"/>
            <p:cNvSpPr/>
            <p:nvPr/>
          </p:nvSpPr>
          <p:spPr>
            <a:xfrm>
              <a:off x="1627127"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2"/>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16"/>
            <p:cNvSpPr/>
            <p:nvPr/>
          </p:nvSpPr>
          <p:spPr>
            <a:xfrm>
              <a:off x="1635354" y="3038123"/>
              <a:ext cx="25872" cy="78094"/>
            </a:xfrm>
            <a:custGeom>
              <a:rect b="b" l="l" r="r" t="t"/>
              <a:pathLst>
                <a:path extrusionOk="0" h="655" w="217">
                  <a:moveTo>
                    <a:pt x="147"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16"/>
            <p:cNvSpPr/>
            <p:nvPr/>
          </p:nvSpPr>
          <p:spPr>
            <a:xfrm>
              <a:off x="1627127"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93" y="516"/>
                    <a:pt x="93" y="347"/>
                  </a:cubicBezTo>
                  <a:cubicBezTo>
                    <a:pt x="93" y="170"/>
                    <a:pt x="147" y="69"/>
                    <a:pt x="224" y="69"/>
                  </a:cubicBezTo>
                  <a:close/>
                  <a:moveTo>
                    <a:pt x="231" y="0"/>
                  </a:moveTo>
                  <a:cubicBezTo>
                    <a:pt x="93" y="0"/>
                    <a:pt x="0" y="123"/>
                    <a:pt x="0" y="347"/>
                  </a:cubicBezTo>
                  <a:cubicBezTo>
                    <a:pt x="0" y="563"/>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16"/>
            <p:cNvSpPr/>
            <p:nvPr/>
          </p:nvSpPr>
          <p:spPr>
            <a:xfrm>
              <a:off x="1627127"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16"/>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16"/>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16"/>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16"/>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16"/>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16"/>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16"/>
            <p:cNvSpPr/>
            <p:nvPr/>
          </p:nvSpPr>
          <p:spPr>
            <a:xfrm>
              <a:off x="666874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16"/>
            <p:cNvSpPr/>
            <p:nvPr/>
          </p:nvSpPr>
          <p:spPr>
            <a:xfrm>
              <a:off x="6677090"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16"/>
            <p:cNvSpPr/>
            <p:nvPr/>
          </p:nvSpPr>
          <p:spPr>
            <a:xfrm>
              <a:off x="666874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6"/>
            <p:cNvSpPr/>
            <p:nvPr/>
          </p:nvSpPr>
          <p:spPr>
            <a:xfrm>
              <a:off x="666874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16"/>
            <p:cNvSpPr/>
            <p:nvPr/>
          </p:nvSpPr>
          <p:spPr>
            <a:xfrm>
              <a:off x="6677090" y="144703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16"/>
            <p:cNvSpPr/>
            <p:nvPr/>
          </p:nvSpPr>
          <p:spPr>
            <a:xfrm>
              <a:off x="6677090" y="159117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6"/>
            <p:cNvSpPr/>
            <p:nvPr/>
          </p:nvSpPr>
          <p:spPr>
            <a:xfrm>
              <a:off x="6677090" y="1736397"/>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16"/>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16"/>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16"/>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16"/>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16"/>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16"/>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16"/>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6"/>
            <p:cNvSpPr/>
            <p:nvPr/>
          </p:nvSpPr>
          <p:spPr>
            <a:xfrm>
              <a:off x="7738816"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16"/>
            <p:cNvSpPr/>
            <p:nvPr/>
          </p:nvSpPr>
          <p:spPr>
            <a:xfrm>
              <a:off x="773058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16"/>
            <p:cNvSpPr/>
            <p:nvPr/>
          </p:nvSpPr>
          <p:spPr>
            <a:xfrm>
              <a:off x="773058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16"/>
            <p:cNvSpPr/>
            <p:nvPr/>
          </p:nvSpPr>
          <p:spPr>
            <a:xfrm>
              <a:off x="7738816"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16"/>
            <p:cNvSpPr/>
            <p:nvPr/>
          </p:nvSpPr>
          <p:spPr>
            <a:xfrm>
              <a:off x="7738816" y="159117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16"/>
            <p:cNvSpPr/>
            <p:nvPr/>
          </p:nvSpPr>
          <p:spPr>
            <a:xfrm>
              <a:off x="7738816" y="1736397"/>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16"/>
            <p:cNvSpPr/>
            <p:nvPr/>
          </p:nvSpPr>
          <p:spPr>
            <a:xfrm>
              <a:off x="7730589" y="1879709"/>
              <a:ext cx="53295" cy="80955"/>
            </a:xfrm>
            <a:custGeom>
              <a:rect b="b" l="l" r="r" t="t"/>
              <a:pathLst>
                <a:path extrusionOk="0" h="679" w="447">
                  <a:moveTo>
                    <a:pt x="224" y="70"/>
                  </a:moveTo>
                  <a:cubicBezTo>
                    <a:pt x="316" y="70"/>
                    <a:pt x="362" y="162"/>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16"/>
            <p:cNvSpPr/>
            <p:nvPr/>
          </p:nvSpPr>
          <p:spPr>
            <a:xfrm>
              <a:off x="7738816" y="202576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16"/>
            <p:cNvSpPr/>
            <p:nvPr/>
          </p:nvSpPr>
          <p:spPr>
            <a:xfrm>
              <a:off x="7738816" y="217002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16"/>
            <p:cNvSpPr/>
            <p:nvPr/>
          </p:nvSpPr>
          <p:spPr>
            <a:xfrm>
              <a:off x="7730589" y="2313220"/>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16"/>
            <p:cNvSpPr/>
            <p:nvPr/>
          </p:nvSpPr>
          <p:spPr>
            <a:xfrm>
              <a:off x="7738816" y="245939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16"/>
            <p:cNvSpPr/>
            <p:nvPr/>
          </p:nvSpPr>
          <p:spPr>
            <a:xfrm>
              <a:off x="7730589" y="2602704"/>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16"/>
            <p:cNvSpPr/>
            <p:nvPr/>
          </p:nvSpPr>
          <p:spPr>
            <a:xfrm>
              <a:off x="7738816" y="2748758"/>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16"/>
            <p:cNvSpPr/>
            <p:nvPr/>
          </p:nvSpPr>
          <p:spPr>
            <a:xfrm>
              <a:off x="7730589" y="2892069"/>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2"/>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16"/>
            <p:cNvSpPr/>
            <p:nvPr/>
          </p:nvSpPr>
          <p:spPr>
            <a:xfrm>
              <a:off x="7738816" y="3038123"/>
              <a:ext cx="26707" cy="78094"/>
            </a:xfrm>
            <a:custGeom>
              <a:rect b="b" l="l" r="r" t="t"/>
              <a:pathLst>
                <a:path extrusionOk="0" h="655" w="224">
                  <a:moveTo>
                    <a:pt x="147" y="0"/>
                  </a:moveTo>
                  <a:lnTo>
                    <a:pt x="0" y="77"/>
                  </a:lnTo>
                  <a:lnTo>
                    <a:pt x="24"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16"/>
            <p:cNvSpPr/>
            <p:nvPr/>
          </p:nvSpPr>
          <p:spPr>
            <a:xfrm>
              <a:off x="7730589" y="3181435"/>
              <a:ext cx="53295" cy="80955"/>
            </a:xfrm>
            <a:custGeom>
              <a:rect b="b" l="l" r="r" t="t"/>
              <a:pathLst>
                <a:path extrusionOk="0" h="679" w="447">
                  <a:moveTo>
                    <a:pt x="224" y="69"/>
                  </a:moveTo>
                  <a:cubicBezTo>
                    <a:pt x="316" y="69"/>
                    <a:pt x="362" y="170"/>
                    <a:pt x="362" y="339"/>
                  </a:cubicBezTo>
                  <a:cubicBezTo>
                    <a:pt x="362" y="509"/>
                    <a:pt x="316" y="616"/>
                    <a:pt x="224" y="616"/>
                  </a:cubicBezTo>
                  <a:cubicBezTo>
                    <a:pt x="147" y="616"/>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16"/>
            <p:cNvSpPr/>
            <p:nvPr/>
          </p:nvSpPr>
          <p:spPr>
            <a:xfrm>
              <a:off x="7730589"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16"/>
            <p:cNvSpPr/>
            <p:nvPr/>
          </p:nvSpPr>
          <p:spPr>
            <a:xfrm>
              <a:off x="7738816" y="3472588"/>
              <a:ext cx="26707" cy="78213"/>
            </a:xfrm>
            <a:custGeom>
              <a:rect b="b" l="l" r="r" t="t"/>
              <a:pathLst>
                <a:path extrusionOk="0" h="656" w="224">
                  <a:moveTo>
                    <a:pt x="147" y="0"/>
                  </a:moveTo>
                  <a:lnTo>
                    <a:pt x="0" y="78"/>
                  </a:lnTo>
                  <a:lnTo>
                    <a:pt x="24"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16"/>
            <p:cNvSpPr/>
            <p:nvPr/>
          </p:nvSpPr>
          <p:spPr>
            <a:xfrm>
              <a:off x="7730589" y="3615900"/>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16"/>
            <p:cNvSpPr/>
            <p:nvPr/>
          </p:nvSpPr>
          <p:spPr>
            <a:xfrm>
              <a:off x="7730589" y="3760165"/>
              <a:ext cx="53295" cy="80955"/>
            </a:xfrm>
            <a:custGeom>
              <a:rect b="b" l="l" r="r" t="t"/>
              <a:pathLst>
                <a:path extrusionOk="0" h="679" w="447">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0" y="0"/>
                    <a:pt x="0" y="123"/>
                    <a:pt x="0" y="347"/>
                  </a:cubicBezTo>
                  <a:cubicBezTo>
                    <a:pt x="8" y="563"/>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16"/>
            <p:cNvSpPr/>
            <p:nvPr/>
          </p:nvSpPr>
          <p:spPr>
            <a:xfrm>
              <a:off x="7730589" y="3905265"/>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16"/>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16"/>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16"/>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16"/>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16"/>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16"/>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16"/>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16"/>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16"/>
            <p:cNvSpPr/>
            <p:nvPr/>
          </p:nvSpPr>
          <p:spPr>
            <a:xfrm>
              <a:off x="879136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16"/>
            <p:cNvSpPr/>
            <p:nvPr/>
          </p:nvSpPr>
          <p:spPr>
            <a:xfrm>
              <a:off x="879136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16"/>
            <p:cNvSpPr/>
            <p:nvPr/>
          </p:nvSpPr>
          <p:spPr>
            <a:xfrm>
              <a:off x="879958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16"/>
            <p:cNvSpPr/>
            <p:nvPr/>
          </p:nvSpPr>
          <p:spPr>
            <a:xfrm>
              <a:off x="879958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16"/>
            <p:cNvSpPr/>
            <p:nvPr/>
          </p:nvSpPr>
          <p:spPr>
            <a:xfrm>
              <a:off x="879958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16"/>
            <p:cNvSpPr/>
            <p:nvPr/>
          </p:nvSpPr>
          <p:spPr>
            <a:xfrm>
              <a:off x="879136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16"/>
            <p:cNvSpPr/>
            <p:nvPr/>
          </p:nvSpPr>
          <p:spPr>
            <a:xfrm>
              <a:off x="879958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16"/>
            <p:cNvSpPr/>
            <p:nvPr/>
          </p:nvSpPr>
          <p:spPr>
            <a:xfrm>
              <a:off x="879958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16"/>
            <p:cNvSpPr/>
            <p:nvPr/>
          </p:nvSpPr>
          <p:spPr>
            <a:xfrm>
              <a:off x="879136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16"/>
            <p:cNvSpPr/>
            <p:nvPr/>
          </p:nvSpPr>
          <p:spPr>
            <a:xfrm>
              <a:off x="879958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16"/>
            <p:cNvSpPr/>
            <p:nvPr/>
          </p:nvSpPr>
          <p:spPr>
            <a:xfrm>
              <a:off x="879136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16"/>
            <p:cNvSpPr/>
            <p:nvPr/>
          </p:nvSpPr>
          <p:spPr>
            <a:xfrm>
              <a:off x="879958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16"/>
            <p:cNvSpPr/>
            <p:nvPr/>
          </p:nvSpPr>
          <p:spPr>
            <a:xfrm>
              <a:off x="879136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16"/>
            <p:cNvSpPr/>
            <p:nvPr/>
          </p:nvSpPr>
          <p:spPr>
            <a:xfrm>
              <a:off x="879958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16"/>
            <p:cNvSpPr/>
            <p:nvPr/>
          </p:nvSpPr>
          <p:spPr>
            <a:xfrm>
              <a:off x="879136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16"/>
            <p:cNvSpPr/>
            <p:nvPr/>
          </p:nvSpPr>
          <p:spPr>
            <a:xfrm>
              <a:off x="879136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16"/>
            <p:cNvSpPr/>
            <p:nvPr/>
          </p:nvSpPr>
          <p:spPr>
            <a:xfrm>
              <a:off x="879958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6"/>
            <p:cNvSpPr/>
            <p:nvPr/>
          </p:nvSpPr>
          <p:spPr>
            <a:xfrm>
              <a:off x="879136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16"/>
            <p:cNvSpPr/>
            <p:nvPr/>
          </p:nvSpPr>
          <p:spPr>
            <a:xfrm>
              <a:off x="879136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16"/>
            <p:cNvSpPr/>
            <p:nvPr/>
          </p:nvSpPr>
          <p:spPr>
            <a:xfrm>
              <a:off x="879136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6"/>
            <p:cNvSpPr/>
            <p:nvPr/>
          </p:nvSpPr>
          <p:spPr>
            <a:xfrm>
              <a:off x="879958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6"/>
            <p:cNvSpPr/>
            <p:nvPr/>
          </p:nvSpPr>
          <p:spPr>
            <a:xfrm>
              <a:off x="879958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16"/>
            <p:cNvSpPr/>
            <p:nvPr/>
          </p:nvSpPr>
          <p:spPr>
            <a:xfrm>
              <a:off x="879958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16"/>
            <p:cNvSpPr/>
            <p:nvPr/>
          </p:nvSpPr>
          <p:spPr>
            <a:xfrm>
              <a:off x="879136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16"/>
            <p:cNvSpPr/>
            <p:nvPr/>
          </p:nvSpPr>
          <p:spPr>
            <a:xfrm>
              <a:off x="879958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16"/>
            <p:cNvSpPr/>
            <p:nvPr/>
          </p:nvSpPr>
          <p:spPr>
            <a:xfrm>
              <a:off x="879136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16"/>
            <p:cNvSpPr/>
            <p:nvPr/>
          </p:nvSpPr>
          <p:spPr>
            <a:xfrm>
              <a:off x="879958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16"/>
            <p:cNvSpPr/>
            <p:nvPr/>
          </p:nvSpPr>
          <p:spPr>
            <a:xfrm>
              <a:off x="879136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16"/>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16"/>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16"/>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16"/>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16"/>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16"/>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16"/>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16"/>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16"/>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16"/>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16"/>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6"/>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16"/>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16"/>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16"/>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16"/>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16"/>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16"/>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16"/>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16"/>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16"/>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16"/>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16"/>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16"/>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16"/>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16"/>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16"/>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16"/>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16"/>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16"/>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16"/>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16"/>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16"/>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16"/>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16"/>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16"/>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16"/>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16"/>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16"/>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16"/>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16"/>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16"/>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16"/>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16"/>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16"/>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16"/>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16"/>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16"/>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16"/>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16"/>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16"/>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16"/>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16"/>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16"/>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16"/>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16"/>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16"/>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16"/>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16"/>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16"/>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16"/>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16"/>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16"/>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16"/>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16"/>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16"/>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16"/>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16"/>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16"/>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16"/>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16"/>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16"/>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16"/>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16"/>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16"/>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16"/>
            <p:cNvSpPr/>
            <p:nvPr/>
          </p:nvSpPr>
          <p:spPr>
            <a:xfrm>
              <a:off x="189258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16"/>
            <p:cNvSpPr/>
            <p:nvPr/>
          </p:nvSpPr>
          <p:spPr>
            <a:xfrm>
              <a:off x="190081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16"/>
            <p:cNvSpPr/>
            <p:nvPr/>
          </p:nvSpPr>
          <p:spPr>
            <a:xfrm>
              <a:off x="189258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16"/>
            <p:cNvSpPr/>
            <p:nvPr/>
          </p:nvSpPr>
          <p:spPr>
            <a:xfrm>
              <a:off x="1900815"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16"/>
            <p:cNvSpPr/>
            <p:nvPr/>
          </p:nvSpPr>
          <p:spPr>
            <a:xfrm>
              <a:off x="1892589"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16"/>
            <p:cNvSpPr/>
            <p:nvPr/>
          </p:nvSpPr>
          <p:spPr>
            <a:xfrm>
              <a:off x="1900815"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16"/>
            <p:cNvSpPr/>
            <p:nvPr/>
          </p:nvSpPr>
          <p:spPr>
            <a:xfrm>
              <a:off x="1892589"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16"/>
            <p:cNvSpPr/>
            <p:nvPr/>
          </p:nvSpPr>
          <p:spPr>
            <a:xfrm>
              <a:off x="1900815"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16"/>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16"/>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16"/>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16"/>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16"/>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16"/>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16"/>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16"/>
            <p:cNvSpPr/>
            <p:nvPr/>
          </p:nvSpPr>
          <p:spPr>
            <a:xfrm>
              <a:off x="2158050"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16"/>
            <p:cNvSpPr/>
            <p:nvPr/>
          </p:nvSpPr>
          <p:spPr>
            <a:xfrm>
              <a:off x="2166277"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16"/>
            <p:cNvSpPr/>
            <p:nvPr/>
          </p:nvSpPr>
          <p:spPr>
            <a:xfrm>
              <a:off x="2158050"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16"/>
            <p:cNvSpPr/>
            <p:nvPr/>
          </p:nvSpPr>
          <p:spPr>
            <a:xfrm>
              <a:off x="2166277"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16"/>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16"/>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16"/>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16"/>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16"/>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16"/>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16"/>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16"/>
            <p:cNvSpPr/>
            <p:nvPr/>
          </p:nvSpPr>
          <p:spPr>
            <a:xfrm>
              <a:off x="2423511"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16"/>
            <p:cNvSpPr/>
            <p:nvPr/>
          </p:nvSpPr>
          <p:spPr>
            <a:xfrm>
              <a:off x="2431857"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16"/>
            <p:cNvSpPr/>
            <p:nvPr/>
          </p:nvSpPr>
          <p:spPr>
            <a:xfrm>
              <a:off x="2423511"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16"/>
            <p:cNvSpPr/>
            <p:nvPr/>
          </p:nvSpPr>
          <p:spPr>
            <a:xfrm>
              <a:off x="2431857"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16"/>
            <p:cNvSpPr/>
            <p:nvPr/>
          </p:nvSpPr>
          <p:spPr>
            <a:xfrm>
              <a:off x="2423511" y="1590344"/>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16"/>
            <p:cNvSpPr/>
            <p:nvPr/>
          </p:nvSpPr>
          <p:spPr>
            <a:xfrm>
              <a:off x="2431857"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16"/>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16"/>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16"/>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16"/>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16"/>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16"/>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16"/>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16"/>
            <p:cNvSpPr/>
            <p:nvPr/>
          </p:nvSpPr>
          <p:spPr>
            <a:xfrm>
              <a:off x="508444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16"/>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16"/>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16"/>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16"/>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16"/>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16"/>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16"/>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16"/>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16"/>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16"/>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16"/>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16"/>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16"/>
            <p:cNvSpPr/>
            <p:nvPr/>
          </p:nvSpPr>
          <p:spPr>
            <a:xfrm>
              <a:off x="839090"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16"/>
            <p:cNvSpPr/>
            <p:nvPr/>
          </p:nvSpPr>
          <p:spPr>
            <a:xfrm>
              <a:off x="83086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16"/>
            <p:cNvSpPr/>
            <p:nvPr/>
          </p:nvSpPr>
          <p:spPr>
            <a:xfrm>
              <a:off x="839090"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16"/>
            <p:cNvSpPr/>
            <p:nvPr/>
          </p:nvSpPr>
          <p:spPr>
            <a:xfrm>
              <a:off x="839090"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16"/>
            <p:cNvSpPr/>
            <p:nvPr/>
          </p:nvSpPr>
          <p:spPr>
            <a:xfrm>
              <a:off x="83086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16"/>
            <p:cNvSpPr/>
            <p:nvPr/>
          </p:nvSpPr>
          <p:spPr>
            <a:xfrm>
              <a:off x="83086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16"/>
            <p:cNvSpPr/>
            <p:nvPr/>
          </p:nvSpPr>
          <p:spPr>
            <a:xfrm>
              <a:off x="839090"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16"/>
            <p:cNvSpPr/>
            <p:nvPr/>
          </p:nvSpPr>
          <p:spPr>
            <a:xfrm>
              <a:off x="83086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16"/>
            <p:cNvSpPr/>
            <p:nvPr/>
          </p:nvSpPr>
          <p:spPr>
            <a:xfrm>
              <a:off x="839090"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16"/>
            <p:cNvSpPr/>
            <p:nvPr/>
          </p:nvSpPr>
          <p:spPr>
            <a:xfrm>
              <a:off x="839090"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16"/>
            <p:cNvSpPr/>
            <p:nvPr/>
          </p:nvSpPr>
          <p:spPr>
            <a:xfrm>
              <a:off x="83086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16"/>
            <p:cNvSpPr/>
            <p:nvPr/>
          </p:nvSpPr>
          <p:spPr>
            <a:xfrm>
              <a:off x="83086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16"/>
            <p:cNvSpPr/>
            <p:nvPr/>
          </p:nvSpPr>
          <p:spPr>
            <a:xfrm>
              <a:off x="83086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16"/>
            <p:cNvSpPr/>
            <p:nvPr/>
          </p:nvSpPr>
          <p:spPr>
            <a:xfrm>
              <a:off x="839090"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16"/>
            <p:cNvSpPr/>
            <p:nvPr/>
          </p:nvSpPr>
          <p:spPr>
            <a:xfrm>
              <a:off x="839090"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16"/>
            <p:cNvSpPr/>
            <p:nvPr/>
          </p:nvSpPr>
          <p:spPr>
            <a:xfrm>
              <a:off x="839090"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16"/>
            <p:cNvSpPr/>
            <p:nvPr/>
          </p:nvSpPr>
          <p:spPr>
            <a:xfrm>
              <a:off x="830863"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16"/>
            <p:cNvSpPr/>
            <p:nvPr/>
          </p:nvSpPr>
          <p:spPr>
            <a:xfrm>
              <a:off x="839090"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16"/>
            <p:cNvSpPr/>
            <p:nvPr/>
          </p:nvSpPr>
          <p:spPr>
            <a:xfrm>
              <a:off x="830863"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16"/>
            <p:cNvSpPr/>
            <p:nvPr/>
          </p:nvSpPr>
          <p:spPr>
            <a:xfrm>
              <a:off x="839090"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16"/>
            <p:cNvSpPr/>
            <p:nvPr/>
          </p:nvSpPr>
          <p:spPr>
            <a:xfrm>
              <a:off x="830863"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16"/>
            <p:cNvSpPr/>
            <p:nvPr/>
          </p:nvSpPr>
          <p:spPr>
            <a:xfrm>
              <a:off x="839090"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16"/>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16"/>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16"/>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16"/>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16"/>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16"/>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16"/>
            <p:cNvSpPr/>
            <p:nvPr/>
          </p:nvSpPr>
          <p:spPr>
            <a:xfrm>
              <a:off x="2962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16"/>
            <p:cNvSpPr/>
            <p:nvPr/>
          </p:nvSpPr>
          <p:spPr>
            <a:xfrm>
              <a:off x="2954433"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16"/>
            <p:cNvSpPr/>
            <p:nvPr/>
          </p:nvSpPr>
          <p:spPr>
            <a:xfrm>
              <a:off x="2962660"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16"/>
            <p:cNvSpPr/>
            <p:nvPr/>
          </p:nvSpPr>
          <p:spPr>
            <a:xfrm>
              <a:off x="2954433"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16"/>
            <p:cNvSpPr/>
            <p:nvPr/>
          </p:nvSpPr>
          <p:spPr>
            <a:xfrm>
              <a:off x="2962660"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16"/>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16"/>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16"/>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16"/>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16"/>
            <p:cNvSpPr/>
            <p:nvPr/>
          </p:nvSpPr>
          <p:spPr>
            <a:xfrm>
              <a:off x="3484283"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16"/>
            <p:cNvSpPr/>
            <p:nvPr/>
          </p:nvSpPr>
          <p:spPr>
            <a:xfrm>
              <a:off x="3484283"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16"/>
            <p:cNvSpPr/>
            <p:nvPr/>
          </p:nvSpPr>
          <p:spPr>
            <a:xfrm>
              <a:off x="349250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16"/>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16"/>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16"/>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16"/>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16"/>
            <p:cNvSpPr/>
            <p:nvPr/>
          </p:nvSpPr>
          <p:spPr>
            <a:xfrm>
              <a:off x="560701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16"/>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16"/>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16"/>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16"/>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16"/>
            <p:cNvSpPr/>
            <p:nvPr/>
          </p:nvSpPr>
          <p:spPr>
            <a:xfrm>
              <a:off x="6137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16"/>
            <p:cNvSpPr/>
            <p:nvPr/>
          </p:nvSpPr>
          <p:spPr>
            <a:xfrm>
              <a:off x="6137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16"/>
            <p:cNvSpPr/>
            <p:nvPr/>
          </p:nvSpPr>
          <p:spPr>
            <a:xfrm>
              <a:off x="614604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16"/>
            <p:cNvSpPr/>
            <p:nvPr/>
          </p:nvSpPr>
          <p:spPr>
            <a:xfrm>
              <a:off x="6137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16"/>
            <p:cNvSpPr/>
            <p:nvPr/>
          </p:nvSpPr>
          <p:spPr>
            <a:xfrm>
              <a:off x="6146049"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16"/>
            <p:cNvSpPr/>
            <p:nvPr/>
          </p:nvSpPr>
          <p:spPr>
            <a:xfrm>
              <a:off x="6137822"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16"/>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16"/>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16"/>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16"/>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16"/>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16"/>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16"/>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16"/>
            <p:cNvSpPr/>
            <p:nvPr/>
          </p:nvSpPr>
          <p:spPr>
            <a:xfrm>
              <a:off x="719966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16"/>
            <p:cNvSpPr/>
            <p:nvPr/>
          </p:nvSpPr>
          <p:spPr>
            <a:xfrm>
              <a:off x="7208013"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16"/>
            <p:cNvSpPr/>
            <p:nvPr/>
          </p:nvSpPr>
          <p:spPr>
            <a:xfrm>
              <a:off x="7199667"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16"/>
            <p:cNvSpPr/>
            <p:nvPr/>
          </p:nvSpPr>
          <p:spPr>
            <a:xfrm>
              <a:off x="7208013"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16"/>
            <p:cNvSpPr/>
            <p:nvPr/>
          </p:nvSpPr>
          <p:spPr>
            <a:xfrm>
              <a:off x="7199667" y="1590344"/>
              <a:ext cx="53414" cy="80955"/>
            </a:xfrm>
            <a:custGeom>
              <a:rect b="b" l="l" r="r" t="t"/>
              <a:pathLst>
                <a:path extrusionOk="0" h="679" w="448">
                  <a:moveTo>
                    <a:pt x="224" y="70"/>
                  </a:moveTo>
                  <a:cubicBezTo>
                    <a:pt x="317" y="70"/>
                    <a:pt x="355" y="170"/>
                    <a:pt x="355" y="332"/>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2"/>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16"/>
            <p:cNvSpPr/>
            <p:nvPr/>
          </p:nvSpPr>
          <p:spPr>
            <a:xfrm>
              <a:off x="7208013"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16"/>
            <p:cNvSpPr/>
            <p:nvPr/>
          </p:nvSpPr>
          <p:spPr>
            <a:xfrm>
              <a:off x="7199667" y="1879709"/>
              <a:ext cx="53414" cy="80955"/>
            </a:xfrm>
            <a:custGeom>
              <a:rect b="b" l="l" r="r" t="t"/>
              <a:pathLst>
                <a:path extrusionOk="0" h="679" w="448">
                  <a:moveTo>
                    <a:pt x="224" y="62"/>
                  </a:moveTo>
                  <a:cubicBezTo>
                    <a:pt x="317" y="62"/>
                    <a:pt x="355" y="162"/>
                    <a:pt x="355" y="332"/>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2"/>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16"/>
            <p:cNvSpPr/>
            <p:nvPr/>
          </p:nvSpPr>
          <p:spPr>
            <a:xfrm>
              <a:off x="7208013"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16"/>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16"/>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16"/>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16"/>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16"/>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16"/>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16"/>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16"/>
            <p:cNvSpPr/>
            <p:nvPr/>
          </p:nvSpPr>
          <p:spPr>
            <a:xfrm>
              <a:off x="799593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16"/>
            <p:cNvSpPr/>
            <p:nvPr/>
          </p:nvSpPr>
          <p:spPr>
            <a:xfrm>
              <a:off x="8004158"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16"/>
            <p:cNvSpPr/>
            <p:nvPr/>
          </p:nvSpPr>
          <p:spPr>
            <a:xfrm>
              <a:off x="799593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16"/>
            <p:cNvSpPr/>
            <p:nvPr/>
          </p:nvSpPr>
          <p:spPr>
            <a:xfrm>
              <a:off x="800415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16"/>
            <p:cNvSpPr/>
            <p:nvPr/>
          </p:nvSpPr>
          <p:spPr>
            <a:xfrm>
              <a:off x="799593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16"/>
            <p:cNvSpPr/>
            <p:nvPr/>
          </p:nvSpPr>
          <p:spPr>
            <a:xfrm>
              <a:off x="800415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16"/>
            <p:cNvSpPr/>
            <p:nvPr/>
          </p:nvSpPr>
          <p:spPr>
            <a:xfrm>
              <a:off x="7995931" y="1879709"/>
              <a:ext cx="53414" cy="80955"/>
            </a:xfrm>
            <a:custGeom>
              <a:rect b="b" l="l" r="r" t="t"/>
              <a:pathLst>
                <a:path extrusionOk="0" h="679" w="448">
                  <a:moveTo>
                    <a:pt x="224" y="62"/>
                  </a:moveTo>
                  <a:cubicBezTo>
                    <a:pt x="316" y="62"/>
                    <a:pt x="355" y="162"/>
                    <a:pt x="355" y="332"/>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16"/>
            <p:cNvSpPr/>
            <p:nvPr/>
          </p:nvSpPr>
          <p:spPr>
            <a:xfrm>
              <a:off x="800415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16"/>
            <p:cNvSpPr/>
            <p:nvPr/>
          </p:nvSpPr>
          <p:spPr>
            <a:xfrm>
              <a:off x="8004158" y="2169909"/>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16"/>
            <p:cNvSpPr/>
            <p:nvPr/>
          </p:nvSpPr>
          <p:spPr>
            <a:xfrm>
              <a:off x="7995931" y="2313220"/>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16"/>
            <p:cNvSpPr/>
            <p:nvPr/>
          </p:nvSpPr>
          <p:spPr>
            <a:xfrm>
              <a:off x="7995931" y="245843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16"/>
            <p:cNvSpPr/>
            <p:nvPr/>
          </p:nvSpPr>
          <p:spPr>
            <a:xfrm>
              <a:off x="8004158" y="260449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16"/>
            <p:cNvSpPr/>
            <p:nvPr/>
          </p:nvSpPr>
          <p:spPr>
            <a:xfrm>
              <a:off x="7995931" y="274780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16"/>
            <p:cNvSpPr/>
            <p:nvPr/>
          </p:nvSpPr>
          <p:spPr>
            <a:xfrm>
              <a:off x="8004158" y="2893858"/>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16"/>
            <p:cNvSpPr/>
            <p:nvPr/>
          </p:nvSpPr>
          <p:spPr>
            <a:xfrm>
              <a:off x="800415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16"/>
            <p:cNvSpPr/>
            <p:nvPr/>
          </p:nvSpPr>
          <p:spPr>
            <a:xfrm>
              <a:off x="7995931" y="3181315"/>
              <a:ext cx="53414" cy="81075"/>
            </a:xfrm>
            <a:custGeom>
              <a:rect b="b" l="l" r="r" t="t"/>
              <a:pathLst>
                <a:path extrusionOk="0" h="680" w="448">
                  <a:moveTo>
                    <a:pt x="224" y="70"/>
                  </a:moveTo>
                  <a:cubicBezTo>
                    <a:pt x="316" y="70"/>
                    <a:pt x="355" y="170"/>
                    <a:pt x="355" y="340"/>
                  </a:cubicBezTo>
                  <a:cubicBezTo>
                    <a:pt x="355" y="510"/>
                    <a:pt x="316" y="610"/>
                    <a:pt x="224" y="610"/>
                  </a:cubicBezTo>
                  <a:cubicBezTo>
                    <a:pt x="139" y="610"/>
                    <a:pt x="85" y="517"/>
                    <a:pt x="85" y="348"/>
                  </a:cubicBezTo>
                  <a:cubicBezTo>
                    <a:pt x="85" y="170"/>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16"/>
            <p:cNvSpPr/>
            <p:nvPr/>
          </p:nvSpPr>
          <p:spPr>
            <a:xfrm>
              <a:off x="799593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16"/>
            <p:cNvSpPr/>
            <p:nvPr/>
          </p:nvSpPr>
          <p:spPr>
            <a:xfrm>
              <a:off x="7995931" y="3470800"/>
              <a:ext cx="53414" cy="80955"/>
            </a:xfrm>
            <a:custGeom>
              <a:rect b="b" l="l" r="r" t="t"/>
              <a:pathLst>
                <a:path extrusionOk="0" h="679" w="448">
                  <a:moveTo>
                    <a:pt x="224" y="69"/>
                  </a:moveTo>
                  <a:cubicBezTo>
                    <a:pt x="316" y="69"/>
                    <a:pt x="355" y="170"/>
                    <a:pt x="355" y="339"/>
                  </a:cubicBezTo>
                  <a:cubicBezTo>
                    <a:pt x="355" y="501"/>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2"/>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16"/>
            <p:cNvSpPr/>
            <p:nvPr/>
          </p:nvSpPr>
          <p:spPr>
            <a:xfrm>
              <a:off x="8004158" y="361685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16"/>
            <p:cNvSpPr/>
            <p:nvPr/>
          </p:nvSpPr>
          <p:spPr>
            <a:xfrm>
              <a:off x="8004158" y="3761953"/>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16"/>
            <p:cNvSpPr/>
            <p:nvPr/>
          </p:nvSpPr>
          <p:spPr>
            <a:xfrm>
              <a:off x="8004158" y="3906219"/>
              <a:ext cx="25872" cy="78213"/>
            </a:xfrm>
            <a:custGeom>
              <a:rect b="b" l="l" r="r" t="t"/>
              <a:pathLst>
                <a:path extrusionOk="0" h="656" w="217">
                  <a:moveTo>
                    <a:pt x="139" y="0"/>
                  </a:moveTo>
                  <a:lnTo>
                    <a:pt x="1" y="77"/>
                  </a:lnTo>
                  <a:lnTo>
                    <a:pt x="16" y="146"/>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16"/>
            <p:cNvSpPr/>
            <p:nvPr/>
          </p:nvSpPr>
          <p:spPr>
            <a:xfrm>
              <a:off x="7995931" y="4049530"/>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62"/>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16"/>
            <p:cNvSpPr/>
            <p:nvPr/>
          </p:nvSpPr>
          <p:spPr>
            <a:xfrm>
              <a:off x="800415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16"/>
            <p:cNvSpPr/>
            <p:nvPr/>
          </p:nvSpPr>
          <p:spPr>
            <a:xfrm>
              <a:off x="7995931" y="433889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16"/>
            <p:cNvSpPr/>
            <p:nvPr/>
          </p:nvSpPr>
          <p:spPr>
            <a:xfrm>
              <a:off x="8004158" y="4484949"/>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16"/>
            <p:cNvSpPr/>
            <p:nvPr/>
          </p:nvSpPr>
          <p:spPr>
            <a:xfrm>
              <a:off x="7995931" y="4628260"/>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39"/>
                  </a:cubicBezTo>
                  <a:cubicBezTo>
                    <a:pt x="0" y="563"/>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16"/>
            <p:cNvSpPr/>
            <p:nvPr/>
          </p:nvSpPr>
          <p:spPr>
            <a:xfrm>
              <a:off x="8004158" y="477431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16"/>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16"/>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16"/>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16"/>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16"/>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16"/>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16"/>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16"/>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16"/>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16"/>
            <p:cNvSpPr/>
            <p:nvPr/>
          </p:nvSpPr>
          <p:spPr>
            <a:xfrm>
              <a:off x="90568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16"/>
            <p:cNvSpPr/>
            <p:nvPr/>
          </p:nvSpPr>
          <p:spPr>
            <a:xfrm>
              <a:off x="90642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16"/>
            <p:cNvSpPr/>
            <p:nvPr/>
          </p:nvSpPr>
          <p:spPr>
            <a:xfrm>
              <a:off x="90568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16"/>
            <p:cNvSpPr/>
            <p:nvPr/>
          </p:nvSpPr>
          <p:spPr>
            <a:xfrm>
              <a:off x="90642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16"/>
            <p:cNvSpPr/>
            <p:nvPr/>
          </p:nvSpPr>
          <p:spPr>
            <a:xfrm>
              <a:off x="90568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16"/>
            <p:cNvSpPr/>
            <p:nvPr/>
          </p:nvSpPr>
          <p:spPr>
            <a:xfrm>
              <a:off x="90642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16"/>
            <p:cNvSpPr/>
            <p:nvPr/>
          </p:nvSpPr>
          <p:spPr>
            <a:xfrm>
              <a:off x="90642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16"/>
            <p:cNvSpPr/>
            <p:nvPr/>
          </p:nvSpPr>
          <p:spPr>
            <a:xfrm>
              <a:off x="90568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16"/>
            <p:cNvSpPr/>
            <p:nvPr/>
          </p:nvSpPr>
          <p:spPr>
            <a:xfrm>
              <a:off x="90568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16"/>
            <p:cNvSpPr/>
            <p:nvPr/>
          </p:nvSpPr>
          <p:spPr>
            <a:xfrm>
              <a:off x="90642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16"/>
            <p:cNvSpPr/>
            <p:nvPr/>
          </p:nvSpPr>
          <p:spPr>
            <a:xfrm>
              <a:off x="90568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16"/>
            <p:cNvSpPr/>
            <p:nvPr/>
          </p:nvSpPr>
          <p:spPr>
            <a:xfrm>
              <a:off x="90642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16"/>
            <p:cNvSpPr/>
            <p:nvPr/>
          </p:nvSpPr>
          <p:spPr>
            <a:xfrm>
              <a:off x="90642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16"/>
            <p:cNvSpPr/>
            <p:nvPr/>
          </p:nvSpPr>
          <p:spPr>
            <a:xfrm>
              <a:off x="90568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16"/>
            <p:cNvSpPr/>
            <p:nvPr/>
          </p:nvSpPr>
          <p:spPr>
            <a:xfrm>
              <a:off x="90568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16"/>
            <p:cNvSpPr/>
            <p:nvPr/>
          </p:nvSpPr>
          <p:spPr>
            <a:xfrm>
              <a:off x="90568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16"/>
            <p:cNvSpPr/>
            <p:nvPr/>
          </p:nvSpPr>
          <p:spPr>
            <a:xfrm>
              <a:off x="90642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16"/>
            <p:cNvSpPr/>
            <p:nvPr/>
          </p:nvSpPr>
          <p:spPr>
            <a:xfrm>
              <a:off x="90642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16"/>
            <p:cNvSpPr/>
            <p:nvPr/>
          </p:nvSpPr>
          <p:spPr>
            <a:xfrm>
              <a:off x="90642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16"/>
            <p:cNvSpPr/>
            <p:nvPr/>
          </p:nvSpPr>
          <p:spPr>
            <a:xfrm>
              <a:off x="90568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16"/>
            <p:cNvSpPr/>
            <p:nvPr/>
          </p:nvSpPr>
          <p:spPr>
            <a:xfrm>
              <a:off x="90642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16"/>
            <p:cNvSpPr/>
            <p:nvPr/>
          </p:nvSpPr>
          <p:spPr>
            <a:xfrm>
              <a:off x="90568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16"/>
            <p:cNvSpPr/>
            <p:nvPr/>
          </p:nvSpPr>
          <p:spPr>
            <a:xfrm>
              <a:off x="90642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16"/>
            <p:cNvSpPr/>
            <p:nvPr/>
          </p:nvSpPr>
          <p:spPr>
            <a:xfrm>
              <a:off x="90568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16"/>
            <p:cNvSpPr/>
            <p:nvPr/>
          </p:nvSpPr>
          <p:spPr>
            <a:xfrm>
              <a:off x="90642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16"/>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16"/>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16"/>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16"/>
            <p:cNvSpPr/>
            <p:nvPr/>
          </p:nvSpPr>
          <p:spPr>
            <a:xfrm>
              <a:off x="4554354"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16"/>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16"/>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16"/>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16"/>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16"/>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16"/>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16"/>
            <p:cNvSpPr/>
            <p:nvPr/>
          </p:nvSpPr>
          <p:spPr>
            <a:xfrm>
              <a:off x="6934205"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16"/>
            <p:cNvSpPr/>
            <p:nvPr/>
          </p:nvSpPr>
          <p:spPr>
            <a:xfrm>
              <a:off x="6942432"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16"/>
            <p:cNvSpPr/>
            <p:nvPr/>
          </p:nvSpPr>
          <p:spPr>
            <a:xfrm>
              <a:off x="6934205"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16"/>
            <p:cNvSpPr/>
            <p:nvPr/>
          </p:nvSpPr>
          <p:spPr>
            <a:xfrm>
              <a:off x="6934205"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16"/>
            <p:cNvSpPr/>
            <p:nvPr/>
          </p:nvSpPr>
          <p:spPr>
            <a:xfrm>
              <a:off x="6942432"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16"/>
            <p:cNvSpPr/>
            <p:nvPr/>
          </p:nvSpPr>
          <p:spPr>
            <a:xfrm>
              <a:off x="6942432"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16"/>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16"/>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16"/>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16"/>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16"/>
            <p:cNvSpPr/>
            <p:nvPr/>
          </p:nvSpPr>
          <p:spPr>
            <a:xfrm>
              <a:off x="481158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16"/>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16"/>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16"/>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16"/>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16"/>
            <p:cNvSpPr/>
            <p:nvPr/>
          </p:nvSpPr>
          <p:spPr>
            <a:xfrm>
              <a:off x="5872480"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16"/>
            <p:cNvSpPr/>
            <p:nvPr/>
          </p:nvSpPr>
          <p:spPr>
            <a:xfrm>
              <a:off x="5880707"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16"/>
            <p:cNvSpPr/>
            <p:nvPr/>
          </p:nvSpPr>
          <p:spPr>
            <a:xfrm>
              <a:off x="5872480"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16"/>
            <p:cNvSpPr/>
            <p:nvPr/>
          </p:nvSpPr>
          <p:spPr>
            <a:xfrm>
              <a:off x="5880707"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16"/>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16"/>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16"/>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16"/>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16"/>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16"/>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16"/>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16"/>
            <p:cNvSpPr/>
            <p:nvPr/>
          </p:nvSpPr>
          <p:spPr>
            <a:xfrm>
              <a:off x="7473355"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16"/>
            <p:cNvSpPr/>
            <p:nvPr/>
          </p:nvSpPr>
          <p:spPr>
            <a:xfrm>
              <a:off x="7465128"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16"/>
            <p:cNvSpPr/>
            <p:nvPr/>
          </p:nvSpPr>
          <p:spPr>
            <a:xfrm>
              <a:off x="7465128"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16"/>
            <p:cNvSpPr/>
            <p:nvPr/>
          </p:nvSpPr>
          <p:spPr>
            <a:xfrm>
              <a:off x="7473355"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16"/>
            <p:cNvSpPr/>
            <p:nvPr/>
          </p:nvSpPr>
          <p:spPr>
            <a:xfrm>
              <a:off x="7473355"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16"/>
            <p:cNvSpPr/>
            <p:nvPr/>
          </p:nvSpPr>
          <p:spPr>
            <a:xfrm>
              <a:off x="7473355"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16"/>
            <p:cNvSpPr/>
            <p:nvPr/>
          </p:nvSpPr>
          <p:spPr>
            <a:xfrm>
              <a:off x="7465128"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16"/>
            <p:cNvSpPr/>
            <p:nvPr/>
          </p:nvSpPr>
          <p:spPr>
            <a:xfrm>
              <a:off x="7473355"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16"/>
            <p:cNvSpPr/>
            <p:nvPr/>
          </p:nvSpPr>
          <p:spPr>
            <a:xfrm>
              <a:off x="7473355"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16"/>
            <p:cNvSpPr/>
            <p:nvPr/>
          </p:nvSpPr>
          <p:spPr>
            <a:xfrm>
              <a:off x="7465128"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16"/>
            <p:cNvSpPr/>
            <p:nvPr/>
          </p:nvSpPr>
          <p:spPr>
            <a:xfrm>
              <a:off x="7473355"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16"/>
            <p:cNvSpPr/>
            <p:nvPr/>
          </p:nvSpPr>
          <p:spPr>
            <a:xfrm>
              <a:off x="7465128"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16"/>
            <p:cNvSpPr/>
            <p:nvPr/>
          </p:nvSpPr>
          <p:spPr>
            <a:xfrm>
              <a:off x="7473355"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16"/>
            <p:cNvSpPr/>
            <p:nvPr/>
          </p:nvSpPr>
          <p:spPr>
            <a:xfrm>
              <a:off x="7465128"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16"/>
            <p:cNvSpPr/>
            <p:nvPr/>
          </p:nvSpPr>
          <p:spPr>
            <a:xfrm>
              <a:off x="7473355"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16"/>
            <p:cNvSpPr/>
            <p:nvPr/>
          </p:nvSpPr>
          <p:spPr>
            <a:xfrm>
              <a:off x="7465128"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16"/>
            <p:cNvSpPr/>
            <p:nvPr/>
          </p:nvSpPr>
          <p:spPr>
            <a:xfrm>
              <a:off x="7465128"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16"/>
            <p:cNvSpPr/>
            <p:nvPr/>
          </p:nvSpPr>
          <p:spPr>
            <a:xfrm>
              <a:off x="7473355"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16"/>
            <p:cNvSpPr/>
            <p:nvPr/>
          </p:nvSpPr>
          <p:spPr>
            <a:xfrm>
              <a:off x="7465128"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16"/>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16"/>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16"/>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16"/>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16"/>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16"/>
            <p:cNvSpPr/>
            <p:nvPr/>
          </p:nvSpPr>
          <p:spPr>
            <a:xfrm>
              <a:off x="3219775"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16"/>
            <p:cNvSpPr/>
            <p:nvPr/>
          </p:nvSpPr>
          <p:spPr>
            <a:xfrm>
              <a:off x="3227168"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16"/>
            <p:cNvSpPr/>
            <p:nvPr/>
          </p:nvSpPr>
          <p:spPr>
            <a:xfrm>
              <a:off x="3219775"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16"/>
            <p:cNvSpPr/>
            <p:nvPr/>
          </p:nvSpPr>
          <p:spPr>
            <a:xfrm>
              <a:off x="3227168"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16"/>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16"/>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16"/>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16"/>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16"/>
            <p:cNvSpPr/>
            <p:nvPr/>
          </p:nvSpPr>
          <p:spPr>
            <a:xfrm>
              <a:off x="374974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16"/>
            <p:cNvSpPr/>
            <p:nvPr/>
          </p:nvSpPr>
          <p:spPr>
            <a:xfrm>
              <a:off x="374974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16"/>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16"/>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16"/>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16"/>
            <p:cNvSpPr/>
            <p:nvPr/>
          </p:nvSpPr>
          <p:spPr>
            <a:xfrm>
              <a:off x="428889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16"/>
            <p:cNvSpPr/>
            <p:nvPr/>
          </p:nvSpPr>
          <p:spPr>
            <a:xfrm>
              <a:off x="4280666"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16"/>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16"/>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16"/>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16"/>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16"/>
            <p:cNvSpPr/>
            <p:nvPr/>
          </p:nvSpPr>
          <p:spPr>
            <a:xfrm>
              <a:off x="534155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16"/>
            <p:cNvSpPr/>
            <p:nvPr/>
          </p:nvSpPr>
          <p:spPr>
            <a:xfrm>
              <a:off x="534155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16"/>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16"/>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16"/>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16"/>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16"/>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16"/>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16"/>
            <p:cNvSpPr/>
            <p:nvPr/>
          </p:nvSpPr>
          <p:spPr>
            <a:xfrm>
              <a:off x="6411510"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16"/>
            <p:cNvSpPr/>
            <p:nvPr/>
          </p:nvSpPr>
          <p:spPr>
            <a:xfrm>
              <a:off x="6403283"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16"/>
            <p:cNvSpPr/>
            <p:nvPr/>
          </p:nvSpPr>
          <p:spPr>
            <a:xfrm>
              <a:off x="6411510"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16"/>
            <p:cNvSpPr/>
            <p:nvPr/>
          </p:nvSpPr>
          <p:spPr>
            <a:xfrm>
              <a:off x="6403283"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16"/>
            <p:cNvSpPr/>
            <p:nvPr/>
          </p:nvSpPr>
          <p:spPr>
            <a:xfrm>
              <a:off x="6411510"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16"/>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16"/>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16"/>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16"/>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16"/>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16"/>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16"/>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16"/>
            <p:cNvSpPr/>
            <p:nvPr/>
          </p:nvSpPr>
          <p:spPr>
            <a:xfrm>
              <a:off x="826139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16"/>
            <p:cNvSpPr/>
            <p:nvPr/>
          </p:nvSpPr>
          <p:spPr>
            <a:xfrm>
              <a:off x="826878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16"/>
            <p:cNvSpPr/>
            <p:nvPr/>
          </p:nvSpPr>
          <p:spPr>
            <a:xfrm>
              <a:off x="826139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16"/>
            <p:cNvSpPr/>
            <p:nvPr/>
          </p:nvSpPr>
          <p:spPr>
            <a:xfrm>
              <a:off x="826878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16"/>
            <p:cNvSpPr/>
            <p:nvPr/>
          </p:nvSpPr>
          <p:spPr>
            <a:xfrm>
              <a:off x="826139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16"/>
            <p:cNvSpPr/>
            <p:nvPr/>
          </p:nvSpPr>
          <p:spPr>
            <a:xfrm>
              <a:off x="826878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16"/>
            <p:cNvSpPr/>
            <p:nvPr/>
          </p:nvSpPr>
          <p:spPr>
            <a:xfrm>
              <a:off x="826139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16"/>
            <p:cNvSpPr/>
            <p:nvPr/>
          </p:nvSpPr>
          <p:spPr>
            <a:xfrm>
              <a:off x="826878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16"/>
            <p:cNvSpPr/>
            <p:nvPr/>
          </p:nvSpPr>
          <p:spPr>
            <a:xfrm>
              <a:off x="826878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16"/>
            <p:cNvSpPr/>
            <p:nvPr/>
          </p:nvSpPr>
          <p:spPr>
            <a:xfrm>
              <a:off x="826139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16"/>
            <p:cNvSpPr/>
            <p:nvPr/>
          </p:nvSpPr>
          <p:spPr>
            <a:xfrm>
              <a:off x="826139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16"/>
            <p:cNvSpPr/>
            <p:nvPr/>
          </p:nvSpPr>
          <p:spPr>
            <a:xfrm>
              <a:off x="826878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16"/>
            <p:cNvSpPr/>
            <p:nvPr/>
          </p:nvSpPr>
          <p:spPr>
            <a:xfrm>
              <a:off x="826139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16"/>
            <p:cNvSpPr/>
            <p:nvPr/>
          </p:nvSpPr>
          <p:spPr>
            <a:xfrm>
              <a:off x="826878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16"/>
            <p:cNvSpPr/>
            <p:nvPr/>
          </p:nvSpPr>
          <p:spPr>
            <a:xfrm>
              <a:off x="826878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16"/>
            <p:cNvSpPr/>
            <p:nvPr/>
          </p:nvSpPr>
          <p:spPr>
            <a:xfrm>
              <a:off x="826139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16"/>
            <p:cNvSpPr/>
            <p:nvPr/>
          </p:nvSpPr>
          <p:spPr>
            <a:xfrm>
              <a:off x="826139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16"/>
            <p:cNvSpPr/>
            <p:nvPr/>
          </p:nvSpPr>
          <p:spPr>
            <a:xfrm>
              <a:off x="826139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16"/>
            <p:cNvSpPr/>
            <p:nvPr/>
          </p:nvSpPr>
          <p:spPr>
            <a:xfrm>
              <a:off x="826878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16"/>
            <p:cNvSpPr/>
            <p:nvPr/>
          </p:nvSpPr>
          <p:spPr>
            <a:xfrm>
              <a:off x="826878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16"/>
            <p:cNvSpPr/>
            <p:nvPr/>
          </p:nvSpPr>
          <p:spPr>
            <a:xfrm>
              <a:off x="826878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16"/>
            <p:cNvSpPr/>
            <p:nvPr/>
          </p:nvSpPr>
          <p:spPr>
            <a:xfrm>
              <a:off x="826139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16"/>
            <p:cNvSpPr/>
            <p:nvPr/>
          </p:nvSpPr>
          <p:spPr>
            <a:xfrm>
              <a:off x="826878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16"/>
            <p:cNvSpPr/>
            <p:nvPr/>
          </p:nvSpPr>
          <p:spPr>
            <a:xfrm>
              <a:off x="826139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16"/>
            <p:cNvSpPr/>
            <p:nvPr/>
          </p:nvSpPr>
          <p:spPr>
            <a:xfrm>
              <a:off x="826878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16"/>
            <p:cNvSpPr/>
            <p:nvPr/>
          </p:nvSpPr>
          <p:spPr>
            <a:xfrm>
              <a:off x="826139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16"/>
            <p:cNvSpPr/>
            <p:nvPr/>
          </p:nvSpPr>
          <p:spPr>
            <a:xfrm>
              <a:off x="826878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16"/>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16"/>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16"/>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16"/>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16"/>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16"/>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16"/>
            <p:cNvSpPr/>
            <p:nvPr/>
          </p:nvSpPr>
          <p:spPr>
            <a:xfrm>
              <a:off x="269719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16"/>
            <p:cNvSpPr/>
            <p:nvPr/>
          </p:nvSpPr>
          <p:spPr>
            <a:xfrm>
              <a:off x="2688972"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16"/>
            <p:cNvSpPr/>
            <p:nvPr/>
          </p:nvSpPr>
          <p:spPr>
            <a:xfrm>
              <a:off x="2697199"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16"/>
            <p:cNvSpPr/>
            <p:nvPr/>
          </p:nvSpPr>
          <p:spPr>
            <a:xfrm>
              <a:off x="2688972"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16"/>
            <p:cNvSpPr/>
            <p:nvPr/>
          </p:nvSpPr>
          <p:spPr>
            <a:xfrm>
              <a:off x="2697199"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5" name="Google Shape;5585;p16"/>
          <p:cNvSpPr txBox="1"/>
          <p:nvPr>
            <p:ph type="title"/>
          </p:nvPr>
        </p:nvSpPr>
        <p:spPr>
          <a:xfrm>
            <a:off x="2372250" y="2182661"/>
            <a:ext cx="4399500" cy="88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5586" name="Google Shape;5586;p16"/>
          <p:cNvSpPr txBox="1"/>
          <p:nvPr>
            <p:ph hasCustomPrompt="1" idx="2" type="title"/>
          </p:nvPr>
        </p:nvSpPr>
        <p:spPr>
          <a:xfrm>
            <a:off x="3757350" y="1171925"/>
            <a:ext cx="1629300" cy="92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atin typeface="Rubik Black"/>
                <a:ea typeface="Rubik Black"/>
                <a:cs typeface="Rubik Black"/>
                <a:sym typeface="Rubik Black"/>
              </a:defRPr>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5587" name="Google Shape;5587;p16"/>
          <p:cNvSpPr txBox="1"/>
          <p:nvPr>
            <p:ph idx="1" type="subTitle"/>
          </p:nvPr>
        </p:nvSpPr>
        <p:spPr>
          <a:xfrm>
            <a:off x="3052350" y="3188215"/>
            <a:ext cx="3039300" cy="69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700"/>
            </a:lvl1pPr>
            <a:lvl2pPr lvl="1" rtl="0" algn="ctr">
              <a:lnSpc>
                <a:spcPct val="100000"/>
              </a:lnSpc>
              <a:spcBef>
                <a:spcPts val="0"/>
              </a:spcBef>
              <a:spcAft>
                <a:spcPts val="0"/>
              </a:spcAft>
              <a:buNone/>
              <a:defRPr sz="1700"/>
            </a:lvl2pPr>
            <a:lvl3pPr lvl="2" rtl="0" algn="ctr">
              <a:lnSpc>
                <a:spcPct val="100000"/>
              </a:lnSpc>
              <a:spcBef>
                <a:spcPts val="0"/>
              </a:spcBef>
              <a:spcAft>
                <a:spcPts val="0"/>
              </a:spcAft>
              <a:buNone/>
              <a:defRPr sz="1700"/>
            </a:lvl3pPr>
            <a:lvl4pPr lvl="3" rtl="0" algn="ctr">
              <a:lnSpc>
                <a:spcPct val="100000"/>
              </a:lnSpc>
              <a:spcBef>
                <a:spcPts val="0"/>
              </a:spcBef>
              <a:spcAft>
                <a:spcPts val="0"/>
              </a:spcAft>
              <a:buNone/>
              <a:defRPr sz="1700"/>
            </a:lvl4pPr>
            <a:lvl5pPr lvl="4" rtl="0" algn="ctr">
              <a:lnSpc>
                <a:spcPct val="100000"/>
              </a:lnSpc>
              <a:spcBef>
                <a:spcPts val="0"/>
              </a:spcBef>
              <a:spcAft>
                <a:spcPts val="0"/>
              </a:spcAft>
              <a:buNone/>
              <a:defRPr sz="1700"/>
            </a:lvl5pPr>
            <a:lvl6pPr lvl="5" rtl="0" algn="ctr">
              <a:lnSpc>
                <a:spcPct val="100000"/>
              </a:lnSpc>
              <a:spcBef>
                <a:spcPts val="0"/>
              </a:spcBef>
              <a:spcAft>
                <a:spcPts val="0"/>
              </a:spcAft>
              <a:buNone/>
              <a:defRPr sz="1700"/>
            </a:lvl6pPr>
            <a:lvl7pPr lvl="6" rtl="0" algn="ctr">
              <a:lnSpc>
                <a:spcPct val="100000"/>
              </a:lnSpc>
              <a:spcBef>
                <a:spcPts val="0"/>
              </a:spcBef>
              <a:spcAft>
                <a:spcPts val="0"/>
              </a:spcAft>
              <a:buNone/>
              <a:defRPr sz="1700"/>
            </a:lvl7pPr>
            <a:lvl8pPr lvl="7" rtl="0" algn="ctr">
              <a:lnSpc>
                <a:spcPct val="100000"/>
              </a:lnSpc>
              <a:spcBef>
                <a:spcPts val="0"/>
              </a:spcBef>
              <a:spcAft>
                <a:spcPts val="0"/>
              </a:spcAft>
              <a:buNone/>
              <a:defRPr sz="1700"/>
            </a:lvl8pPr>
            <a:lvl9pPr lvl="8" rtl="0" algn="ctr">
              <a:lnSpc>
                <a:spcPct val="100000"/>
              </a:lnSpc>
              <a:spcBef>
                <a:spcPts val="0"/>
              </a:spcBef>
              <a:spcAft>
                <a:spcPts val="0"/>
              </a:spcAft>
              <a:buNone/>
              <a:defRPr sz="17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2_1_1">
    <p:spTree>
      <p:nvGrpSpPr>
        <p:cNvPr id="5588" name="Shape 5588"/>
        <p:cNvGrpSpPr/>
        <p:nvPr/>
      </p:nvGrpSpPr>
      <p:grpSpPr>
        <a:xfrm>
          <a:off x="0" y="0"/>
          <a:ext cx="0" cy="0"/>
          <a:chOff x="0" y="0"/>
          <a:chExt cx="0" cy="0"/>
        </a:xfrm>
      </p:grpSpPr>
      <p:grpSp>
        <p:nvGrpSpPr>
          <p:cNvPr id="5589" name="Google Shape;5589;p17"/>
          <p:cNvGrpSpPr/>
          <p:nvPr/>
        </p:nvGrpSpPr>
        <p:grpSpPr>
          <a:xfrm>
            <a:off x="189" y="52"/>
            <a:ext cx="9144013" cy="5143533"/>
            <a:chOff x="4088025" y="1324225"/>
            <a:chExt cx="1348575" cy="1101800"/>
          </a:xfrm>
        </p:grpSpPr>
        <p:sp>
          <p:nvSpPr>
            <p:cNvPr id="5590" name="Google Shape;5590;p17"/>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17"/>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17"/>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17"/>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17"/>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17"/>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17"/>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17"/>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17"/>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17"/>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17"/>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17"/>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17"/>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17"/>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17"/>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17"/>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17"/>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17"/>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17"/>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17"/>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17"/>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17"/>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17"/>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17"/>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17"/>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17"/>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17"/>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17"/>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17"/>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17"/>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17"/>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17"/>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17"/>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17"/>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17"/>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17"/>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17"/>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17"/>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17"/>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17"/>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17"/>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17"/>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17"/>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17"/>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17"/>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17"/>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17"/>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17"/>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17"/>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17"/>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0" name="Google Shape;5640;p17"/>
          <p:cNvGrpSpPr/>
          <p:nvPr/>
        </p:nvGrpSpPr>
        <p:grpSpPr>
          <a:xfrm>
            <a:off x="119145" y="206"/>
            <a:ext cx="8913938" cy="5143474"/>
            <a:chOff x="119145" y="206"/>
            <a:chExt cx="8913938" cy="5143474"/>
          </a:xfrm>
        </p:grpSpPr>
        <p:sp>
          <p:nvSpPr>
            <p:cNvPr id="5641" name="Google Shape;5641;p17"/>
            <p:cNvSpPr/>
            <p:nvPr/>
          </p:nvSpPr>
          <p:spPr>
            <a:xfrm>
              <a:off x="38791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17"/>
            <p:cNvSpPr/>
            <p:nvPr/>
          </p:nvSpPr>
          <p:spPr>
            <a:xfrm>
              <a:off x="38791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17"/>
            <p:cNvSpPr/>
            <p:nvPr/>
          </p:nvSpPr>
          <p:spPr>
            <a:xfrm>
              <a:off x="38791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17"/>
            <p:cNvSpPr/>
            <p:nvPr/>
          </p:nvSpPr>
          <p:spPr>
            <a:xfrm>
              <a:off x="379686"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17"/>
            <p:cNvSpPr/>
            <p:nvPr/>
          </p:nvSpPr>
          <p:spPr>
            <a:xfrm>
              <a:off x="92568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17"/>
            <p:cNvSpPr/>
            <p:nvPr/>
          </p:nvSpPr>
          <p:spPr>
            <a:xfrm>
              <a:off x="92568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17"/>
            <p:cNvSpPr/>
            <p:nvPr/>
          </p:nvSpPr>
          <p:spPr>
            <a:xfrm>
              <a:off x="925687"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17"/>
            <p:cNvSpPr/>
            <p:nvPr/>
          </p:nvSpPr>
          <p:spPr>
            <a:xfrm>
              <a:off x="119445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17"/>
            <p:cNvSpPr/>
            <p:nvPr/>
          </p:nvSpPr>
          <p:spPr>
            <a:xfrm>
              <a:off x="119445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17"/>
            <p:cNvSpPr/>
            <p:nvPr/>
          </p:nvSpPr>
          <p:spPr>
            <a:xfrm>
              <a:off x="1194455"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17"/>
            <p:cNvSpPr/>
            <p:nvPr/>
          </p:nvSpPr>
          <p:spPr>
            <a:xfrm>
              <a:off x="1186229"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17"/>
            <p:cNvSpPr/>
            <p:nvPr/>
          </p:nvSpPr>
          <p:spPr>
            <a:xfrm>
              <a:off x="8451074"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17"/>
            <p:cNvSpPr/>
            <p:nvPr/>
          </p:nvSpPr>
          <p:spPr>
            <a:xfrm>
              <a:off x="8451074"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17"/>
            <p:cNvSpPr/>
            <p:nvPr/>
          </p:nvSpPr>
          <p:spPr>
            <a:xfrm>
              <a:off x="8451074"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17"/>
            <p:cNvSpPr/>
            <p:nvPr/>
          </p:nvSpPr>
          <p:spPr>
            <a:xfrm>
              <a:off x="844284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17"/>
            <p:cNvSpPr/>
            <p:nvPr/>
          </p:nvSpPr>
          <p:spPr>
            <a:xfrm>
              <a:off x="844284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17"/>
            <p:cNvSpPr/>
            <p:nvPr/>
          </p:nvSpPr>
          <p:spPr>
            <a:xfrm>
              <a:off x="8451074"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17"/>
            <p:cNvSpPr/>
            <p:nvPr/>
          </p:nvSpPr>
          <p:spPr>
            <a:xfrm>
              <a:off x="844284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17"/>
            <p:cNvSpPr/>
            <p:nvPr/>
          </p:nvSpPr>
          <p:spPr>
            <a:xfrm>
              <a:off x="8451074"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17"/>
            <p:cNvSpPr/>
            <p:nvPr/>
          </p:nvSpPr>
          <p:spPr>
            <a:xfrm>
              <a:off x="844284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17"/>
            <p:cNvSpPr/>
            <p:nvPr/>
          </p:nvSpPr>
          <p:spPr>
            <a:xfrm>
              <a:off x="844284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17"/>
            <p:cNvSpPr/>
            <p:nvPr/>
          </p:nvSpPr>
          <p:spPr>
            <a:xfrm>
              <a:off x="8451074"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17"/>
            <p:cNvSpPr/>
            <p:nvPr/>
          </p:nvSpPr>
          <p:spPr>
            <a:xfrm>
              <a:off x="8451074"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17"/>
            <p:cNvSpPr/>
            <p:nvPr/>
          </p:nvSpPr>
          <p:spPr>
            <a:xfrm>
              <a:off x="8451074"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17"/>
            <p:cNvSpPr/>
            <p:nvPr/>
          </p:nvSpPr>
          <p:spPr>
            <a:xfrm>
              <a:off x="8442847"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17"/>
            <p:cNvSpPr/>
            <p:nvPr/>
          </p:nvSpPr>
          <p:spPr>
            <a:xfrm>
              <a:off x="8451074"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17"/>
            <p:cNvSpPr/>
            <p:nvPr/>
          </p:nvSpPr>
          <p:spPr>
            <a:xfrm>
              <a:off x="8451074"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17"/>
            <p:cNvSpPr/>
            <p:nvPr/>
          </p:nvSpPr>
          <p:spPr>
            <a:xfrm>
              <a:off x="146322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17"/>
            <p:cNvSpPr/>
            <p:nvPr/>
          </p:nvSpPr>
          <p:spPr>
            <a:xfrm>
              <a:off x="146322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17"/>
            <p:cNvSpPr/>
            <p:nvPr/>
          </p:nvSpPr>
          <p:spPr>
            <a:xfrm>
              <a:off x="1463223"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17"/>
            <p:cNvSpPr/>
            <p:nvPr/>
          </p:nvSpPr>
          <p:spPr>
            <a:xfrm>
              <a:off x="657005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17"/>
            <p:cNvSpPr/>
            <p:nvPr/>
          </p:nvSpPr>
          <p:spPr>
            <a:xfrm>
              <a:off x="657005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17"/>
            <p:cNvSpPr/>
            <p:nvPr/>
          </p:nvSpPr>
          <p:spPr>
            <a:xfrm>
              <a:off x="657005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17"/>
            <p:cNvSpPr/>
            <p:nvPr/>
          </p:nvSpPr>
          <p:spPr>
            <a:xfrm>
              <a:off x="656170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17"/>
            <p:cNvSpPr/>
            <p:nvPr/>
          </p:nvSpPr>
          <p:spPr>
            <a:xfrm>
              <a:off x="656170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17"/>
            <p:cNvSpPr/>
            <p:nvPr/>
          </p:nvSpPr>
          <p:spPr>
            <a:xfrm>
              <a:off x="657005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17"/>
            <p:cNvSpPr/>
            <p:nvPr/>
          </p:nvSpPr>
          <p:spPr>
            <a:xfrm>
              <a:off x="656170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17"/>
            <p:cNvSpPr/>
            <p:nvPr/>
          </p:nvSpPr>
          <p:spPr>
            <a:xfrm>
              <a:off x="7645485"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17"/>
            <p:cNvSpPr/>
            <p:nvPr/>
          </p:nvSpPr>
          <p:spPr>
            <a:xfrm>
              <a:off x="7645485"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17"/>
            <p:cNvSpPr/>
            <p:nvPr/>
          </p:nvSpPr>
          <p:spPr>
            <a:xfrm>
              <a:off x="7645485"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17"/>
            <p:cNvSpPr/>
            <p:nvPr/>
          </p:nvSpPr>
          <p:spPr>
            <a:xfrm>
              <a:off x="763725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17"/>
            <p:cNvSpPr/>
            <p:nvPr/>
          </p:nvSpPr>
          <p:spPr>
            <a:xfrm>
              <a:off x="763725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17"/>
            <p:cNvSpPr/>
            <p:nvPr/>
          </p:nvSpPr>
          <p:spPr>
            <a:xfrm>
              <a:off x="7645485"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17"/>
            <p:cNvSpPr/>
            <p:nvPr/>
          </p:nvSpPr>
          <p:spPr>
            <a:xfrm>
              <a:off x="763725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17"/>
            <p:cNvSpPr/>
            <p:nvPr/>
          </p:nvSpPr>
          <p:spPr>
            <a:xfrm>
              <a:off x="7645485"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17"/>
            <p:cNvSpPr/>
            <p:nvPr/>
          </p:nvSpPr>
          <p:spPr>
            <a:xfrm>
              <a:off x="763725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17"/>
            <p:cNvSpPr/>
            <p:nvPr/>
          </p:nvSpPr>
          <p:spPr>
            <a:xfrm>
              <a:off x="8719961"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17"/>
            <p:cNvSpPr/>
            <p:nvPr/>
          </p:nvSpPr>
          <p:spPr>
            <a:xfrm>
              <a:off x="8719961"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17"/>
            <p:cNvSpPr/>
            <p:nvPr/>
          </p:nvSpPr>
          <p:spPr>
            <a:xfrm>
              <a:off x="8719961"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17"/>
            <p:cNvSpPr/>
            <p:nvPr/>
          </p:nvSpPr>
          <p:spPr>
            <a:xfrm>
              <a:off x="8711735"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17"/>
            <p:cNvSpPr/>
            <p:nvPr/>
          </p:nvSpPr>
          <p:spPr>
            <a:xfrm>
              <a:off x="8711735"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17"/>
            <p:cNvSpPr/>
            <p:nvPr/>
          </p:nvSpPr>
          <p:spPr>
            <a:xfrm>
              <a:off x="8719961"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17"/>
            <p:cNvSpPr/>
            <p:nvPr/>
          </p:nvSpPr>
          <p:spPr>
            <a:xfrm>
              <a:off x="8711735"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17"/>
            <p:cNvSpPr/>
            <p:nvPr/>
          </p:nvSpPr>
          <p:spPr>
            <a:xfrm>
              <a:off x="8719961"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17"/>
            <p:cNvSpPr/>
            <p:nvPr/>
          </p:nvSpPr>
          <p:spPr>
            <a:xfrm>
              <a:off x="8711735"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17"/>
            <p:cNvSpPr/>
            <p:nvPr/>
          </p:nvSpPr>
          <p:spPr>
            <a:xfrm>
              <a:off x="8711735"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17"/>
            <p:cNvSpPr/>
            <p:nvPr/>
          </p:nvSpPr>
          <p:spPr>
            <a:xfrm>
              <a:off x="8719961"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17"/>
            <p:cNvSpPr/>
            <p:nvPr/>
          </p:nvSpPr>
          <p:spPr>
            <a:xfrm>
              <a:off x="8719961"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17"/>
            <p:cNvSpPr/>
            <p:nvPr/>
          </p:nvSpPr>
          <p:spPr>
            <a:xfrm>
              <a:off x="8719961"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17"/>
            <p:cNvSpPr/>
            <p:nvPr/>
          </p:nvSpPr>
          <p:spPr>
            <a:xfrm>
              <a:off x="8711735"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17"/>
            <p:cNvSpPr/>
            <p:nvPr/>
          </p:nvSpPr>
          <p:spPr>
            <a:xfrm>
              <a:off x="8719961"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17"/>
            <p:cNvSpPr/>
            <p:nvPr/>
          </p:nvSpPr>
          <p:spPr>
            <a:xfrm>
              <a:off x="8719961"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17"/>
            <p:cNvSpPr/>
            <p:nvPr/>
          </p:nvSpPr>
          <p:spPr>
            <a:xfrm>
              <a:off x="8711735"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17"/>
            <p:cNvSpPr/>
            <p:nvPr/>
          </p:nvSpPr>
          <p:spPr>
            <a:xfrm>
              <a:off x="8719961"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17"/>
            <p:cNvSpPr/>
            <p:nvPr/>
          </p:nvSpPr>
          <p:spPr>
            <a:xfrm>
              <a:off x="8711735"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17"/>
            <p:cNvSpPr/>
            <p:nvPr/>
          </p:nvSpPr>
          <p:spPr>
            <a:xfrm>
              <a:off x="8719961"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17"/>
            <p:cNvSpPr/>
            <p:nvPr/>
          </p:nvSpPr>
          <p:spPr>
            <a:xfrm>
              <a:off x="8711735"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17"/>
            <p:cNvSpPr/>
            <p:nvPr/>
          </p:nvSpPr>
          <p:spPr>
            <a:xfrm>
              <a:off x="8719961"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17"/>
            <p:cNvSpPr/>
            <p:nvPr/>
          </p:nvSpPr>
          <p:spPr>
            <a:xfrm>
              <a:off x="8711735"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17"/>
            <p:cNvSpPr/>
            <p:nvPr/>
          </p:nvSpPr>
          <p:spPr>
            <a:xfrm>
              <a:off x="8711735"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17"/>
            <p:cNvSpPr/>
            <p:nvPr/>
          </p:nvSpPr>
          <p:spPr>
            <a:xfrm>
              <a:off x="8719961"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17"/>
            <p:cNvSpPr/>
            <p:nvPr/>
          </p:nvSpPr>
          <p:spPr>
            <a:xfrm>
              <a:off x="8711735"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17"/>
            <p:cNvSpPr/>
            <p:nvPr/>
          </p:nvSpPr>
          <p:spPr>
            <a:xfrm>
              <a:off x="8711735"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17"/>
            <p:cNvSpPr/>
            <p:nvPr/>
          </p:nvSpPr>
          <p:spPr>
            <a:xfrm>
              <a:off x="8711735"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17"/>
            <p:cNvSpPr/>
            <p:nvPr/>
          </p:nvSpPr>
          <p:spPr>
            <a:xfrm>
              <a:off x="8719961"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17"/>
            <p:cNvSpPr/>
            <p:nvPr/>
          </p:nvSpPr>
          <p:spPr>
            <a:xfrm>
              <a:off x="8719961"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17"/>
            <p:cNvSpPr/>
            <p:nvPr/>
          </p:nvSpPr>
          <p:spPr>
            <a:xfrm>
              <a:off x="8719961"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17"/>
            <p:cNvSpPr/>
            <p:nvPr/>
          </p:nvSpPr>
          <p:spPr>
            <a:xfrm>
              <a:off x="8711735"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17"/>
            <p:cNvSpPr/>
            <p:nvPr/>
          </p:nvSpPr>
          <p:spPr>
            <a:xfrm>
              <a:off x="8719961"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17"/>
            <p:cNvSpPr/>
            <p:nvPr/>
          </p:nvSpPr>
          <p:spPr>
            <a:xfrm>
              <a:off x="8711735"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17"/>
            <p:cNvSpPr/>
            <p:nvPr/>
          </p:nvSpPr>
          <p:spPr>
            <a:xfrm>
              <a:off x="8719961"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17"/>
            <p:cNvSpPr/>
            <p:nvPr/>
          </p:nvSpPr>
          <p:spPr>
            <a:xfrm>
              <a:off x="8711735"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17"/>
            <p:cNvSpPr/>
            <p:nvPr/>
          </p:nvSpPr>
          <p:spPr>
            <a:xfrm>
              <a:off x="1191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17"/>
            <p:cNvSpPr/>
            <p:nvPr/>
          </p:nvSpPr>
          <p:spPr>
            <a:xfrm>
              <a:off x="1191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17"/>
            <p:cNvSpPr/>
            <p:nvPr/>
          </p:nvSpPr>
          <p:spPr>
            <a:xfrm>
              <a:off x="1191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17"/>
            <p:cNvSpPr/>
            <p:nvPr/>
          </p:nvSpPr>
          <p:spPr>
            <a:xfrm>
              <a:off x="173211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17"/>
            <p:cNvSpPr/>
            <p:nvPr/>
          </p:nvSpPr>
          <p:spPr>
            <a:xfrm>
              <a:off x="173211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17"/>
            <p:cNvSpPr/>
            <p:nvPr/>
          </p:nvSpPr>
          <p:spPr>
            <a:xfrm>
              <a:off x="173211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17"/>
            <p:cNvSpPr/>
            <p:nvPr/>
          </p:nvSpPr>
          <p:spPr>
            <a:xfrm>
              <a:off x="2000998"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17"/>
            <p:cNvSpPr/>
            <p:nvPr/>
          </p:nvSpPr>
          <p:spPr>
            <a:xfrm>
              <a:off x="2000998"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17"/>
            <p:cNvSpPr/>
            <p:nvPr/>
          </p:nvSpPr>
          <p:spPr>
            <a:xfrm>
              <a:off x="2000998"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17"/>
            <p:cNvSpPr/>
            <p:nvPr/>
          </p:nvSpPr>
          <p:spPr>
            <a:xfrm>
              <a:off x="2000998"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17"/>
            <p:cNvSpPr/>
            <p:nvPr/>
          </p:nvSpPr>
          <p:spPr>
            <a:xfrm>
              <a:off x="227000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17"/>
            <p:cNvSpPr/>
            <p:nvPr/>
          </p:nvSpPr>
          <p:spPr>
            <a:xfrm>
              <a:off x="227000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17"/>
            <p:cNvSpPr/>
            <p:nvPr/>
          </p:nvSpPr>
          <p:spPr>
            <a:xfrm>
              <a:off x="2270005"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17"/>
            <p:cNvSpPr/>
            <p:nvPr/>
          </p:nvSpPr>
          <p:spPr>
            <a:xfrm>
              <a:off x="2270005"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17"/>
            <p:cNvSpPr/>
            <p:nvPr/>
          </p:nvSpPr>
          <p:spPr>
            <a:xfrm>
              <a:off x="2261659"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17"/>
            <p:cNvSpPr/>
            <p:nvPr/>
          </p:nvSpPr>
          <p:spPr>
            <a:xfrm>
              <a:off x="388213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17"/>
            <p:cNvSpPr/>
            <p:nvPr/>
          </p:nvSpPr>
          <p:spPr>
            <a:xfrm>
              <a:off x="388213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17"/>
            <p:cNvSpPr/>
            <p:nvPr/>
          </p:nvSpPr>
          <p:spPr>
            <a:xfrm>
              <a:off x="388213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17"/>
            <p:cNvSpPr/>
            <p:nvPr/>
          </p:nvSpPr>
          <p:spPr>
            <a:xfrm>
              <a:off x="388213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17"/>
            <p:cNvSpPr/>
            <p:nvPr/>
          </p:nvSpPr>
          <p:spPr>
            <a:xfrm>
              <a:off x="387390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17"/>
            <p:cNvSpPr/>
            <p:nvPr/>
          </p:nvSpPr>
          <p:spPr>
            <a:xfrm>
              <a:off x="387390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17"/>
            <p:cNvSpPr/>
            <p:nvPr/>
          </p:nvSpPr>
          <p:spPr>
            <a:xfrm>
              <a:off x="388213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17"/>
            <p:cNvSpPr/>
            <p:nvPr/>
          </p:nvSpPr>
          <p:spPr>
            <a:xfrm>
              <a:off x="387390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17"/>
            <p:cNvSpPr/>
            <p:nvPr/>
          </p:nvSpPr>
          <p:spPr>
            <a:xfrm>
              <a:off x="3882136"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17"/>
            <p:cNvSpPr/>
            <p:nvPr/>
          </p:nvSpPr>
          <p:spPr>
            <a:xfrm>
              <a:off x="387390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17"/>
            <p:cNvSpPr/>
            <p:nvPr/>
          </p:nvSpPr>
          <p:spPr>
            <a:xfrm>
              <a:off x="388213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17"/>
            <p:cNvSpPr/>
            <p:nvPr/>
          </p:nvSpPr>
          <p:spPr>
            <a:xfrm>
              <a:off x="3873909"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17"/>
            <p:cNvSpPr/>
            <p:nvPr/>
          </p:nvSpPr>
          <p:spPr>
            <a:xfrm>
              <a:off x="495685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17"/>
            <p:cNvSpPr/>
            <p:nvPr/>
          </p:nvSpPr>
          <p:spPr>
            <a:xfrm>
              <a:off x="495685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17"/>
            <p:cNvSpPr/>
            <p:nvPr/>
          </p:nvSpPr>
          <p:spPr>
            <a:xfrm>
              <a:off x="495685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17"/>
            <p:cNvSpPr/>
            <p:nvPr/>
          </p:nvSpPr>
          <p:spPr>
            <a:xfrm>
              <a:off x="495685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17"/>
            <p:cNvSpPr/>
            <p:nvPr/>
          </p:nvSpPr>
          <p:spPr>
            <a:xfrm>
              <a:off x="494945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17"/>
            <p:cNvSpPr/>
            <p:nvPr/>
          </p:nvSpPr>
          <p:spPr>
            <a:xfrm>
              <a:off x="494945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17"/>
            <p:cNvSpPr/>
            <p:nvPr/>
          </p:nvSpPr>
          <p:spPr>
            <a:xfrm>
              <a:off x="495685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17"/>
            <p:cNvSpPr/>
            <p:nvPr/>
          </p:nvSpPr>
          <p:spPr>
            <a:xfrm>
              <a:off x="494945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17"/>
            <p:cNvSpPr/>
            <p:nvPr/>
          </p:nvSpPr>
          <p:spPr>
            <a:xfrm>
              <a:off x="495685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17"/>
            <p:cNvSpPr/>
            <p:nvPr/>
          </p:nvSpPr>
          <p:spPr>
            <a:xfrm>
              <a:off x="65668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17"/>
            <p:cNvSpPr/>
            <p:nvPr/>
          </p:nvSpPr>
          <p:spPr>
            <a:xfrm>
              <a:off x="65668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17"/>
            <p:cNvSpPr/>
            <p:nvPr/>
          </p:nvSpPr>
          <p:spPr>
            <a:xfrm>
              <a:off x="65668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17"/>
            <p:cNvSpPr/>
            <p:nvPr/>
          </p:nvSpPr>
          <p:spPr>
            <a:xfrm>
              <a:off x="2807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17"/>
            <p:cNvSpPr/>
            <p:nvPr/>
          </p:nvSpPr>
          <p:spPr>
            <a:xfrm>
              <a:off x="2807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17"/>
            <p:cNvSpPr/>
            <p:nvPr/>
          </p:nvSpPr>
          <p:spPr>
            <a:xfrm>
              <a:off x="2807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17"/>
            <p:cNvSpPr/>
            <p:nvPr/>
          </p:nvSpPr>
          <p:spPr>
            <a:xfrm>
              <a:off x="33443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17"/>
            <p:cNvSpPr/>
            <p:nvPr/>
          </p:nvSpPr>
          <p:spPr>
            <a:xfrm>
              <a:off x="33443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17"/>
            <p:cNvSpPr/>
            <p:nvPr/>
          </p:nvSpPr>
          <p:spPr>
            <a:xfrm>
              <a:off x="33443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17"/>
            <p:cNvSpPr/>
            <p:nvPr/>
          </p:nvSpPr>
          <p:spPr>
            <a:xfrm>
              <a:off x="33443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17"/>
            <p:cNvSpPr/>
            <p:nvPr/>
          </p:nvSpPr>
          <p:spPr>
            <a:xfrm>
              <a:off x="3336135"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17"/>
            <p:cNvSpPr/>
            <p:nvPr/>
          </p:nvSpPr>
          <p:spPr>
            <a:xfrm>
              <a:off x="549450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17"/>
            <p:cNvSpPr/>
            <p:nvPr/>
          </p:nvSpPr>
          <p:spPr>
            <a:xfrm>
              <a:off x="549450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17"/>
            <p:cNvSpPr/>
            <p:nvPr/>
          </p:nvSpPr>
          <p:spPr>
            <a:xfrm>
              <a:off x="549450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17"/>
            <p:cNvSpPr/>
            <p:nvPr/>
          </p:nvSpPr>
          <p:spPr>
            <a:xfrm>
              <a:off x="549450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17"/>
            <p:cNvSpPr/>
            <p:nvPr/>
          </p:nvSpPr>
          <p:spPr>
            <a:xfrm>
              <a:off x="548627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17"/>
            <p:cNvSpPr/>
            <p:nvPr/>
          </p:nvSpPr>
          <p:spPr>
            <a:xfrm>
              <a:off x="548627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17"/>
            <p:cNvSpPr/>
            <p:nvPr/>
          </p:nvSpPr>
          <p:spPr>
            <a:xfrm>
              <a:off x="5494506"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17"/>
            <p:cNvSpPr/>
            <p:nvPr/>
          </p:nvSpPr>
          <p:spPr>
            <a:xfrm>
              <a:off x="548627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17"/>
            <p:cNvSpPr/>
            <p:nvPr/>
          </p:nvSpPr>
          <p:spPr>
            <a:xfrm>
              <a:off x="60321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17"/>
            <p:cNvSpPr/>
            <p:nvPr/>
          </p:nvSpPr>
          <p:spPr>
            <a:xfrm>
              <a:off x="60321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17"/>
            <p:cNvSpPr/>
            <p:nvPr/>
          </p:nvSpPr>
          <p:spPr>
            <a:xfrm>
              <a:off x="60321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17"/>
            <p:cNvSpPr/>
            <p:nvPr/>
          </p:nvSpPr>
          <p:spPr>
            <a:xfrm>
              <a:off x="60321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17"/>
            <p:cNvSpPr/>
            <p:nvPr/>
          </p:nvSpPr>
          <p:spPr>
            <a:xfrm>
              <a:off x="602393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17"/>
            <p:cNvSpPr/>
            <p:nvPr/>
          </p:nvSpPr>
          <p:spPr>
            <a:xfrm>
              <a:off x="602393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17"/>
            <p:cNvSpPr/>
            <p:nvPr/>
          </p:nvSpPr>
          <p:spPr>
            <a:xfrm>
              <a:off x="6032161"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17"/>
            <p:cNvSpPr/>
            <p:nvPr/>
          </p:nvSpPr>
          <p:spPr>
            <a:xfrm>
              <a:off x="710783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17"/>
            <p:cNvSpPr/>
            <p:nvPr/>
          </p:nvSpPr>
          <p:spPr>
            <a:xfrm>
              <a:off x="710783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17"/>
            <p:cNvSpPr/>
            <p:nvPr/>
          </p:nvSpPr>
          <p:spPr>
            <a:xfrm>
              <a:off x="7107830"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17"/>
            <p:cNvSpPr/>
            <p:nvPr/>
          </p:nvSpPr>
          <p:spPr>
            <a:xfrm>
              <a:off x="7107830"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17"/>
            <p:cNvSpPr/>
            <p:nvPr/>
          </p:nvSpPr>
          <p:spPr>
            <a:xfrm>
              <a:off x="7099484"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17"/>
            <p:cNvSpPr/>
            <p:nvPr/>
          </p:nvSpPr>
          <p:spPr>
            <a:xfrm>
              <a:off x="7099484"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17"/>
            <p:cNvSpPr/>
            <p:nvPr/>
          </p:nvSpPr>
          <p:spPr>
            <a:xfrm>
              <a:off x="7107830"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17"/>
            <p:cNvSpPr/>
            <p:nvPr/>
          </p:nvSpPr>
          <p:spPr>
            <a:xfrm>
              <a:off x="7099484"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17"/>
            <p:cNvSpPr/>
            <p:nvPr/>
          </p:nvSpPr>
          <p:spPr>
            <a:xfrm>
              <a:off x="7107830"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17"/>
            <p:cNvSpPr/>
            <p:nvPr/>
          </p:nvSpPr>
          <p:spPr>
            <a:xfrm>
              <a:off x="791425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17"/>
            <p:cNvSpPr/>
            <p:nvPr/>
          </p:nvSpPr>
          <p:spPr>
            <a:xfrm>
              <a:off x="791425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17"/>
            <p:cNvSpPr/>
            <p:nvPr/>
          </p:nvSpPr>
          <p:spPr>
            <a:xfrm>
              <a:off x="7914253"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17"/>
            <p:cNvSpPr/>
            <p:nvPr/>
          </p:nvSpPr>
          <p:spPr>
            <a:xfrm>
              <a:off x="7914253"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17"/>
            <p:cNvSpPr/>
            <p:nvPr/>
          </p:nvSpPr>
          <p:spPr>
            <a:xfrm>
              <a:off x="790602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17"/>
            <p:cNvSpPr/>
            <p:nvPr/>
          </p:nvSpPr>
          <p:spPr>
            <a:xfrm>
              <a:off x="790602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17"/>
            <p:cNvSpPr/>
            <p:nvPr/>
          </p:nvSpPr>
          <p:spPr>
            <a:xfrm>
              <a:off x="7914253"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17"/>
            <p:cNvSpPr/>
            <p:nvPr/>
          </p:nvSpPr>
          <p:spPr>
            <a:xfrm>
              <a:off x="7906027"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17"/>
            <p:cNvSpPr/>
            <p:nvPr/>
          </p:nvSpPr>
          <p:spPr>
            <a:xfrm>
              <a:off x="7914253"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17"/>
            <p:cNvSpPr/>
            <p:nvPr/>
          </p:nvSpPr>
          <p:spPr>
            <a:xfrm>
              <a:off x="7906027"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17"/>
            <p:cNvSpPr/>
            <p:nvPr/>
          </p:nvSpPr>
          <p:spPr>
            <a:xfrm>
              <a:off x="89880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17"/>
            <p:cNvSpPr/>
            <p:nvPr/>
          </p:nvSpPr>
          <p:spPr>
            <a:xfrm>
              <a:off x="89880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17"/>
            <p:cNvSpPr/>
            <p:nvPr/>
          </p:nvSpPr>
          <p:spPr>
            <a:xfrm>
              <a:off x="89880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17"/>
            <p:cNvSpPr/>
            <p:nvPr/>
          </p:nvSpPr>
          <p:spPr>
            <a:xfrm>
              <a:off x="89880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17"/>
            <p:cNvSpPr/>
            <p:nvPr/>
          </p:nvSpPr>
          <p:spPr>
            <a:xfrm>
              <a:off x="89806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17"/>
            <p:cNvSpPr/>
            <p:nvPr/>
          </p:nvSpPr>
          <p:spPr>
            <a:xfrm>
              <a:off x="89806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17"/>
            <p:cNvSpPr/>
            <p:nvPr/>
          </p:nvSpPr>
          <p:spPr>
            <a:xfrm>
              <a:off x="89880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17"/>
            <p:cNvSpPr/>
            <p:nvPr/>
          </p:nvSpPr>
          <p:spPr>
            <a:xfrm>
              <a:off x="89806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17"/>
            <p:cNvSpPr/>
            <p:nvPr/>
          </p:nvSpPr>
          <p:spPr>
            <a:xfrm>
              <a:off x="89880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17"/>
            <p:cNvSpPr/>
            <p:nvPr/>
          </p:nvSpPr>
          <p:spPr>
            <a:xfrm>
              <a:off x="89806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17"/>
            <p:cNvSpPr/>
            <p:nvPr/>
          </p:nvSpPr>
          <p:spPr>
            <a:xfrm>
              <a:off x="89880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17"/>
            <p:cNvSpPr/>
            <p:nvPr/>
          </p:nvSpPr>
          <p:spPr>
            <a:xfrm>
              <a:off x="89806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17"/>
            <p:cNvSpPr/>
            <p:nvPr/>
          </p:nvSpPr>
          <p:spPr>
            <a:xfrm>
              <a:off x="89880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17"/>
            <p:cNvSpPr/>
            <p:nvPr/>
          </p:nvSpPr>
          <p:spPr>
            <a:xfrm>
              <a:off x="89806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17"/>
            <p:cNvSpPr/>
            <p:nvPr/>
          </p:nvSpPr>
          <p:spPr>
            <a:xfrm>
              <a:off x="89880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17"/>
            <p:cNvSpPr/>
            <p:nvPr/>
          </p:nvSpPr>
          <p:spPr>
            <a:xfrm>
              <a:off x="89880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17"/>
            <p:cNvSpPr/>
            <p:nvPr/>
          </p:nvSpPr>
          <p:spPr>
            <a:xfrm>
              <a:off x="89806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17"/>
            <p:cNvSpPr/>
            <p:nvPr/>
          </p:nvSpPr>
          <p:spPr>
            <a:xfrm>
              <a:off x="89806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17"/>
            <p:cNvSpPr/>
            <p:nvPr/>
          </p:nvSpPr>
          <p:spPr>
            <a:xfrm>
              <a:off x="89880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17"/>
            <p:cNvSpPr/>
            <p:nvPr/>
          </p:nvSpPr>
          <p:spPr>
            <a:xfrm>
              <a:off x="89806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17"/>
            <p:cNvSpPr/>
            <p:nvPr/>
          </p:nvSpPr>
          <p:spPr>
            <a:xfrm>
              <a:off x="89880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17"/>
            <p:cNvSpPr/>
            <p:nvPr/>
          </p:nvSpPr>
          <p:spPr>
            <a:xfrm>
              <a:off x="89880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17"/>
            <p:cNvSpPr/>
            <p:nvPr/>
          </p:nvSpPr>
          <p:spPr>
            <a:xfrm>
              <a:off x="89806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17"/>
            <p:cNvSpPr/>
            <p:nvPr/>
          </p:nvSpPr>
          <p:spPr>
            <a:xfrm>
              <a:off x="89806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17"/>
            <p:cNvSpPr/>
            <p:nvPr/>
          </p:nvSpPr>
          <p:spPr>
            <a:xfrm>
              <a:off x="89806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17"/>
            <p:cNvSpPr/>
            <p:nvPr/>
          </p:nvSpPr>
          <p:spPr>
            <a:xfrm>
              <a:off x="89880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17"/>
            <p:cNvSpPr/>
            <p:nvPr/>
          </p:nvSpPr>
          <p:spPr>
            <a:xfrm>
              <a:off x="89880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17"/>
            <p:cNvSpPr/>
            <p:nvPr/>
          </p:nvSpPr>
          <p:spPr>
            <a:xfrm>
              <a:off x="89880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17"/>
            <p:cNvSpPr/>
            <p:nvPr/>
          </p:nvSpPr>
          <p:spPr>
            <a:xfrm>
              <a:off x="89806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17"/>
            <p:cNvSpPr/>
            <p:nvPr/>
          </p:nvSpPr>
          <p:spPr>
            <a:xfrm>
              <a:off x="89880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17"/>
            <p:cNvSpPr/>
            <p:nvPr/>
          </p:nvSpPr>
          <p:spPr>
            <a:xfrm>
              <a:off x="89806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17"/>
            <p:cNvSpPr/>
            <p:nvPr/>
          </p:nvSpPr>
          <p:spPr>
            <a:xfrm>
              <a:off x="89880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17"/>
            <p:cNvSpPr/>
            <p:nvPr/>
          </p:nvSpPr>
          <p:spPr>
            <a:xfrm>
              <a:off x="89806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17"/>
            <p:cNvSpPr/>
            <p:nvPr/>
          </p:nvSpPr>
          <p:spPr>
            <a:xfrm>
              <a:off x="89880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17"/>
            <p:cNvSpPr/>
            <p:nvPr/>
          </p:nvSpPr>
          <p:spPr>
            <a:xfrm>
              <a:off x="441991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17"/>
            <p:cNvSpPr/>
            <p:nvPr/>
          </p:nvSpPr>
          <p:spPr>
            <a:xfrm>
              <a:off x="441991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17"/>
            <p:cNvSpPr/>
            <p:nvPr/>
          </p:nvSpPr>
          <p:spPr>
            <a:xfrm>
              <a:off x="441991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17"/>
            <p:cNvSpPr/>
            <p:nvPr/>
          </p:nvSpPr>
          <p:spPr>
            <a:xfrm>
              <a:off x="441991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17"/>
            <p:cNvSpPr/>
            <p:nvPr/>
          </p:nvSpPr>
          <p:spPr>
            <a:xfrm>
              <a:off x="441168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17"/>
            <p:cNvSpPr/>
            <p:nvPr/>
          </p:nvSpPr>
          <p:spPr>
            <a:xfrm>
              <a:off x="441168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17"/>
            <p:cNvSpPr/>
            <p:nvPr/>
          </p:nvSpPr>
          <p:spPr>
            <a:xfrm>
              <a:off x="441991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17"/>
            <p:cNvSpPr/>
            <p:nvPr/>
          </p:nvSpPr>
          <p:spPr>
            <a:xfrm>
              <a:off x="441168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17"/>
            <p:cNvSpPr/>
            <p:nvPr/>
          </p:nvSpPr>
          <p:spPr>
            <a:xfrm>
              <a:off x="4419911"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17"/>
            <p:cNvSpPr/>
            <p:nvPr/>
          </p:nvSpPr>
          <p:spPr>
            <a:xfrm>
              <a:off x="4411684"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17"/>
            <p:cNvSpPr/>
            <p:nvPr/>
          </p:nvSpPr>
          <p:spPr>
            <a:xfrm>
              <a:off x="4419911"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17"/>
            <p:cNvSpPr/>
            <p:nvPr/>
          </p:nvSpPr>
          <p:spPr>
            <a:xfrm>
              <a:off x="683882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17"/>
            <p:cNvSpPr/>
            <p:nvPr/>
          </p:nvSpPr>
          <p:spPr>
            <a:xfrm>
              <a:off x="683882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17"/>
            <p:cNvSpPr/>
            <p:nvPr/>
          </p:nvSpPr>
          <p:spPr>
            <a:xfrm>
              <a:off x="6838823"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17"/>
            <p:cNvSpPr/>
            <p:nvPr/>
          </p:nvSpPr>
          <p:spPr>
            <a:xfrm>
              <a:off x="68305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17"/>
            <p:cNvSpPr/>
            <p:nvPr/>
          </p:nvSpPr>
          <p:spPr>
            <a:xfrm>
              <a:off x="683059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17"/>
            <p:cNvSpPr/>
            <p:nvPr/>
          </p:nvSpPr>
          <p:spPr>
            <a:xfrm>
              <a:off x="6838823"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17"/>
            <p:cNvSpPr/>
            <p:nvPr/>
          </p:nvSpPr>
          <p:spPr>
            <a:xfrm>
              <a:off x="683059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17"/>
            <p:cNvSpPr/>
            <p:nvPr/>
          </p:nvSpPr>
          <p:spPr>
            <a:xfrm>
              <a:off x="6838823"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17"/>
            <p:cNvSpPr/>
            <p:nvPr/>
          </p:nvSpPr>
          <p:spPr>
            <a:xfrm>
              <a:off x="683059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17"/>
            <p:cNvSpPr/>
            <p:nvPr/>
          </p:nvSpPr>
          <p:spPr>
            <a:xfrm>
              <a:off x="4688917"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17"/>
            <p:cNvSpPr/>
            <p:nvPr/>
          </p:nvSpPr>
          <p:spPr>
            <a:xfrm>
              <a:off x="4688917"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17"/>
            <p:cNvSpPr/>
            <p:nvPr/>
          </p:nvSpPr>
          <p:spPr>
            <a:xfrm>
              <a:off x="4688917"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17"/>
            <p:cNvSpPr/>
            <p:nvPr/>
          </p:nvSpPr>
          <p:spPr>
            <a:xfrm>
              <a:off x="468057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17"/>
            <p:cNvSpPr/>
            <p:nvPr/>
          </p:nvSpPr>
          <p:spPr>
            <a:xfrm>
              <a:off x="468057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17"/>
            <p:cNvSpPr/>
            <p:nvPr/>
          </p:nvSpPr>
          <p:spPr>
            <a:xfrm>
              <a:off x="4688917"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17"/>
            <p:cNvSpPr/>
            <p:nvPr/>
          </p:nvSpPr>
          <p:spPr>
            <a:xfrm>
              <a:off x="468057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17"/>
            <p:cNvSpPr/>
            <p:nvPr/>
          </p:nvSpPr>
          <p:spPr>
            <a:xfrm>
              <a:off x="4688917"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17"/>
            <p:cNvSpPr/>
            <p:nvPr/>
          </p:nvSpPr>
          <p:spPr>
            <a:xfrm>
              <a:off x="4680571"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17"/>
            <p:cNvSpPr/>
            <p:nvPr/>
          </p:nvSpPr>
          <p:spPr>
            <a:xfrm>
              <a:off x="4680571"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17"/>
            <p:cNvSpPr/>
            <p:nvPr/>
          </p:nvSpPr>
          <p:spPr>
            <a:xfrm>
              <a:off x="4688917" y="144703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17"/>
            <p:cNvSpPr/>
            <p:nvPr/>
          </p:nvSpPr>
          <p:spPr>
            <a:xfrm>
              <a:off x="4688917" y="159117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17"/>
            <p:cNvSpPr/>
            <p:nvPr/>
          </p:nvSpPr>
          <p:spPr>
            <a:xfrm>
              <a:off x="5763393"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17"/>
            <p:cNvSpPr/>
            <p:nvPr/>
          </p:nvSpPr>
          <p:spPr>
            <a:xfrm>
              <a:off x="5763393"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17"/>
            <p:cNvSpPr/>
            <p:nvPr/>
          </p:nvSpPr>
          <p:spPr>
            <a:xfrm>
              <a:off x="5763393"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17"/>
            <p:cNvSpPr/>
            <p:nvPr/>
          </p:nvSpPr>
          <p:spPr>
            <a:xfrm>
              <a:off x="5755167"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17"/>
            <p:cNvSpPr/>
            <p:nvPr/>
          </p:nvSpPr>
          <p:spPr>
            <a:xfrm>
              <a:off x="5755167"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17"/>
            <p:cNvSpPr/>
            <p:nvPr/>
          </p:nvSpPr>
          <p:spPr>
            <a:xfrm>
              <a:off x="5763393"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17"/>
            <p:cNvSpPr/>
            <p:nvPr/>
          </p:nvSpPr>
          <p:spPr>
            <a:xfrm>
              <a:off x="73765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17"/>
            <p:cNvSpPr/>
            <p:nvPr/>
          </p:nvSpPr>
          <p:spPr>
            <a:xfrm>
              <a:off x="73765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17"/>
            <p:cNvSpPr/>
            <p:nvPr/>
          </p:nvSpPr>
          <p:spPr>
            <a:xfrm>
              <a:off x="73765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17"/>
            <p:cNvSpPr/>
            <p:nvPr/>
          </p:nvSpPr>
          <p:spPr>
            <a:xfrm>
              <a:off x="73683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0" name="Google Shape;5880;p17"/>
            <p:cNvSpPr/>
            <p:nvPr/>
          </p:nvSpPr>
          <p:spPr>
            <a:xfrm>
              <a:off x="73683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17"/>
            <p:cNvSpPr/>
            <p:nvPr/>
          </p:nvSpPr>
          <p:spPr>
            <a:xfrm>
              <a:off x="73765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17"/>
            <p:cNvSpPr/>
            <p:nvPr/>
          </p:nvSpPr>
          <p:spPr>
            <a:xfrm>
              <a:off x="73683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17"/>
            <p:cNvSpPr/>
            <p:nvPr/>
          </p:nvSpPr>
          <p:spPr>
            <a:xfrm>
              <a:off x="73765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17"/>
            <p:cNvSpPr/>
            <p:nvPr/>
          </p:nvSpPr>
          <p:spPr>
            <a:xfrm>
              <a:off x="73683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17"/>
            <p:cNvSpPr/>
            <p:nvPr/>
          </p:nvSpPr>
          <p:spPr>
            <a:xfrm>
              <a:off x="307559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17"/>
            <p:cNvSpPr/>
            <p:nvPr/>
          </p:nvSpPr>
          <p:spPr>
            <a:xfrm>
              <a:off x="307559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17"/>
            <p:cNvSpPr/>
            <p:nvPr/>
          </p:nvSpPr>
          <p:spPr>
            <a:xfrm>
              <a:off x="307559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17"/>
            <p:cNvSpPr/>
            <p:nvPr/>
          </p:nvSpPr>
          <p:spPr>
            <a:xfrm>
              <a:off x="36132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17"/>
            <p:cNvSpPr/>
            <p:nvPr/>
          </p:nvSpPr>
          <p:spPr>
            <a:xfrm>
              <a:off x="36132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17"/>
            <p:cNvSpPr/>
            <p:nvPr/>
          </p:nvSpPr>
          <p:spPr>
            <a:xfrm>
              <a:off x="36132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17"/>
            <p:cNvSpPr/>
            <p:nvPr/>
          </p:nvSpPr>
          <p:spPr>
            <a:xfrm>
              <a:off x="36132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17"/>
            <p:cNvSpPr/>
            <p:nvPr/>
          </p:nvSpPr>
          <p:spPr>
            <a:xfrm>
              <a:off x="36050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17"/>
            <p:cNvSpPr/>
            <p:nvPr/>
          </p:nvSpPr>
          <p:spPr>
            <a:xfrm>
              <a:off x="36050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17"/>
            <p:cNvSpPr/>
            <p:nvPr/>
          </p:nvSpPr>
          <p:spPr>
            <a:xfrm>
              <a:off x="415102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17"/>
            <p:cNvSpPr/>
            <p:nvPr/>
          </p:nvSpPr>
          <p:spPr>
            <a:xfrm>
              <a:off x="415102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17"/>
            <p:cNvSpPr/>
            <p:nvPr/>
          </p:nvSpPr>
          <p:spPr>
            <a:xfrm>
              <a:off x="415102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17"/>
            <p:cNvSpPr/>
            <p:nvPr/>
          </p:nvSpPr>
          <p:spPr>
            <a:xfrm>
              <a:off x="415102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17"/>
            <p:cNvSpPr/>
            <p:nvPr/>
          </p:nvSpPr>
          <p:spPr>
            <a:xfrm>
              <a:off x="4142797"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17"/>
            <p:cNvSpPr/>
            <p:nvPr/>
          </p:nvSpPr>
          <p:spPr>
            <a:xfrm>
              <a:off x="4142797"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17"/>
            <p:cNvSpPr/>
            <p:nvPr/>
          </p:nvSpPr>
          <p:spPr>
            <a:xfrm>
              <a:off x="415102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17"/>
            <p:cNvSpPr/>
            <p:nvPr/>
          </p:nvSpPr>
          <p:spPr>
            <a:xfrm>
              <a:off x="4142797"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17"/>
            <p:cNvSpPr/>
            <p:nvPr/>
          </p:nvSpPr>
          <p:spPr>
            <a:xfrm>
              <a:off x="415102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17"/>
            <p:cNvSpPr/>
            <p:nvPr/>
          </p:nvSpPr>
          <p:spPr>
            <a:xfrm>
              <a:off x="4142797"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17"/>
            <p:cNvSpPr/>
            <p:nvPr/>
          </p:nvSpPr>
          <p:spPr>
            <a:xfrm>
              <a:off x="5225738"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17"/>
            <p:cNvSpPr/>
            <p:nvPr/>
          </p:nvSpPr>
          <p:spPr>
            <a:xfrm>
              <a:off x="5225738"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17"/>
            <p:cNvSpPr/>
            <p:nvPr/>
          </p:nvSpPr>
          <p:spPr>
            <a:xfrm>
              <a:off x="5225738"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17"/>
            <p:cNvSpPr/>
            <p:nvPr/>
          </p:nvSpPr>
          <p:spPr>
            <a:xfrm>
              <a:off x="5225738"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17"/>
            <p:cNvSpPr/>
            <p:nvPr/>
          </p:nvSpPr>
          <p:spPr>
            <a:xfrm>
              <a:off x="5217392"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17"/>
            <p:cNvSpPr/>
            <p:nvPr/>
          </p:nvSpPr>
          <p:spPr>
            <a:xfrm>
              <a:off x="5217392"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17"/>
            <p:cNvSpPr/>
            <p:nvPr/>
          </p:nvSpPr>
          <p:spPr>
            <a:xfrm>
              <a:off x="5225738"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17"/>
            <p:cNvSpPr/>
            <p:nvPr/>
          </p:nvSpPr>
          <p:spPr>
            <a:xfrm>
              <a:off x="5217392"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17"/>
            <p:cNvSpPr/>
            <p:nvPr/>
          </p:nvSpPr>
          <p:spPr>
            <a:xfrm>
              <a:off x="5225738"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17"/>
            <p:cNvSpPr/>
            <p:nvPr/>
          </p:nvSpPr>
          <p:spPr>
            <a:xfrm>
              <a:off x="63010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17"/>
            <p:cNvSpPr/>
            <p:nvPr/>
          </p:nvSpPr>
          <p:spPr>
            <a:xfrm>
              <a:off x="63010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17"/>
            <p:cNvSpPr/>
            <p:nvPr/>
          </p:nvSpPr>
          <p:spPr>
            <a:xfrm>
              <a:off x="63010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17"/>
            <p:cNvSpPr/>
            <p:nvPr/>
          </p:nvSpPr>
          <p:spPr>
            <a:xfrm>
              <a:off x="63010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17"/>
            <p:cNvSpPr/>
            <p:nvPr/>
          </p:nvSpPr>
          <p:spPr>
            <a:xfrm>
              <a:off x="6292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17"/>
            <p:cNvSpPr/>
            <p:nvPr/>
          </p:nvSpPr>
          <p:spPr>
            <a:xfrm>
              <a:off x="6292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17"/>
            <p:cNvSpPr/>
            <p:nvPr/>
          </p:nvSpPr>
          <p:spPr>
            <a:xfrm>
              <a:off x="8182306"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17"/>
            <p:cNvSpPr/>
            <p:nvPr/>
          </p:nvSpPr>
          <p:spPr>
            <a:xfrm>
              <a:off x="8182306"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17"/>
            <p:cNvSpPr/>
            <p:nvPr/>
          </p:nvSpPr>
          <p:spPr>
            <a:xfrm>
              <a:off x="8182306"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17"/>
            <p:cNvSpPr/>
            <p:nvPr/>
          </p:nvSpPr>
          <p:spPr>
            <a:xfrm>
              <a:off x="8182306"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17"/>
            <p:cNvSpPr/>
            <p:nvPr/>
          </p:nvSpPr>
          <p:spPr>
            <a:xfrm>
              <a:off x="8174914"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17"/>
            <p:cNvSpPr/>
            <p:nvPr/>
          </p:nvSpPr>
          <p:spPr>
            <a:xfrm>
              <a:off x="8174914"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17"/>
            <p:cNvSpPr/>
            <p:nvPr/>
          </p:nvSpPr>
          <p:spPr>
            <a:xfrm>
              <a:off x="8182306"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17"/>
            <p:cNvSpPr/>
            <p:nvPr/>
          </p:nvSpPr>
          <p:spPr>
            <a:xfrm>
              <a:off x="8174914"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17"/>
            <p:cNvSpPr/>
            <p:nvPr/>
          </p:nvSpPr>
          <p:spPr>
            <a:xfrm>
              <a:off x="8182306"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17"/>
            <p:cNvSpPr/>
            <p:nvPr/>
          </p:nvSpPr>
          <p:spPr>
            <a:xfrm>
              <a:off x="8174914"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17"/>
            <p:cNvSpPr/>
            <p:nvPr/>
          </p:nvSpPr>
          <p:spPr>
            <a:xfrm>
              <a:off x="8182306"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17"/>
            <p:cNvSpPr/>
            <p:nvPr/>
          </p:nvSpPr>
          <p:spPr>
            <a:xfrm>
              <a:off x="8174914"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17"/>
            <p:cNvSpPr/>
            <p:nvPr/>
          </p:nvSpPr>
          <p:spPr>
            <a:xfrm>
              <a:off x="2538773"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17"/>
            <p:cNvSpPr/>
            <p:nvPr/>
          </p:nvSpPr>
          <p:spPr>
            <a:xfrm>
              <a:off x="2538773"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17"/>
            <p:cNvSpPr/>
            <p:nvPr/>
          </p:nvSpPr>
          <p:spPr>
            <a:xfrm>
              <a:off x="2538773"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34" name="Google Shape;5934;p17"/>
          <p:cNvSpPr txBox="1"/>
          <p:nvPr>
            <p:ph type="title"/>
          </p:nvPr>
        </p:nvSpPr>
        <p:spPr>
          <a:xfrm>
            <a:off x="3890475" y="2182650"/>
            <a:ext cx="4528200" cy="88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5935" name="Google Shape;5935;p17"/>
          <p:cNvSpPr txBox="1"/>
          <p:nvPr>
            <p:ph hasCustomPrompt="1" idx="2" type="title"/>
          </p:nvPr>
        </p:nvSpPr>
        <p:spPr>
          <a:xfrm>
            <a:off x="5339925" y="1171925"/>
            <a:ext cx="1629300" cy="92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atin typeface="Rubik Black"/>
                <a:ea typeface="Rubik Black"/>
                <a:cs typeface="Rubik Black"/>
                <a:sym typeface="Rubik Black"/>
              </a:defRPr>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5936" name="Google Shape;5936;p17"/>
          <p:cNvSpPr txBox="1"/>
          <p:nvPr>
            <p:ph idx="1" type="subTitle"/>
          </p:nvPr>
        </p:nvSpPr>
        <p:spPr>
          <a:xfrm>
            <a:off x="4634925" y="3188215"/>
            <a:ext cx="3039300" cy="69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700"/>
            </a:lvl1pPr>
            <a:lvl2pPr lvl="1" rtl="0" algn="ctr">
              <a:lnSpc>
                <a:spcPct val="100000"/>
              </a:lnSpc>
              <a:spcBef>
                <a:spcPts val="0"/>
              </a:spcBef>
              <a:spcAft>
                <a:spcPts val="0"/>
              </a:spcAft>
              <a:buNone/>
              <a:defRPr sz="1700"/>
            </a:lvl2pPr>
            <a:lvl3pPr lvl="2" rtl="0" algn="ctr">
              <a:lnSpc>
                <a:spcPct val="100000"/>
              </a:lnSpc>
              <a:spcBef>
                <a:spcPts val="0"/>
              </a:spcBef>
              <a:spcAft>
                <a:spcPts val="0"/>
              </a:spcAft>
              <a:buNone/>
              <a:defRPr sz="1700"/>
            </a:lvl3pPr>
            <a:lvl4pPr lvl="3" rtl="0" algn="ctr">
              <a:lnSpc>
                <a:spcPct val="100000"/>
              </a:lnSpc>
              <a:spcBef>
                <a:spcPts val="0"/>
              </a:spcBef>
              <a:spcAft>
                <a:spcPts val="0"/>
              </a:spcAft>
              <a:buNone/>
              <a:defRPr sz="1700"/>
            </a:lvl4pPr>
            <a:lvl5pPr lvl="4" rtl="0" algn="ctr">
              <a:lnSpc>
                <a:spcPct val="100000"/>
              </a:lnSpc>
              <a:spcBef>
                <a:spcPts val="0"/>
              </a:spcBef>
              <a:spcAft>
                <a:spcPts val="0"/>
              </a:spcAft>
              <a:buNone/>
              <a:defRPr sz="1700"/>
            </a:lvl5pPr>
            <a:lvl6pPr lvl="5" rtl="0" algn="ctr">
              <a:lnSpc>
                <a:spcPct val="100000"/>
              </a:lnSpc>
              <a:spcBef>
                <a:spcPts val="0"/>
              </a:spcBef>
              <a:spcAft>
                <a:spcPts val="0"/>
              </a:spcAft>
              <a:buNone/>
              <a:defRPr sz="1700"/>
            </a:lvl6pPr>
            <a:lvl7pPr lvl="6" rtl="0" algn="ctr">
              <a:lnSpc>
                <a:spcPct val="100000"/>
              </a:lnSpc>
              <a:spcBef>
                <a:spcPts val="0"/>
              </a:spcBef>
              <a:spcAft>
                <a:spcPts val="0"/>
              </a:spcAft>
              <a:buNone/>
              <a:defRPr sz="1700"/>
            </a:lvl7pPr>
            <a:lvl8pPr lvl="7" rtl="0" algn="ctr">
              <a:lnSpc>
                <a:spcPct val="100000"/>
              </a:lnSpc>
              <a:spcBef>
                <a:spcPts val="0"/>
              </a:spcBef>
              <a:spcAft>
                <a:spcPts val="0"/>
              </a:spcAft>
              <a:buNone/>
              <a:defRPr sz="1700"/>
            </a:lvl8pPr>
            <a:lvl9pPr lvl="8" rtl="0" algn="ctr">
              <a:lnSpc>
                <a:spcPct val="100000"/>
              </a:lnSpc>
              <a:spcBef>
                <a:spcPts val="0"/>
              </a:spcBef>
              <a:spcAft>
                <a:spcPts val="0"/>
              </a:spcAft>
              <a:buNone/>
              <a:defRPr sz="1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22_1_1_1_1_1_1">
    <p:spTree>
      <p:nvGrpSpPr>
        <p:cNvPr id="5937" name="Shape 5937"/>
        <p:cNvGrpSpPr/>
        <p:nvPr/>
      </p:nvGrpSpPr>
      <p:grpSpPr>
        <a:xfrm>
          <a:off x="0" y="0"/>
          <a:ext cx="0" cy="0"/>
          <a:chOff x="0" y="0"/>
          <a:chExt cx="0" cy="0"/>
        </a:xfrm>
      </p:grpSpPr>
      <p:grpSp>
        <p:nvGrpSpPr>
          <p:cNvPr id="5938" name="Google Shape;5938;p18"/>
          <p:cNvGrpSpPr/>
          <p:nvPr/>
        </p:nvGrpSpPr>
        <p:grpSpPr>
          <a:xfrm>
            <a:off x="189" y="52"/>
            <a:ext cx="9144013" cy="5143533"/>
            <a:chOff x="4088025" y="1324225"/>
            <a:chExt cx="1348575" cy="1101800"/>
          </a:xfrm>
        </p:grpSpPr>
        <p:sp>
          <p:nvSpPr>
            <p:cNvPr id="5939" name="Google Shape;5939;p18"/>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18"/>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18"/>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18"/>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18"/>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18"/>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18"/>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18"/>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7" name="Google Shape;5947;p18"/>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18"/>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18"/>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18"/>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18"/>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18"/>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18"/>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18"/>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18"/>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18"/>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18"/>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18"/>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18"/>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18"/>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18"/>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18"/>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3" name="Google Shape;5963;p18"/>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18"/>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18"/>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18"/>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18"/>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18"/>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18"/>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0" name="Google Shape;5970;p18"/>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18"/>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18"/>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18"/>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18"/>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5" name="Google Shape;5975;p18"/>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18"/>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18"/>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18"/>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18"/>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18"/>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18"/>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18"/>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18"/>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18"/>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18"/>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18"/>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18"/>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18"/>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9" name="Google Shape;5989;p18"/>
          <p:cNvGrpSpPr/>
          <p:nvPr/>
        </p:nvGrpSpPr>
        <p:grpSpPr>
          <a:xfrm>
            <a:off x="34718" y="206"/>
            <a:ext cx="9074564" cy="5143474"/>
            <a:chOff x="34718" y="206"/>
            <a:chExt cx="9074564" cy="5143474"/>
          </a:xfrm>
        </p:grpSpPr>
        <p:grpSp>
          <p:nvGrpSpPr>
            <p:cNvPr id="5990" name="Google Shape;5990;p18"/>
            <p:cNvGrpSpPr/>
            <p:nvPr/>
          </p:nvGrpSpPr>
          <p:grpSpPr>
            <a:xfrm>
              <a:off x="565521" y="206"/>
              <a:ext cx="53295" cy="5143474"/>
              <a:chOff x="578867" y="206"/>
              <a:chExt cx="53295" cy="5143474"/>
            </a:xfrm>
          </p:grpSpPr>
          <p:sp>
            <p:nvSpPr>
              <p:cNvPr id="5991" name="Google Shape;5991;p18"/>
              <p:cNvSpPr/>
              <p:nvPr/>
            </p:nvSpPr>
            <p:spPr>
              <a:xfrm>
                <a:off x="58709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18"/>
              <p:cNvSpPr/>
              <p:nvPr/>
            </p:nvSpPr>
            <p:spPr>
              <a:xfrm>
                <a:off x="58709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18"/>
              <p:cNvSpPr/>
              <p:nvPr/>
            </p:nvSpPr>
            <p:spPr>
              <a:xfrm>
                <a:off x="58709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18"/>
              <p:cNvSpPr/>
              <p:nvPr/>
            </p:nvSpPr>
            <p:spPr>
              <a:xfrm>
                <a:off x="578867"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18"/>
              <p:cNvSpPr/>
              <p:nvPr/>
            </p:nvSpPr>
            <p:spPr>
              <a:xfrm>
                <a:off x="578867"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6" name="Google Shape;5996;p18"/>
              <p:cNvSpPr/>
              <p:nvPr/>
            </p:nvSpPr>
            <p:spPr>
              <a:xfrm>
                <a:off x="58709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18"/>
              <p:cNvSpPr/>
              <p:nvPr/>
            </p:nvSpPr>
            <p:spPr>
              <a:xfrm>
                <a:off x="578867"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18"/>
              <p:cNvSpPr/>
              <p:nvPr/>
            </p:nvSpPr>
            <p:spPr>
              <a:xfrm>
                <a:off x="58709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18"/>
              <p:cNvSpPr/>
              <p:nvPr/>
            </p:nvSpPr>
            <p:spPr>
              <a:xfrm>
                <a:off x="578867"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18"/>
              <p:cNvSpPr/>
              <p:nvPr/>
            </p:nvSpPr>
            <p:spPr>
              <a:xfrm>
                <a:off x="578867"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18"/>
              <p:cNvSpPr/>
              <p:nvPr/>
            </p:nvSpPr>
            <p:spPr>
              <a:xfrm>
                <a:off x="58709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18"/>
              <p:cNvSpPr/>
              <p:nvPr/>
            </p:nvSpPr>
            <p:spPr>
              <a:xfrm>
                <a:off x="58709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18"/>
              <p:cNvSpPr/>
              <p:nvPr/>
            </p:nvSpPr>
            <p:spPr>
              <a:xfrm>
                <a:off x="58709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18"/>
              <p:cNvSpPr/>
              <p:nvPr/>
            </p:nvSpPr>
            <p:spPr>
              <a:xfrm>
                <a:off x="578867"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18"/>
              <p:cNvSpPr/>
              <p:nvPr/>
            </p:nvSpPr>
            <p:spPr>
              <a:xfrm>
                <a:off x="58709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18"/>
              <p:cNvSpPr/>
              <p:nvPr/>
            </p:nvSpPr>
            <p:spPr>
              <a:xfrm>
                <a:off x="58709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18"/>
              <p:cNvSpPr/>
              <p:nvPr/>
            </p:nvSpPr>
            <p:spPr>
              <a:xfrm>
                <a:off x="578867"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18"/>
              <p:cNvSpPr/>
              <p:nvPr/>
            </p:nvSpPr>
            <p:spPr>
              <a:xfrm>
                <a:off x="58709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18"/>
              <p:cNvSpPr/>
              <p:nvPr/>
            </p:nvSpPr>
            <p:spPr>
              <a:xfrm>
                <a:off x="578867"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18"/>
              <p:cNvSpPr/>
              <p:nvPr/>
            </p:nvSpPr>
            <p:spPr>
              <a:xfrm>
                <a:off x="58709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18"/>
              <p:cNvSpPr/>
              <p:nvPr/>
            </p:nvSpPr>
            <p:spPr>
              <a:xfrm>
                <a:off x="578867"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18"/>
              <p:cNvSpPr/>
              <p:nvPr/>
            </p:nvSpPr>
            <p:spPr>
              <a:xfrm>
                <a:off x="58709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18"/>
              <p:cNvSpPr/>
              <p:nvPr/>
            </p:nvSpPr>
            <p:spPr>
              <a:xfrm>
                <a:off x="578867"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18"/>
              <p:cNvSpPr/>
              <p:nvPr/>
            </p:nvSpPr>
            <p:spPr>
              <a:xfrm>
                <a:off x="578867"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18"/>
              <p:cNvSpPr/>
              <p:nvPr/>
            </p:nvSpPr>
            <p:spPr>
              <a:xfrm>
                <a:off x="58709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18"/>
              <p:cNvSpPr/>
              <p:nvPr/>
            </p:nvSpPr>
            <p:spPr>
              <a:xfrm>
                <a:off x="578867"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18"/>
              <p:cNvSpPr/>
              <p:nvPr/>
            </p:nvSpPr>
            <p:spPr>
              <a:xfrm>
                <a:off x="578867"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18"/>
              <p:cNvSpPr/>
              <p:nvPr/>
            </p:nvSpPr>
            <p:spPr>
              <a:xfrm>
                <a:off x="578867"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9" name="Google Shape;6019;p18"/>
              <p:cNvSpPr/>
              <p:nvPr/>
            </p:nvSpPr>
            <p:spPr>
              <a:xfrm>
                <a:off x="58709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18"/>
              <p:cNvSpPr/>
              <p:nvPr/>
            </p:nvSpPr>
            <p:spPr>
              <a:xfrm>
                <a:off x="58709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18"/>
              <p:cNvSpPr/>
              <p:nvPr/>
            </p:nvSpPr>
            <p:spPr>
              <a:xfrm>
                <a:off x="58709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18"/>
              <p:cNvSpPr/>
              <p:nvPr/>
            </p:nvSpPr>
            <p:spPr>
              <a:xfrm>
                <a:off x="578867"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3" name="Google Shape;6023;p18"/>
              <p:cNvSpPr/>
              <p:nvPr/>
            </p:nvSpPr>
            <p:spPr>
              <a:xfrm>
                <a:off x="58709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4" name="Google Shape;6024;p18"/>
              <p:cNvSpPr/>
              <p:nvPr/>
            </p:nvSpPr>
            <p:spPr>
              <a:xfrm>
                <a:off x="578867"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18"/>
              <p:cNvSpPr/>
              <p:nvPr/>
            </p:nvSpPr>
            <p:spPr>
              <a:xfrm>
                <a:off x="58709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18"/>
              <p:cNvSpPr/>
              <p:nvPr/>
            </p:nvSpPr>
            <p:spPr>
              <a:xfrm>
                <a:off x="578867"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7" name="Google Shape;6027;p18"/>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18"/>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18"/>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18"/>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1" name="Google Shape;6031;p18"/>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18"/>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18"/>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18"/>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18"/>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18"/>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18"/>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18"/>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18"/>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18"/>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18"/>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18"/>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18"/>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18"/>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18"/>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18"/>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7" name="Google Shape;6047;p18"/>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8" name="Google Shape;6048;p18"/>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18"/>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18"/>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18"/>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18"/>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18"/>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18"/>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18"/>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18"/>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18"/>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18"/>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18"/>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18"/>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18"/>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18"/>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18"/>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18"/>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18"/>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18"/>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18"/>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18"/>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18"/>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18"/>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18"/>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2" name="Google Shape;6072;p18"/>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73" name="Google Shape;6073;p18"/>
            <p:cNvGrpSpPr/>
            <p:nvPr/>
          </p:nvGrpSpPr>
          <p:grpSpPr>
            <a:xfrm>
              <a:off x="34718" y="206"/>
              <a:ext cx="53295" cy="4852321"/>
              <a:chOff x="62135" y="206"/>
              <a:chExt cx="53295" cy="4852321"/>
            </a:xfrm>
          </p:grpSpPr>
          <p:sp>
            <p:nvSpPr>
              <p:cNvPr id="6074" name="Google Shape;6074;p18"/>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18"/>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18"/>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18"/>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8" name="Google Shape;6078;p18"/>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18"/>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18"/>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18"/>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18"/>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18"/>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18"/>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18"/>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18"/>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18"/>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18"/>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18"/>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18"/>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18"/>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18"/>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18"/>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18"/>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18"/>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6" name="Google Shape;6096;p18"/>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18"/>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18"/>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18"/>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18"/>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18"/>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2" name="Google Shape;6102;p18"/>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18"/>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18"/>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18"/>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18"/>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18"/>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8" name="Google Shape;6108;p18"/>
            <p:cNvGrpSpPr/>
            <p:nvPr/>
          </p:nvGrpSpPr>
          <p:grpSpPr>
            <a:xfrm>
              <a:off x="300060" y="206"/>
              <a:ext cx="53414" cy="4852321"/>
              <a:chOff x="418506" y="206"/>
              <a:chExt cx="53414" cy="4852321"/>
            </a:xfrm>
          </p:grpSpPr>
          <p:sp>
            <p:nvSpPr>
              <p:cNvPr id="6109" name="Google Shape;6109;p18"/>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18"/>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18"/>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18"/>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18"/>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18"/>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18"/>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18"/>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18"/>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18"/>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18"/>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18"/>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18"/>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18"/>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18"/>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18"/>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18"/>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18"/>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7" name="Google Shape;6127;p18"/>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8" name="Google Shape;6128;p18"/>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18"/>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18"/>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18"/>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2" name="Google Shape;6132;p18"/>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3" name="Google Shape;6133;p18"/>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18"/>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18"/>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18"/>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18"/>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18"/>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18"/>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0" name="Google Shape;6140;p18"/>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1" name="Google Shape;6141;p18"/>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18"/>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3" name="Google Shape;6143;p18"/>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4" name="Google Shape;6144;p18"/>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18"/>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18"/>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18"/>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18"/>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18"/>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0" name="Google Shape;6150;p18"/>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18"/>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18"/>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18"/>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18"/>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18"/>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6" name="Google Shape;6156;p18"/>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18"/>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18"/>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18"/>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18"/>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18"/>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18"/>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18"/>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18"/>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18"/>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18"/>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18"/>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18"/>
            <p:cNvSpPr/>
            <p:nvPr/>
          </p:nvSpPr>
          <p:spPr>
            <a:xfrm>
              <a:off x="401520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18"/>
            <p:cNvSpPr/>
            <p:nvPr/>
          </p:nvSpPr>
          <p:spPr>
            <a:xfrm>
              <a:off x="4015205"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18"/>
            <p:cNvSpPr/>
            <p:nvPr/>
          </p:nvSpPr>
          <p:spPr>
            <a:xfrm>
              <a:off x="4023432"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1" name="Google Shape;6171;p18"/>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18"/>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18"/>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18"/>
            <p:cNvSpPr/>
            <p:nvPr/>
          </p:nvSpPr>
          <p:spPr>
            <a:xfrm>
              <a:off x="508444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18"/>
            <p:cNvSpPr/>
            <p:nvPr/>
          </p:nvSpPr>
          <p:spPr>
            <a:xfrm>
              <a:off x="5077050"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6" name="Google Shape;6176;p18"/>
            <p:cNvSpPr/>
            <p:nvPr/>
          </p:nvSpPr>
          <p:spPr>
            <a:xfrm>
              <a:off x="5077050"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7" name="Google Shape;6177;p18"/>
            <p:cNvSpPr/>
            <p:nvPr/>
          </p:nvSpPr>
          <p:spPr>
            <a:xfrm>
              <a:off x="508444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18"/>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18"/>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18"/>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18"/>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18"/>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18"/>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18"/>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18"/>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18"/>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18"/>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18"/>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18"/>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18"/>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1" name="Google Shape;6191;p18"/>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2" name="Google Shape;6192;p18"/>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18"/>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18"/>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18"/>
            <p:cNvSpPr/>
            <p:nvPr/>
          </p:nvSpPr>
          <p:spPr>
            <a:xfrm>
              <a:off x="2962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18"/>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18"/>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18"/>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18"/>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0" name="Google Shape;6200;p18"/>
            <p:cNvSpPr/>
            <p:nvPr/>
          </p:nvSpPr>
          <p:spPr>
            <a:xfrm>
              <a:off x="3484283"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18"/>
            <p:cNvSpPr/>
            <p:nvPr/>
          </p:nvSpPr>
          <p:spPr>
            <a:xfrm>
              <a:off x="3484283"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18"/>
            <p:cNvSpPr/>
            <p:nvPr/>
          </p:nvSpPr>
          <p:spPr>
            <a:xfrm>
              <a:off x="349250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18"/>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18"/>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5" name="Google Shape;6205;p18"/>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6" name="Google Shape;6206;p18"/>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18"/>
            <p:cNvSpPr/>
            <p:nvPr/>
          </p:nvSpPr>
          <p:spPr>
            <a:xfrm>
              <a:off x="560701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18"/>
            <p:cNvSpPr/>
            <p:nvPr/>
          </p:nvSpPr>
          <p:spPr>
            <a:xfrm>
              <a:off x="560701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18"/>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0" name="Google Shape;6210;p18"/>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1" name="Google Shape;6211;p18"/>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18"/>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18"/>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18"/>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5" name="Google Shape;6215;p18"/>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18"/>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18"/>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18"/>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18"/>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18"/>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18"/>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18"/>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18"/>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18"/>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18"/>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18"/>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7" name="Google Shape;6227;p18"/>
            <p:cNvSpPr/>
            <p:nvPr/>
          </p:nvSpPr>
          <p:spPr>
            <a:xfrm>
              <a:off x="4554354"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8" name="Google Shape;6228;p18"/>
            <p:cNvSpPr/>
            <p:nvPr/>
          </p:nvSpPr>
          <p:spPr>
            <a:xfrm>
              <a:off x="4554354"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18"/>
            <p:cNvSpPr/>
            <p:nvPr/>
          </p:nvSpPr>
          <p:spPr>
            <a:xfrm>
              <a:off x="4546128"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18"/>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18"/>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18"/>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18"/>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18"/>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18"/>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18"/>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18"/>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18"/>
            <p:cNvSpPr/>
            <p:nvPr/>
          </p:nvSpPr>
          <p:spPr>
            <a:xfrm>
              <a:off x="481158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18"/>
            <p:cNvSpPr/>
            <p:nvPr/>
          </p:nvSpPr>
          <p:spPr>
            <a:xfrm>
              <a:off x="4819935"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18"/>
            <p:cNvSpPr/>
            <p:nvPr/>
          </p:nvSpPr>
          <p:spPr>
            <a:xfrm>
              <a:off x="4811589"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18"/>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18"/>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3" name="Google Shape;6243;p18"/>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4" name="Google Shape;6244;p18"/>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18"/>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18"/>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18"/>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18"/>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18"/>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18"/>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18"/>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18"/>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18"/>
            <p:cNvSpPr/>
            <p:nvPr/>
          </p:nvSpPr>
          <p:spPr>
            <a:xfrm>
              <a:off x="3219775"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18"/>
            <p:cNvSpPr/>
            <p:nvPr/>
          </p:nvSpPr>
          <p:spPr>
            <a:xfrm>
              <a:off x="3227168"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18"/>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18"/>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18"/>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18"/>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18"/>
            <p:cNvSpPr/>
            <p:nvPr/>
          </p:nvSpPr>
          <p:spPr>
            <a:xfrm>
              <a:off x="3749744"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18"/>
            <p:cNvSpPr/>
            <p:nvPr/>
          </p:nvSpPr>
          <p:spPr>
            <a:xfrm>
              <a:off x="3749744"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18"/>
            <p:cNvSpPr/>
            <p:nvPr/>
          </p:nvSpPr>
          <p:spPr>
            <a:xfrm>
              <a:off x="3757971"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18"/>
            <p:cNvSpPr/>
            <p:nvPr/>
          </p:nvSpPr>
          <p:spPr>
            <a:xfrm>
              <a:off x="3749744"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18"/>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18"/>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18"/>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18"/>
            <p:cNvSpPr/>
            <p:nvPr/>
          </p:nvSpPr>
          <p:spPr>
            <a:xfrm>
              <a:off x="428889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18"/>
            <p:cNvSpPr/>
            <p:nvPr/>
          </p:nvSpPr>
          <p:spPr>
            <a:xfrm>
              <a:off x="4280666"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18"/>
            <p:cNvSpPr/>
            <p:nvPr/>
          </p:nvSpPr>
          <p:spPr>
            <a:xfrm>
              <a:off x="4280666"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18"/>
            <p:cNvSpPr/>
            <p:nvPr/>
          </p:nvSpPr>
          <p:spPr>
            <a:xfrm>
              <a:off x="428889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18"/>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18"/>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2" name="Google Shape;6272;p18"/>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18"/>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18"/>
            <p:cNvSpPr/>
            <p:nvPr/>
          </p:nvSpPr>
          <p:spPr>
            <a:xfrm>
              <a:off x="534155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18"/>
            <p:cNvSpPr/>
            <p:nvPr/>
          </p:nvSpPr>
          <p:spPr>
            <a:xfrm>
              <a:off x="534155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18"/>
            <p:cNvSpPr/>
            <p:nvPr/>
          </p:nvSpPr>
          <p:spPr>
            <a:xfrm>
              <a:off x="534990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18"/>
            <p:cNvSpPr/>
            <p:nvPr/>
          </p:nvSpPr>
          <p:spPr>
            <a:xfrm>
              <a:off x="534155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18"/>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18"/>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18"/>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18"/>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18"/>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18"/>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18"/>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18"/>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18"/>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18"/>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18"/>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18"/>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18"/>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18"/>
            <p:cNvSpPr/>
            <p:nvPr/>
          </p:nvSpPr>
          <p:spPr>
            <a:xfrm>
              <a:off x="269719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92" name="Google Shape;6292;p18"/>
          <p:cNvSpPr txBox="1"/>
          <p:nvPr>
            <p:ph type="title"/>
          </p:nvPr>
        </p:nvSpPr>
        <p:spPr>
          <a:xfrm>
            <a:off x="808424" y="2182650"/>
            <a:ext cx="4877400" cy="885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7000"/>
              <a:buNone/>
              <a:defRPr sz="5500"/>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p:txBody>
      </p:sp>
      <p:sp>
        <p:nvSpPr>
          <p:cNvPr id="6293" name="Google Shape;6293;p18"/>
          <p:cNvSpPr txBox="1"/>
          <p:nvPr>
            <p:ph hasCustomPrompt="1" idx="2" type="title"/>
          </p:nvPr>
        </p:nvSpPr>
        <p:spPr>
          <a:xfrm>
            <a:off x="2432474" y="1171925"/>
            <a:ext cx="1629300" cy="926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5000"/>
              <a:buNone/>
              <a:defRPr sz="5500">
                <a:latin typeface="Rubik Black"/>
                <a:ea typeface="Rubik Black"/>
                <a:cs typeface="Rubik Black"/>
                <a:sym typeface="Rubik Black"/>
              </a:defRPr>
            </a:lvl1pPr>
            <a:lvl2pPr lvl="1" rtl="0" algn="ctr">
              <a:lnSpc>
                <a:spcPct val="100000"/>
              </a:lnSpc>
              <a:spcBef>
                <a:spcPts val="0"/>
              </a:spcBef>
              <a:spcAft>
                <a:spcPts val="0"/>
              </a:spcAft>
              <a:buSzPts val="5000"/>
              <a:buNone/>
              <a:defRPr sz="5000"/>
            </a:lvl2pPr>
            <a:lvl3pPr lvl="2" rtl="0" algn="ctr">
              <a:lnSpc>
                <a:spcPct val="100000"/>
              </a:lnSpc>
              <a:spcBef>
                <a:spcPts val="0"/>
              </a:spcBef>
              <a:spcAft>
                <a:spcPts val="0"/>
              </a:spcAft>
              <a:buSzPts val="5000"/>
              <a:buNone/>
              <a:defRPr sz="5000"/>
            </a:lvl3pPr>
            <a:lvl4pPr lvl="3" rtl="0" algn="ctr">
              <a:lnSpc>
                <a:spcPct val="100000"/>
              </a:lnSpc>
              <a:spcBef>
                <a:spcPts val="0"/>
              </a:spcBef>
              <a:spcAft>
                <a:spcPts val="0"/>
              </a:spcAft>
              <a:buSzPts val="5000"/>
              <a:buNone/>
              <a:defRPr sz="5000"/>
            </a:lvl4pPr>
            <a:lvl5pPr lvl="4" rtl="0" algn="ctr">
              <a:lnSpc>
                <a:spcPct val="100000"/>
              </a:lnSpc>
              <a:spcBef>
                <a:spcPts val="0"/>
              </a:spcBef>
              <a:spcAft>
                <a:spcPts val="0"/>
              </a:spcAft>
              <a:buSzPts val="5000"/>
              <a:buNone/>
              <a:defRPr sz="5000"/>
            </a:lvl5pPr>
            <a:lvl6pPr lvl="5" rtl="0" algn="ctr">
              <a:lnSpc>
                <a:spcPct val="100000"/>
              </a:lnSpc>
              <a:spcBef>
                <a:spcPts val="0"/>
              </a:spcBef>
              <a:spcAft>
                <a:spcPts val="0"/>
              </a:spcAft>
              <a:buSzPts val="5000"/>
              <a:buNone/>
              <a:defRPr sz="5000"/>
            </a:lvl6pPr>
            <a:lvl7pPr lvl="6" rtl="0" algn="ctr">
              <a:lnSpc>
                <a:spcPct val="100000"/>
              </a:lnSpc>
              <a:spcBef>
                <a:spcPts val="0"/>
              </a:spcBef>
              <a:spcAft>
                <a:spcPts val="0"/>
              </a:spcAft>
              <a:buSzPts val="5000"/>
              <a:buNone/>
              <a:defRPr sz="5000"/>
            </a:lvl7pPr>
            <a:lvl8pPr lvl="7" rtl="0" algn="ctr">
              <a:lnSpc>
                <a:spcPct val="100000"/>
              </a:lnSpc>
              <a:spcBef>
                <a:spcPts val="0"/>
              </a:spcBef>
              <a:spcAft>
                <a:spcPts val="0"/>
              </a:spcAft>
              <a:buSzPts val="5000"/>
              <a:buNone/>
              <a:defRPr sz="5000"/>
            </a:lvl8pPr>
            <a:lvl9pPr lvl="8" rtl="0" algn="ctr">
              <a:lnSpc>
                <a:spcPct val="100000"/>
              </a:lnSpc>
              <a:spcBef>
                <a:spcPts val="0"/>
              </a:spcBef>
              <a:spcAft>
                <a:spcPts val="0"/>
              </a:spcAft>
              <a:buSzPts val="5000"/>
              <a:buNone/>
              <a:defRPr sz="5000"/>
            </a:lvl9pPr>
          </a:lstStyle>
          <a:p>
            <a:r>
              <a:t>xx%</a:t>
            </a:r>
          </a:p>
        </p:txBody>
      </p:sp>
      <p:sp>
        <p:nvSpPr>
          <p:cNvPr id="6294" name="Google Shape;6294;p18"/>
          <p:cNvSpPr txBox="1"/>
          <p:nvPr>
            <p:ph idx="1" type="subTitle"/>
          </p:nvPr>
        </p:nvSpPr>
        <p:spPr>
          <a:xfrm>
            <a:off x="1760624" y="3188215"/>
            <a:ext cx="2973000" cy="66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700"/>
            </a:lvl1pPr>
            <a:lvl2pPr lvl="1" rtl="0" algn="ctr">
              <a:lnSpc>
                <a:spcPct val="100000"/>
              </a:lnSpc>
              <a:spcBef>
                <a:spcPts val="0"/>
              </a:spcBef>
              <a:spcAft>
                <a:spcPts val="0"/>
              </a:spcAft>
              <a:buNone/>
              <a:defRPr sz="1700"/>
            </a:lvl2pPr>
            <a:lvl3pPr lvl="2" rtl="0" algn="ctr">
              <a:lnSpc>
                <a:spcPct val="100000"/>
              </a:lnSpc>
              <a:spcBef>
                <a:spcPts val="0"/>
              </a:spcBef>
              <a:spcAft>
                <a:spcPts val="0"/>
              </a:spcAft>
              <a:buNone/>
              <a:defRPr sz="1700"/>
            </a:lvl3pPr>
            <a:lvl4pPr lvl="3" rtl="0" algn="ctr">
              <a:lnSpc>
                <a:spcPct val="100000"/>
              </a:lnSpc>
              <a:spcBef>
                <a:spcPts val="0"/>
              </a:spcBef>
              <a:spcAft>
                <a:spcPts val="0"/>
              </a:spcAft>
              <a:buNone/>
              <a:defRPr sz="1700"/>
            </a:lvl4pPr>
            <a:lvl5pPr lvl="4" rtl="0" algn="ctr">
              <a:lnSpc>
                <a:spcPct val="100000"/>
              </a:lnSpc>
              <a:spcBef>
                <a:spcPts val="0"/>
              </a:spcBef>
              <a:spcAft>
                <a:spcPts val="0"/>
              </a:spcAft>
              <a:buNone/>
              <a:defRPr sz="1700"/>
            </a:lvl5pPr>
            <a:lvl6pPr lvl="5" rtl="0" algn="ctr">
              <a:lnSpc>
                <a:spcPct val="100000"/>
              </a:lnSpc>
              <a:spcBef>
                <a:spcPts val="0"/>
              </a:spcBef>
              <a:spcAft>
                <a:spcPts val="0"/>
              </a:spcAft>
              <a:buNone/>
              <a:defRPr sz="1700"/>
            </a:lvl6pPr>
            <a:lvl7pPr lvl="6" rtl="0" algn="ctr">
              <a:lnSpc>
                <a:spcPct val="100000"/>
              </a:lnSpc>
              <a:spcBef>
                <a:spcPts val="0"/>
              </a:spcBef>
              <a:spcAft>
                <a:spcPts val="0"/>
              </a:spcAft>
              <a:buNone/>
              <a:defRPr sz="1700"/>
            </a:lvl7pPr>
            <a:lvl8pPr lvl="7" rtl="0" algn="ctr">
              <a:lnSpc>
                <a:spcPct val="100000"/>
              </a:lnSpc>
              <a:spcBef>
                <a:spcPts val="0"/>
              </a:spcBef>
              <a:spcAft>
                <a:spcPts val="0"/>
              </a:spcAft>
              <a:buNone/>
              <a:defRPr sz="1700"/>
            </a:lvl8pPr>
            <a:lvl9pPr lvl="8" rtl="0" algn="ctr">
              <a:lnSpc>
                <a:spcPct val="100000"/>
              </a:lnSpc>
              <a:spcBef>
                <a:spcPts val="0"/>
              </a:spcBef>
              <a:spcAft>
                <a:spcPts val="0"/>
              </a:spcAft>
              <a:buNone/>
              <a:defRPr sz="17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6295" name="Shape 6295"/>
        <p:cNvGrpSpPr/>
        <p:nvPr/>
      </p:nvGrpSpPr>
      <p:grpSpPr>
        <a:xfrm>
          <a:off x="0" y="0"/>
          <a:ext cx="0" cy="0"/>
          <a:chOff x="0" y="0"/>
          <a:chExt cx="0" cy="0"/>
        </a:xfrm>
      </p:grpSpPr>
      <p:grpSp>
        <p:nvGrpSpPr>
          <p:cNvPr id="6296" name="Google Shape;6296;p19"/>
          <p:cNvGrpSpPr/>
          <p:nvPr/>
        </p:nvGrpSpPr>
        <p:grpSpPr>
          <a:xfrm>
            <a:off x="189" y="52"/>
            <a:ext cx="9144013" cy="5143533"/>
            <a:chOff x="4088025" y="1324225"/>
            <a:chExt cx="1348575" cy="1101800"/>
          </a:xfrm>
        </p:grpSpPr>
        <p:sp>
          <p:nvSpPr>
            <p:cNvPr id="6297" name="Google Shape;6297;p19"/>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19"/>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19"/>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19"/>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19"/>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19"/>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19"/>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19"/>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19"/>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19"/>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19"/>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19"/>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19"/>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19"/>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19"/>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2" name="Google Shape;6312;p19"/>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19"/>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19"/>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19"/>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19"/>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19"/>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19"/>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19"/>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0" name="Google Shape;6320;p19"/>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19"/>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19"/>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19"/>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19"/>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5" name="Google Shape;6325;p19"/>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19"/>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19"/>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19"/>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19"/>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0" name="Google Shape;6330;p19"/>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19"/>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19"/>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19"/>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19"/>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19"/>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19"/>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19"/>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19"/>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19"/>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19"/>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19"/>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19"/>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19"/>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19"/>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19"/>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19"/>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7" name="Google Shape;6347;p19"/>
          <p:cNvSpPr txBox="1"/>
          <p:nvPr>
            <p:ph idx="1" type="body"/>
          </p:nvPr>
        </p:nvSpPr>
        <p:spPr>
          <a:xfrm>
            <a:off x="4748375" y="1227450"/>
            <a:ext cx="3675600" cy="3381000"/>
          </a:xfrm>
          <a:prstGeom prst="rect">
            <a:avLst/>
          </a:prstGeom>
        </p:spPr>
        <p:txBody>
          <a:bodyPr anchorCtr="0" anchor="t" bIns="91425" lIns="91425" spcFirstLastPara="1" rIns="91425" wrap="square" tIns="91425">
            <a:noAutofit/>
          </a:bodyPr>
          <a:lstStyle>
            <a:lvl1pPr indent="-323850" lvl="0" marL="457200" rtl="0">
              <a:lnSpc>
                <a:spcPct val="100000"/>
              </a:lnSpc>
              <a:spcBef>
                <a:spcPts val="0"/>
              </a:spcBef>
              <a:spcAft>
                <a:spcPts val="0"/>
              </a:spcAft>
              <a:buClr>
                <a:schemeClr val="accent1"/>
              </a:buClr>
              <a:buSzPts val="1500"/>
              <a:buChar char="■"/>
              <a:defRPr/>
            </a:lvl1pPr>
            <a:lvl2pPr indent="-330200" lvl="1" marL="914400" rtl="0">
              <a:lnSpc>
                <a:spcPct val="100000"/>
              </a:lnSpc>
              <a:spcBef>
                <a:spcPts val="1000"/>
              </a:spcBef>
              <a:spcAft>
                <a:spcPts val="0"/>
              </a:spcAft>
              <a:buSzPts val="1600"/>
              <a:buChar char="○"/>
              <a:defRPr sz="1600"/>
            </a:lvl2pPr>
            <a:lvl3pPr indent="-330200" lvl="2" marL="1371600" rtl="0">
              <a:lnSpc>
                <a:spcPct val="100000"/>
              </a:lnSpc>
              <a:spcBef>
                <a:spcPts val="0"/>
              </a:spcBef>
              <a:spcAft>
                <a:spcPts val="0"/>
              </a:spcAft>
              <a:buSzPts val="1600"/>
              <a:buChar char="■"/>
              <a:defRPr sz="1600"/>
            </a:lvl3pPr>
            <a:lvl4pPr indent="-330200" lvl="3" marL="1828800" rtl="0">
              <a:lnSpc>
                <a:spcPct val="100000"/>
              </a:lnSpc>
              <a:spcBef>
                <a:spcPts val="0"/>
              </a:spcBef>
              <a:spcAft>
                <a:spcPts val="0"/>
              </a:spcAft>
              <a:buSzPts val="1600"/>
              <a:buChar char="●"/>
              <a:defRPr sz="1600"/>
            </a:lvl4pPr>
            <a:lvl5pPr indent="-330200" lvl="4" marL="2286000" rtl="0">
              <a:lnSpc>
                <a:spcPct val="100000"/>
              </a:lnSpc>
              <a:spcBef>
                <a:spcPts val="0"/>
              </a:spcBef>
              <a:spcAft>
                <a:spcPts val="0"/>
              </a:spcAft>
              <a:buSzPts val="1600"/>
              <a:buChar char="○"/>
              <a:defRPr sz="1600"/>
            </a:lvl5pPr>
            <a:lvl6pPr indent="-330200" lvl="5" marL="2743200" rtl="0">
              <a:lnSpc>
                <a:spcPct val="100000"/>
              </a:lnSpc>
              <a:spcBef>
                <a:spcPts val="0"/>
              </a:spcBef>
              <a:spcAft>
                <a:spcPts val="0"/>
              </a:spcAft>
              <a:buSzPts val="1600"/>
              <a:buChar char="■"/>
              <a:defRPr sz="1600"/>
            </a:lvl6pPr>
            <a:lvl7pPr indent="-330200" lvl="6" marL="3200400" rtl="0">
              <a:lnSpc>
                <a:spcPct val="100000"/>
              </a:lnSpc>
              <a:spcBef>
                <a:spcPts val="0"/>
              </a:spcBef>
              <a:spcAft>
                <a:spcPts val="0"/>
              </a:spcAft>
              <a:buSzPts val="1600"/>
              <a:buChar char="●"/>
              <a:defRPr sz="1600"/>
            </a:lvl7pPr>
            <a:lvl8pPr indent="-330200" lvl="7" marL="3657600" rtl="0">
              <a:lnSpc>
                <a:spcPct val="100000"/>
              </a:lnSpc>
              <a:spcBef>
                <a:spcPts val="0"/>
              </a:spcBef>
              <a:spcAft>
                <a:spcPts val="0"/>
              </a:spcAft>
              <a:buSzPts val="1600"/>
              <a:buChar char="○"/>
              <a:defRPr sz="1600"/>
            </a:lvl8pPr>
            <a:lvl9pPr indent="-330200" lvl="8" marL="4114800" rtl="0">
              <a:lnSpc>
                <a:spcPct val="100000"/>
              </a:lnSpc>
              <a:spcBef>
                <a:spcPts val="0"/>
              </a:spcBef>
              <a:spcAft>
                <a:spcPts val="0"/>
              </a:spcAft>
              <a:buSzPts val="1600"/>
              <a:buChar char="■"/>
              <a:defRPr sz="1600"/>
            </a:lvl9pPr>
          </a:lstStyle>
          <a:p/>
        </p:txBody>
      </p:sp>
      <p:sp>
        <p:nvSpPr>
          <p:cNvPr id="6348" name="Google Shape;6348;p19"/>
          <p:cNvSpPr txBox="1"/>
          <p:nvPr>
            <p:ph idx="2" type="body"/>
          </p:nvPr>
        </p:nvSpPr>
        <p:spPr>
          <a:xfrm>
            <a:off x="720000" y="1227450"/>
            <a:ext cx="3675600" cy="3381000"/>
          </a:xfrm>
          <a:prstGeom prst="rect">
            <a:avLst/>
          </a:prstGeom>
        </p:spPr>
        <p:txBody>
          <a:bodyPr anchorCtr="0" anchor="t" bIns="91425" lIns="91425" spcFirstLastPara="1" rIns="91425" wrap="square" tIns="91425">
            <a:noAutofit/>
          </a:bodyPr>
          <a:lstStyle>
            <a:lvl1pPr indent="-323850" lvl="0" marL="457200" rtl="0">
              <a:lnSpc>
                <a:spcPct val="100000"/>
              </a:lnSpc>
              <a:spcBef>
                <a:spcPts val="0"/>
              </a:spcBef>
              <a:spcAft>
                <a:spcPts val="0"/>
              </a:spcAft>
              <a:buClr>
                <a:schemeClr val="accent1"/>
              </a:buClr>
              <a:buSzPts val="1500"/>
              <a:buChar char="■"/>
              <a:defRPr/>
            </a:lvl1pPr>
            <a:lvl2pPr indent="-330200" lvl="1" marL="914400" rtl="0">
              <a:lnSpc>
                <a:spcPct val="100000"/>
              </a:lnSpc>
              <a:spcBef>
                <a:spcPts val="1000"/>
              </a:spcBef>
              <a:spcAft>
                <a:spcPts val="0"/>
              </a:spcAft>
              <a:buSzPts val="1600"/>
              <a:buChar char="○"/>
              <a:defRPr sz="1600"/>
            </a:lvl2pPr>
            <a:lvl3pPr indent="-330200" lvl="2" marL="1371600" rtl="0">
              <a:lnSpc>
                <a:spcPct val="100000"/>
              </a:lnSpc>
              <a:spcBef>
                <a:spcPts val="0"/>
              </a:spcBef>
              <a:spcAft>
                <a:spcPts val="0"/>
              </a:spcAft>
              <a:buSzPts val="1600"/>
              <a:buChar char="■"/>
              <a:defRPr sz="1600"/>
            </a:lvl3pPr>
            <a:lvl4pPr indent="-330200" lvl="3" marL="1828800" rtl="0">
              <a:lnSpc>
                <a:spcPct val="100000"/>
              </a:lnSpc>
              <a:spcBef>
                <a:spcPts val="0"/>
              </a:spcBef>
              <a:spcAft>
                <a:spcPts val="0"/>
              </a:spcAft>
              <a:buSzPts val="1600"/>
              <a:buChar char="●"/>
              <a:defRPr sz="1600"/>
            </a:lvl4pPr>
            <a:lvl5pPr indent="-330200" lvl="4" marL="2286000" rtl="0">
              <a:lnSpc>
                <a:spcPct val="100000"/>
              </a:lnSpc>
              <a:spcBef>
                <a:spcPts val="0"/>
              </a:spcBef>
              <a:spcAft>
                <a:spcPts val="0"/>
              </a:spcAft>
              <a:buSzPts val="1600"/>
              <a:buChar char="○"/>
              <a:defRPr sz="1600"/>
            </a:lvl5pPr>
            <a:lvl6pPr indent="-330200" lvl="5" marL="2743200" rtl="0">
              <a:lnSpc>
                <a:spcPct val="100000"/>
              </a:lnSpc>
              <a:spcBef>
                <a:spcPts val="0"/>
              </a:spcBef>
              <a:spcAft>
                <a:spcPts val="0"/>
              </a:spcAft>
              <a:buSzPts val="1600"/>
              <a:buChar char="■"/>
              <a:defRPr sz="1600"/>
            </a:lvl6pPr>
            <a:lvl7pPr indent="-330200" lvl="6" marL="3200400" rtl="0">
              <a:lnSpc>
                <a:spcPct val="100000"/>
              </a:lnSpc>
              <a:spcBef>
                <a:spcPts val="0"/>
              </a:spcBef>
              <a:spcAft>
                <a:spcPts val="0"/>
              </a:spcAft>
              <a:buSzPts val="1600"/>
              <a:buChar char="●"/>
              <a:defRPr sz="1600"/>
            </a:lvl7pPr>
            <a:lvl8pPr indent="-330200" lvl="7" marL="3657600" rtl="0">
              <a:lnSpc>
                <a:spcPct val="100000"/>
              </a:lnSpc>
              <a:spcBef>
                <a:spcPts val="0"/>
              </a:spcBef>
              <a:spcAft>
                <a:spcPts val="0"/>
              </a:spcAft>
              <a:buSzPts val="1600"/>
              <a:buChar char="○"/>
              <a:defRPr sz="1600"/>
            </a:lvl8pPr>
            <a:lvl9pPr indent="-330200" lvl="8" marL="4114800" rtl="0">
              <a:lnSpc>
                <a:spcPct val="100000"/>
              </a:lnSpc>
              <a:spcBef>
                <a:spcPts val="0"/>
              </a:spcBef>
              <a:spcAft>
                <a:spcPts val="0"/>
              </a:spcAft>
              <a:buSzPts val="1600"/>
              <a:buChar char="■"/>
              <a:defRPr sz="1600"/>
            </a:lvl9pPr>
          </a:lstStyle>
          <a:p/>
        </p:txBody>
      </p:sp>
      <p:sp>
        <p:nvSpPr>
          <p:cNvPr id="6349" name="Google Shape;6349;p19"/>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200"/>
              <a:buFont typeface="Fredoka One"/>
              <a:buNone/>
              <a:defRPr sz="3200"/>
            </a:lvl1pPr>
            <a:lvl2pPr lvl="1" rtl="0" algn="ctr">
              <a:spcBef>
                <a:spcPts val="0"/>
              </a:spcBef>
              <a:spcAft>
                <a:spcPts val="0"/>
              </a:spcAft>
              <a:buSzPts val="3600"/>
              <a:buFont typeface="Fredoka One"/>
              <a:buNone/>
              <a:defRPr sz="3600">
                <a:latin typeface="Fredoka One"/>
                <a:ea typeface="Fredoka One"/>
                <a:cs typeface="Fredoka One"/>
                <a:sym typeface="Fredoka One"/>
              </a:defRPr>
            </a:lvl2pPr>
            <a:lvl3pPr lvl="2" rtl="0" algn="ctr">
              <a:spcBef>
                <a:spcPts val="0"/>
              </a:spcBef>
              <a:spcAft>
                <a:spcPts val="0"/>
              </a:spcAft>
              <a:buSzPts val="3600"/>
              <a:buFont typeface="Fredoka One"/>
              <a:buNone/>
              <a:defRPr sz="3600">
                <a:latin typeface="Fredoka One"/>
                <a:ea typeface="Fredoka One"/>
                <a:cs typeface="Fredoka One"/>
                <a:sym typeface="Fredoka One"/>
              </a:defRPr>
            </a:lvl3pPr>
            <a:lvl4pPr lvl="3" rtl="0" algn="ctr">
              <a:spcBef>
                <a:spcPts val="0"/>
              </a:spcBef>
              <a:spcAft>
                <a:spcPts val="0"/>
              </a:spcAft>
              <a:buSzPts val="3600"/>
              <a:buFont typeface="Fredoka One"/>
              <a:buNone/>
              <a:defRPr sz="3600">
                <a:latin typeface="Fredoka One"/>
                <a:ea typeface="Fredoka One"/>
                <a:cs typeface="Fredoka One"/>
                <a:sym typeface="Fredoka One"/>
              </a:defRPr>
            </a:lvl4pPr>
            <a:lvl5pPr lvl="4" rtl="0" algn="ctr">
              <a:spcBef>
                <a:spcPts val="0"/>
              </a:spcBef>
              <a:spcAft>
                <a:spcPts val="0"/>
              </a:spcAft>
              <a:buSzPts val="3600"/>
              <a:buFont typeface="Fredoka One"/>
              <a:buNone/>
              <a:defRPr sz="3600">
                <a:latin typeface="Fredoka One"/>
                <a:ea typeface="Fredoka One"/>
                <a:cs typeface="Fredoka One"/>
                <a:sym typeface="Fredoka One"/>
              </a:defRPr>
            </a:lvl5pPr>
            <a:lvl6pPr lvl="5" rtl="0" algn="ctr">
              <a:spcBef>
                <a:spcPts val="0"/>
              </a:spcBef>
              <a:spcAft>
                <a:spcPts val="0"/>
              </a:spcAft>
              <a:buSzPts val="3600"/>
              <a:buFont typeface="Fredoka One"/>
              <a:buNone/>
              <a:defRPr sz="3600">
                <a:latin typeface="Fredoka One"/>
                <a:ea typeface="Fredoka One"/>
                <a:cs typeface="Fredoka One"/>
                <a:sym typeface="Fredoka One"/>
              </a:defRPr>
            </a:lvl6pPr>
            <a:lvl7pPr lvl="6" rtl="0" algn="ctr">
              <a:spcBef>
                <a:spcPts val="0"/>
              </a:spcBef>
              <a:spcAft>
                <a:spcPts val="0"/>
              </a:spcAft>
              <a:buSzPts val="3600"/>
              <a:buFont typeface="Fredoka One"/>
              <a:buNone/>
              <a:defRPr sz="3600">
                <a:latin typeface="Fredoka One"/>
                <a:ea typeface="Fredoka One"/>
                <a:cs typeface="Fredoka One"/>
                <a:sym typeface="Fredoka One"/>
              </a:defRPr>
            </a:lvl7pPr>
            <a:lvl8pPr lvl="7" rtl="0" algn="ctr">
              <a:spcBef>
                <a:spcPts val="0"/>
              </a:spcBef>
              <a:spcAft>
                <a:spcPts val="0"/>
              </a:spcAft>
              <a:buSzPts val="3600"/>
              <a:buFont typeface="Fredoka One"/>
              <a:buNone/>
              <a:defRPr sz="3600">
                <a:latin typeface="Fredoka One"/>
                <a:ea typeface="Fredoka One"/>
                <a:cs typeface="Fredoka One"/>
                <a:sym typeface="Fredoka One"/>
              </a:defRPr>
            </a:lvl8pPr>
            <a:lvl9pPr lvl="8" rtl="0" algn="ctr">
              <a:spcBef>
                <a:spcPts val="0"/>
              </a:spcBef>
              <a:spcAft>
                <a:spcPts val="0"/>
              </a:spcAft>
              <a:buSzPts val="3600"/>
              <a:buFont typeface="Fredoka One"/>
              <a:buNone/>
              <a:defRPr sz="3600">
                <a:latin typeface="Fredoka One"/>
                <a:ea typeface="Fredoka One"/>
                <a:cs typeface="Fredoka One"/>
                <a:sym typeface="Fredoka One"/>
              </a:defRPr>
            </a:lvl9pPr>
          </a:lstStyle>
          <a:p/>
        </p:txBody>
      </p:sp>
      <p:grpSp>
        <p:nvGrpSpPr>
          <p:cNvPr id="6350" name="Google Shape;6350;p19"/>
          <p:cNvGrpSpPr/>
          <p:nvPr/>
        </p:nvGrpSpPr>
        <p:grpSpPr>
          <a:xfrm>
            <a:off x="145881" y="206"/>
            <a:ext cx="8852237" cy="5143474"/>
            <a:chOff x="145881" y="206"/>
            <a:chExt cx="8852237" cy="5143474"/>
          </a:xfrm>
        </p:grpSpPr>
        <p:grpSp>
          <p:nvGrpSpPr>
            <p:cNvPr id="6351" name="Google Shape;6351;p19"/>
            <p:cNvGrpSpPr/>
            <p:nvPr/>
          </p:nvGrpSpPr>
          <p:grpSpPr>
            <a:xfrm>
              <a:off x="145881" y="206"/>
              <a:ext cx="600248" cy="4852321"/>
              <a:chOff x="384275" y="206"/>
              <a:chExt cx="600248" cy="4852321"/>
            </a:xfrm>
          </p:grpSpPr>
          <p:sp>
            <p:nvSpPr>
              <p:cNvPr id="6352" name="Google Shape;6352;p19"/>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3" name="Google Shape;6353;p19"/>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19"/>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19"/>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19"/>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19"/>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19"/>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19"/>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19"/>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19"/>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19"/>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19"/>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19"/>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19"/>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19"/>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19"/>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19"/>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19"/>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70" name="Google Shape;6370;p19"/>
              <p:cNvGrpSpPr/>
              <p:nvPr/>
            </p:nvGrpSpPr>
            <p:grpSpPr>
              <a:xfrm>
                <a:off x="384275" y="206"/>
                <a:ext cx="53414" cy="4852321"/>
                <a:chOff x="418506" y="206"/>
                <a:chExt cx="53414" cy="4852321"/>
              </a:xfrm>
            </p:grpSpPr>
            <p:sp>
              <p:nvSpPr>
                <p:cNvPr id="6371" name="Google Shape;6371;p19"/>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19"/>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19"/>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19"/>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19"/>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19"/>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19"/>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19"/>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19"/>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19"/>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19"/>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19"/>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19"/>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19"/>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19"/>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19"/>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19"/>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19"/>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9" name="Google Shape;6389;p19"/>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0" name="Google Shape;6390;p19"/>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19"/>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19"/>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19"/>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19"/>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19"/>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19"/>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7" name="Google Shape;6397;p19"/>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8" name="Google Shape;6398;p19"/>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19"/>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19"/>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19"/>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19"/>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19"/>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19"/>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5" name="Google Shape;6405;p19"/>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19"/>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19"/>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19"/>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19"/>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19"/>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19"/>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19"/>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3" name="Google Shape;6413;p19"/>
            <p:cNvGrpSpPr/>
            <p:nvPr/>
          </p:nvGrpSpPr>
          <p:grpSpPr>
            <a:xfrm>
              <a:off x="8398705" y="206"/>
              <a:ext cx="599413" cy="5143474"/>
              <a:chOff x="8322446" y="206"/>
              <a:chExt cx="599413" cy="5143474"/>
            </a:xfrm>
          </p:grpSpPr>
          <p:sp>
            <p:nvSpPr>
              <p:cNvPr id="6414" name="Google Shape;6414;p19"/>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19"/>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6" name="Google Shape;6416;p19"/>
              <p:cNvGrpSpPr/>
              <p:nvPr/>
            </p:nvGrpSpPr>
            <p:grpSpPr>
              <a:xfrm>
                <a:off x="8322446" y="206"/>
                <a:ext cx="599413" cy="5143474"/>
                <a:chOff x="8160192" y="206"/>
                <a:chExt cx="599413" cy="5143474"/>
              </a:xfrm>
            </p:grpSpPr>
            <p:grpSp>
              <p:nvGrpSpPr>
                <p:cNvPr id="6417" name="Google Shape;6417;p19"/>
                <p:cNvGrpSpPr/>
                <p:nvPr/>
              </p:nvGrpSpPr>
              <p:grpSpPr>
                <a:xfrm>
                  <a:off x="8706192" y="206"/>
                  <a:ext cx="53414" cy="5143474"/>
                  <a:chOff x="8511811" y="206"/>
                  <a:chExt cx="53414" cy="5143474"/>
                </a:xfrm>
              </p:grpSpPr>
              <p:sp>
                <p:nvSpPr>
                  <p:cNvPr id="6418" name="Google Shape;6418;p19"/>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19"/>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19"/>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19"/>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19"/>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19"/>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19"/>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19"/>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19"/>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19"/>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19"/>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19"/>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19"/>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19"/>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19"/>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3" name="Google Shape;6433;p19"/>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4" name="Google Shape;6434;p19"/>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19"/>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19"/>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19"/>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19"/>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19"/>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19"/>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19"/>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19"/>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19"/>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19"/>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19"/>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6" name="Google Shape;6446;p19"/>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19"/>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19"/>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19"/>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19"/>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19"/>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19"/>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19"/>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4" name="Google Shape;6454;p19"/>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19"/>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19"/>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19"/>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19"/>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19"/>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19"/>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1" name="Google Shape;6461;p19"/>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2" name="Google Shape;6462;p19"/>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19"/>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19"/>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19"/>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6" name="Google Shape;6466;p19"/>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19"/>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19"/>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19"/>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19"/>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19"/>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19"/>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19"/>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4" name="Google Shape;6474;p19"/>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19"/>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19"/>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19"/>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6478" name="Shape 6478"/>
        <p:cNvGrpSpPr/>
        <p:nvPr/>
      </p:nvGrpSpPr>
      <p:grpSpPr>
        <a:xfrm>
          <a:off x="0" y="0"/>
          <a:ext cx="0" cy="0"/>
          <a:chOff x="0" y="0"/>
          <a:chExt cx="0" cy="0"/>
        </a:xfrm>
      </p:grpSpPr>
      <p:grpSp>
        <p:nvGrpSpPr>
          <p:cNvPr id="6479" name="Google Shape;6479;p20"/>
          <p:cNvGrpSpPr/>
          <p:nvPr/>
        </p:nvGrpSpPr>
        <p:grpSpPr>
          <a:xfrm>
            <a:off x="189" y="52"/>
            <a:ext cx="9144013" cy="5143533"/>
            <a:chOff x="4088025" y="1324225"/>
            <a:chExt cx="1348575" cy="1101800"/>
          </a:xfrm>
        </p:grpSpPr>
        <p:sp>
          <p:nvSpPr>
            <p:cNvPr id="6480" name="Google Shape;6480;p20"/>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20"/>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20"/>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20"/>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20"/>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20"/>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20"/>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20"/>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20"/>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20"/>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20"/>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20"/>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20"/>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20"/>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20"/>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20"/>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20"/>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20"/>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20"/>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9" name="Google Shape;6499;p20"/>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0" name="Google Shape;6500;p20"/>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20"/>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20"/>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20"/>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20"/>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20"/>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20"/>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20"/>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8" name="Google Shape;6508;p20"/>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20"/>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20"/>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20"/>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20"/>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20"/>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20"/>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20"/>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6" name="Google Shape;6516;p20"/>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20"/>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20"/>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20"/>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20"/>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20"/>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20"/>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20"/>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4" name="Google Shape;6524;p20"/>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5" name="Google Shape;6525;p20"/>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20"/>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20"/>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20"/>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20"/>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0" name="Google Shape;6530;p20"/>
          <p:cNvGrpSpPr/>
          <p:nvPr/>
        </p:nvGrpSpPr>
        <p:grpSpPr>
          <a:xfrm>
            <a:off x="145881" y="206"/>
            <a:ext cx="8852237" cy="5143474"/>
            <a:chOff x="145881" y="206"/>
            <a:chExt cx="8852237" cy="5143474"/>
          </a:xfrm>
        </p:grpSpPr>
        <p:grpSp>
          <p:nvGrpSpPr>
            <p:cNvPr id="6531" name="Google Shape;6531;p20"/>
            <p:cNvGrpSpPr/>
            <p:nvPr/>
          </p:nvGrpSpPr>
          <p:grpSpPr>
            <a:xfrm>
              <a:off x="145881" y="206"/>
              <a:ext cx="600248" cy="4852321"/>
              <a:chOff x="384275" y="206"/>
              <a:chExt cx="600248" cy="4852321"/>
            </a:xfrm>
          </p:grpSpPr>
          <p:sp>
            <p:nvSpPr>
              <p:cNvPr id="6532" name="Google Shape;6532;p20"/>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3" name="Google Shape;6533;p20"/>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20"/>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20"/>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20"/>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20"/>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20"/>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20"/>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20"/>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20"/>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20"/>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3" name="Google Shape;6543;p20"/>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4" name="Google Shape;6544;p20"/>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20"/>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6" name="Google Shape;6546;p20"/>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7" name="Google Shape;6547;p20"/>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20"/>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20"/>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50" name="Google Shape;6550;p20"/>
              <p:cNvGrpSpPr/>
              <p:nvPr/>
            </p:nvGrpSpPr>
            <p:grpSpPr>
              <a:xfrm>
                <a:off x="384275" y="206"/>
                <a:ext cx="53414" cy="4852321"/>
                <a:chOff x="418506" y="206"/>
                <a:chExt cx="53414" cy="4852321"/>
              </a:xfrm>
            </p:grpSpPr>
            <p:sp>
              <p:nvSpPr>
                <p:cNvPr id="6551" name="Google Shape;6551;p20"/>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20"/>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20"/>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20"/>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20"/>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20"/>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20"/>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20"/>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20"/>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20"/>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20"/>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20"/>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20"/>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4" name="Google Shape;6564;p20"/>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5" name="Google Shape;6565;p20"/>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20"/>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20"/>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20"/>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20"/>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20"/>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20"/>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20"/>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20"/>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20"/>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20"/>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20"/>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20"/>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20"/>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20"/>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20"/>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20"/>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20"/>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20"/>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4" name="Google Shape;6584;p20"/>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85" name="Google Shape;6585;p20"/>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20"/>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20"/>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20"/>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20"/>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0" name="Google Shape;6590;p20"/>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1" name="Google Shape;6591;p20"/>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20"/>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3" name="Google Shape;6593;p20"/>
            <p:cNvGrpSpPr/>
            <p:nvPr/>
          </p:nvGrpSpPr>
          <p:grpSpPr>
            <a:xfrm>
              <a:off x="8398705" y="206"/>
              <a:ext cx="599413" cy="5143474"/>
              <a:chOff x="8322446" y="206"/>
              <a:chExt cx="599413" cy="5143474"/>
            </a:xfrm>
          </p:grpSpPr>
          <p:sp>
            <p:nvSpPr>
              <p:cNvPr id="6594" name="Google Shape;6594;p20"/>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5" name="Google Shape;6595;p20"/>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96" name="Google Shape;6596;p20"/>
              <p:cNvGrpSpPr/>
              <p:nvPr/>
            </p:nvGrpSpPr>
            <p:grpSpPr>
              <a:xfrm>
                <a:off x="8322446" y="206"/>
                <a:ext cx="599413" cy="5143474"/>
                <a:chOff x="8160192" y="206"/>
                <a:chExt cx="599413" cy="5143474"/>
              </a:xfrm>
            </p:grpSpPr>
            <p:grpSp>
              <p:nvGrpSpPr>
                <p:cNvPr id="6597" name="Google Shape;6597;p20"/>
                <p:cNvGrpSpPr/>
                <p:nvPr/>
              </p:nvGrpSpPr>
              <p:grpSpPr>
                <a:xfrm>
                  <a:off x="8706192" y="206"/>
                  <a:ext cx="53414" cy="5143474"/>
                  <a:chOff x="8511811" y="206"/>
                  <a:chExt cx="53414" cy="5143474"/>
                </a:xfrm>
              </p:grpSpPr>
              <p:sp>
                <p:nvSpPr>
                  <p:cNvPr id="6598" name="Google Shape;6598;p20"/>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9" name="Google Shape;6599;p20"/>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20"/>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20"/>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20"/>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20"/>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4" name="Google Shape;6604;p20"/>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20"/>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20"/>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20"/>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20"/>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20"/>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20"/>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20"/>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20"/>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20"/>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20"/>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20"/>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20"/>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20"/>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20"/>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20"/>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20"/>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20"/>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2" name="Google Shape;6622;p20"/>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20"/>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20"/>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20"/>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20"/>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20"/>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20"/>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20"/>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20"/>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20"/>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20"/>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20"/>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34" name="Google Shape;6634;p20"/>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20"/>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6" name="Google Shape;6636;p20"/>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7" name="Google Shape;6637;p20"/>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20"/>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20"/>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20"/>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1" name="Google Shape;6641;p20"/>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20"/>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20"/>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20"/>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20"/>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20"/>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7" name="Google Shape;6647;p20"/>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8" name="Google Shape;6648;p20"/>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20"/>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20"/>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20"/>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20"/>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20"/>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20"/>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20"/>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6" name="Google Shape;6656;p20"/>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20"/>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6658" name="Google Shape;6658;p20"/>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6659" name="Google Shape;6659;p20"/>
          <p:cNvSpPr txBox="1"/>
          <p:nvPr>
            <p:ph idx="1" type="subTitle"/>
          </p:nvPr>
        </p:nvSpPr>
        <p:spPr>
          <a:xfrm>
            <a:off x="2302364" y="1848852"/>
            <a:ext cx="5453700" cy="53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660" name="Google Shape;6660;p20"/>
          <p:cNvSpPr txBox="1"/>
          <p:nvPr>
            <p:ph idx="2" type="subTitle"/>
          </p:nvPr>
        </p:nvSpPr>
        <p:spPr>
          <a:xfrm>
            <a:off x="2302364" y="1236775"/>
            <a:ext cx="5453700" cy="699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6661" name="Google Shape;6661;p20"/>
          <p:cNvSpPr txBox="1"/>
          <p:nvPr>
            <p:ph idx="3" type="subTitle"/>
          </p:nvPr>
        </p:nvSpPr>
        <p:spPr>
          <a:xfrm>
            <a:off x="2302364" y="2972664"/>
            <a:ext cx="5453700" cy="53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662" name="Google Shape;6662;p20"/>
          <p:cNvSpPr txBox="1"/>
          <p:nvPr>
            <p:ph idx="4" type="subTitle"/>
          </p:nvPr>
        </p:nvSpPr>
        <p:spPr>
          <a:xfrm>
            <a:off x="2302364" y="2360586"/>
            <a:ext cx="5453700" cy="699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
        <p:nvSpPr>
          <p:cNvPr id="6663" name="Google Shape;6663;p20"/>
          <p:cNvSpPr txBox="1"/>
          <p:nvPr>
            <p:ph idx="5" type="subTitle"/>
          </p:nvPr>
        </p:nvSpPr>
        <p:spPr>
          <a:xfrm>
            <a:off x="2302364" y="4096475"/>
            <a:ext cx="5453700" cy="53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664" name="Google Shape;6664;p20"/>
          <p:cNvSpPr txBox="1"/>
          <p:nvPr>
            <p:ph idx="6" type="subTitle"/>
          </p:nvPr>
        </p:nvSpPr>
        <p:spPr>
          <a:xfrm>
            <a:off x="2302364" y="3484398"/>
            <a:ext cx="5453700" cy="699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2_1_1">
    <p:spTree>
      <p:nvGrpSpPr>
        <p:cNvPr id="6665" name="Shape 6665"/>
        <p:cNvGrpSpPr/>
        <p:nvPr/>
      </p:nvGrpSpPr>
      <p:grpSpPr>
        <a:xfrm>
          <a:off x="0" y="0"/>
          <a:ext cx="0" cy="0"/>
          <a:chOff x="0" y="0"/>
          <a:chExt cx="0" cy="0"/>
        </a:xfrm>
      </p:grpSpPr>
      <p:grpSp>
        <p:nvGrpSpPr>
          <p:cNvPr id="6666" name="Google Shape;6666;p21"/>
          <p:cNvGrpSpPr/>
          <p:nvPr/>
        </p:nvGrpSpPr>
        <p:grpSpPr>
          <a:xfrm>
            <a:off x="189" y="52"/>
            <a:ext cx="9144013" cy="5143533"/>
            <a:chOff x="4088025" y="1324225"/>
            <a:chExt cx="1348575" cy="1101800"/>
          </a:xfrm>
        </p:grpSpPr>
        <p:sp>
          <p:nvSpPr>
            <p:cNvPr id="6667" name="Google Shape;6667;p21"/>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21"/>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21"/>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21"/>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21"/>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21"/>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21"/>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21"/>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21"/>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21"/>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21"/>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21"/>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21"/>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21"/>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21"/>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21"/>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21"/>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21"/>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21"/>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21"/>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21"/>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21"/>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21"/>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0" name="Google Shape;6690;p21"/>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21"/>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21"/>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21"/>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21"/>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21"/>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21"/>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21"/>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21"/>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21"/>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21"/>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21"/>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21"/>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21"/>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21"/>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21"/>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21"/>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21"/>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21"/>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21"/>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21"/>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21"/>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2" name="Google Shape;6712;p21"/>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3" name="Google Shape;6713;p21"/>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21"/>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21"/>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21"/>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7" name="Google Shape;6717;p21"/>
          <p:cNvGrpSpPr/>
          <p:nvPr/>
        </p:nvGrpSpPr>
        <p:grpSpPr>
          <a:xfrm>
            <a:off x="91189" y="206"/>
            <a:ext cx="8961622" cy="5143474"/>
            <a:chOff x="91189" y="206"/>
            <a:chExt cx="8961622" cy="5143474"/>
          </a:xfrm>
        </p:grpSpPr>
        <p:grpSp>
          <p:nvGrpSpPr>
            <p:cNvPr id="6718" name="Google Shape;6718;p21"/>
            <p:cNvGrpSpPr/>
            <p:nvPr/>
          </p:nvGrpSpPr>
          <p:grpSpPr>
            <a:xfrm>
              <a:off x="8204921" y="206"/>
              <a:ext cx="847890" cy="5143474"/>
              <a:chOff x="8128721" y="206"/>
              <a:chExt cx="847890" cy="5143474"/>
            </a:xfrm>
          </p:grpSpPr>
          <p:grpSp>
            <p:nvGrpSpPr>
              <p:cNvPr id="6719" name="Google Shape;6719;p21"/>
              <p:cNvGrpSpPr/>
              <p:nvPr/>
            </p:nvGrpSpPr>
            <p:grpSpPr>
              <a:xfrm>
                <a:off x="8393229" y="206"/>
                <a:ext cx="53414" cy="5143474"/>
                <a:chOff x="8511811" y="206"/>
                <a:chExt cx="53414" cy="5143474"/>
              </a:xfrm>
            </p:grpSpPr>
            <p:sp>
              <p:nvSpPr>
                <p:cNvPr id="6720" name="Google Shape;6720;p21"/>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21"/>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21"/>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21"/>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4" name="Google Shape;6724;p21"/>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5" name="Google Shape;6725;p21"/>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21"/>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21"/>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21"/>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21"/>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21"/>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21"/>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21"/>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21"/>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21"/>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21"/>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21"/>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21"/>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21"/>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21"/>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21"/>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21"/>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2" name="Google Shape;6742;p21"/>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3" name="Google Shape;6743;p21"/>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21"/>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21"/>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21"/>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21"/>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21"/>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21"/>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21"/>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21"/>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21"/>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21"/>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21"/>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21"/>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6" name="Google Shape;6756;p21"/>
              <p:cNvGrpSpPr/>
              <p:nvPr/>
            </p:nvGrpSpPr>
            <p:grpSpPr>
              <a:xfrm>
                <a:off x="8658690" y="206"/>
                <a:ext cx="53414" cy="5143474"/>
                <a:chOff x="8712171" y="206"/>
                <a:chExt cx="53414" cy="5143474"/>
              </a:xfrm>
            </p:grpSpPr>
            <p:sp>
              <p:nvSpPr>
                <p:cNvPr id="6757" name="Google Shape;6757;p21"/>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21"/>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21"/>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21"/>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21"/>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2" name="Google Shape;6762;p21"/>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3" name="Google Shape;6763;p21"/>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21"/>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21"/>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21"/>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21"/>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21"/>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21"/>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21"/>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21"/>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21"/>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21"/>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21"/>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21"/>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21"/>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21"/>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21"/>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21"/>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21"/>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21"/>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21"/>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21"/>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4" name="Google Shape;6784;p21"/>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5" name="Google Shape;6785;p21"/>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21"/>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21"/>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21"/>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21"/>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21"/>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21"/>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21"/>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3" name="Google Shape;6793;p21"/>
              <p:cNvGrpSpPr/>
              <p:nvPr/>
            </p:nvGrpSpPr>
            <p:grpSpPr>
              <a:xfrm>
                <a:off x="8924151" y="206"/>
                <a:ext cx="52460" cy="4852321"/>
                <a:chOff x="8855639" y="206"/>
                <a:chExt cx="52460" cy="4852321"/>
              </a:xfrm>
            </p:grpSpPr>
            <p:sp>
              <p:nvSpPr>
                <p:cNvPr id="6794" name="Google Shape;6794;p21"/>
                <p:cNvSpPr/>
                <p:nvPr/>
              </p:nvSpPr>
              <p:spPr>
                <a:xfrm>
                  <a:off x="886303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21"/>
                <p:cNvSpPr/>
                <p:nvPr/>
              </p:nvSpPr>
              <p:spPr>
                <a:xfrm>
                  <a:off x="886303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21"/>
                <p:cNvSpPr/>
                <p:nvPr/>
              </p:nvSpPr>
              <p:spPr>
                <a:xfrm>
                  <a:off x="886303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21"/>
                <p:cNvSpPr/>
                <p:nvPr/>
              </p:nvSpPr>
              <p:spPr>
                <a:xfrm>
                  <a:off x="886303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21"/>
                <p:cNvSpPr/>
                <p:nvPr/>
              </p:nvSpPr>
              <p:spPr>
                <a:xfrm>
                  <a:off x="885563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21"/>
                <p:cNvSpPr/>
                <p:nvPr/>
              </p:nvSpPr>
              <p:spPr>
                <a:xfrm>
                  <a:off x="885563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0" name="Google Shape;6800;p21"/>
                <p:cNvSpPr/>
                <p:nvPr/>
              </p:nvSpPr>
              <p:spPr>
                <a:xfrm>
                  <a:off x="886303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1" name="Google Shape;6801;p21"/>
                <p:cNvSpPr/>
                <p:nvPr/>
              </p:nvSpPr>
              <p:spPr>
                <a:xfrm>
                  <a:off x="885563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21"/>
                <p:cNvSpPr/>
                <p:nvPr/>
              </p:nvSpPr>
              <p:spPr>
                <a:xfrm>
                  <a:off x="886303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3" name="Google Shape;6803;p21"/>
                <p:cNvSpPr/>
                <p:nvPr/>
              </p:nvSpPr>
              <p:spPr>
                <a:xfrm>
                  <a:off x="885563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4" name="Google Shape;6804;p21"/>
                <p:cNvSpPr/>
                <p:nvPr/>
              </p:nvSpPr>
              <p:spPr>
                <a:xfrm>
                  <a:off x="886303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21"/>
                <p:cNvSpPr/>
                <p:nvPr/>
              </p:nvSpPr>
              <p:spPr>
                <a:xfrm>
                  <a:off x="885563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21"/>
                <p:cNvSpPr/>
                <p:nvPr/>
              </p:nvSpPr>
              <p:spPr>
                <a:xfrm>
                  <a:off x="886303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21"/>
                <p:cNvSpPr/>
                <p:nvPr/>
              </p:nvSpPr>
              <p:spPr>
                <a:xfrm>
                  <a:off x="885563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21"/>
                <p:cNvSpPr/>
                <p:nvPr/>
              </p:nvSpPr>
              <p:spPr>
                <a:xfrm>
                  <a:off x="8863032"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21"/>
                <p:cNvSpPr/>
                <p:nvPr/>
              </p:nvSpPr>
              <p:spPr>
                <a:xfrm>
                  <a:off x="8863032"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21"/>
                <p:cNvSpPr/>
                <p:nvPr/>
              </p:nvSpPr>
              <p:spPr>
                <a:xfrm>
                  <a:off x="885563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1" name="Google Shape;6811;p21"/>
                <p:cNvSpPr/>
                <p:nvPr/>
              </p:nvSpPr>
              <p:spPr>
                <a:xfrm>
                  <a:off x="885563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21"/>
                <p:cNvSpPr/>
                <p:nvPr/>
              </p:nvSpPr>
              <p:spPr>
                <a:xfrm>
                  <a:off x="8863032"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21"/>
                <p:cNvSpPr/>
                <p:nvPr/>
              </p:nvSpPr>
              <p:spPr>
                <a:xfrm>
                  <a:off x="8855639"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4" name="Google Shape;6814;p21"/>
                <p:cNvSpPr/>
                <p:nvPr/>
              </p:nvSpPr>
              <p:spPr>
                <a:xfrm>
                  <a:off x="8863032"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5" name="Google Shape;6815;p21"/>
                <p:cNvSpPr/>
                <p:nvPr/>
              </p:nvSpPr>
              <p:spPr>
                <a:xfrm>
                  <a:off x="8863032"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21"/>
                <p:cNvSpPr/>
                <p:nvPr/>
              </p:nvSpPr>
              <p:spPr>
                <a:xfrm>
                  <a:off x="8855639"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21"/>
                <p:cNvSpPr/>
                <p:nvPr/>
              </p:nvSpPr>
              <p:spPr>
                <a:xfrm>
                  <a:off x="8855639"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21"/>
                <p:cNvSpPr/>
                <p:nvPr/>
              </p:nvSpPr>
              <p:spPr>
                <a:xfrm>
                  <a:off x="8855639"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21"/>
                <p:cNvSpPr/>
                <p:nvPr/>
              </p:nvSpPr>
              <p:spPr>
                <a:xfrm>
                  <a:off x="8863032"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21"/>
                <p:cNvSpPr/>
                <p:nvPr/>
              </p:nvSpPr>
              <p:spPr>
                <a:xfrm>
                  <a:off x="8863032"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21"/>
                <p:cNvSpPr/>
                <p:nvPr/>
              </p:nvSpPr>
              <p:spPr>
                <a:xfrm>
                  <a:off x="8863032"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21"/>
                <p:cNvSpPr/>
                <p:nvPr/>
              </p:nvSpPr>
              <p:spPr>
                <a:xfrm>
                  <a:off x="8855639"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21"/>
                <p:cNvSpPr/>
                <p:nvPr/>
              </p:nvSpPr>
              <p:spPr>
                <a:xfrm>
                  <a:off x="8863032"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21"/>
                <p:cNvSpPr/>
                <p:nvPr/>
              </p:nvSpPr>
              <p:spPr>
                <a:xfrm>
                  <a:off x="8855639"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21"/>
                <p:cNvSpPr/>
                <p:nvPr/>
              </p:nvSpPr>
              <p:spPr>
                <a:xfrm>
                  <a:off x="8863032"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21"/>
                <p:cNvSpPr/>
                <p:nvPr/>
              </p:nvSpPr>
              <p:spPr>
                <a:xfrm>
                  <a:off x="8855639"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21"/>
                <p:cNvSpPr/>
                <p:nvPr/>
              </p:nvSpPr>
              <p:spPr>
                <a:xfrm>
                  <a:off x="8863032"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28" name="Google Shape;6828;p21"/>
              <p:cNvSpPr/>
              <p:nvPr/>
            </p:nvSpPr>
            <p:spPr>
              <a:xfrm>
                <a:off x="813611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21"/>
              <p:cNvSpPr/>
              <p:nvPr/>
            </p:nvSpPr>
            <p:spPr>
              <a:xfrm>
                <a:off x="813611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0" name="Google Shape;6830;p21"/>
              <p:cNvSpPr/>
              <p:nvPr/>
            </p:nvSpPr>
            <p:spPr>
              <a:xfrm>
                <a:off x="813611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1" name="Google Shape;6831;p21"/>
              <p:cNvSpPr/>
              <p:nvPr/>
            </p:nvSpPr>
            <p:spPr>
              <a:xfrm>
                <a:off x="813611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21"/>
              <p:cNvSpPr/>
              <p:nvPr/>
            </p:nvSpPr>
            <p:spPr>
              <a:xfrm>
                <a:off x="8128721"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21"/>
              <p:cNvSpPr/>
              <p:nvPr/>
            </p:nvSpPr>
            <p:spPr>
              <a:xfrm>
                <a:off x="8128721"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21"/>
              <p:cNvSpPr/>
              <p:nvPr/>
            </p:nvSpPr>
            <p:spPr>
              <a:xfrm>
                <a:off x="8136113"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21"/>
              <p:cNvSpPr/>
              <p:nvPr/>
            </p:nvSpPr>
            <p:spPr>
              <a:xfrm>
                <a:off x="8128721"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6" name="Google Shape;6836;p21"/>
            <p:cNvGrpSpPr/>
            <p:nvPr/>
          </p:nvGrpSpPr>
          <p:grpSpPr>
            <a:xfrm>
              <a:off x="91189" y="206"/>
              <a:ext cx="849678" cy="5143474"/>
              <a:chOff x="91189" y="206"/>
              <a:chExt cx="849678" cy="5143474"/>
            </a:xfrm>
          </p:grpSpPr>
          <p:grpSp>
            <p:nvGrpSpPr>
              <p:cNvPr id="6837" name="Google Shape;6837;p21"/>
              <p:cNvGrpSpPr/>
              <p:nvPr/>
            </p:nvGrpSpPr>
            <p:grpSpPr>
              <a:xfrm>
                <a:off x="356650" y="206"/>
                <a:ext cx="53295" cy="5143474"/>
                <a:chOff x="578867" y="206"/>
                <a:chExt cx="53295" cy="5143474"/>
              </a:xfrm>
            </p:grpSpPr>
            <p:sp>
              <p:nvSpPr>
                <p:cNvPr id="6838" name="Google Shape;6838;p21"/>
                <p:cNvSpPr/>
                <p:nvPr/>
              </p:nvSpPr>
              <p:spPr>
                <a:xfrm>
                  <a:off x="58709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21"/>
                <p:cNvSpPr/>
                <p:nvPr/>
              </p:nvSpPr>
              <p:spPr>
                <a:xfrm>
                  <a:off x="58709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21"/>
                <p:cNvSpPr/>
                <p:nvPr/>
              </p:nvSpPr>
              <p:spPr>
                <a:xfrm>
                  <a:off x="58709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21"/>
                <p:cNvSpPr/>
                <p:nvPr/>
              </p:nvSpPr>
              <p:spPr>
                <a:xfrm>
                  <a:off x="578867"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21"/>
                <p:cNvSpPr/>
                <p:nvPr/>
              </p:nvSpPr>
              <p:spPr>
                <a:xfrm>
                  <a:off x="578867"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21"/>
                <p:cNvSpPr/>
                <p:nvPr/>
              </p:nvSpPr>
              <p:spPr>
                <a:xfrm>
                  <a:off x="58709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4" name="Google Shape;6844;p21"/>
                <p:cNvSpPr/>
                <p:nvPr/>
              </p:nvSpPr>
              <p:spPr>
                <a:xfrm>
                  <a:off x="578867"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21"/>
                <p:cNvSpPr/>
                <p:nvPr/>
              </p:nvSpPr>
              <p:spPr>
                <a:xfrm>
                  <a:off x="58709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21"/>
                <p:cNvSpPr/>
                <p:nvPr/>
              </p:nvSpPr>
              <p:spPr>
                <a:xfrm>
                  <a:off x="578867"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21"/>
                <p:cNvSpPr/>
                <p:nvPr/>
              </p:nvSpPr>
              <p:spPr>
                <a:xfrm>
                  <a:off x="578867"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21"/>
                <p:cNvSpPr/>
                <p:nvPr/>
              </p:nvSpPr>
              <p:spPr>
                <a:xfrm>
                  <a:off x="58709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21"/>
                <p:cNvSpPr/>
                <p:nvPr/>
              </p:nvSpPr>
              <p:spPr>
                <a:xfrm>
                  <a:off x="58709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21"/>
                <p:cNvSpPr/>
                <p:nvPr/>
              </p:nvSpPr>
              <p:spPr>
                <a:xfrm>
                  <a:off x="58709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21"/>
                <p:cNvSpPr/>
                <p:nvPr/>
              </p:nvSpPr>
              <p:spPr>
                <a:xfrm>
                  <a:off x="578867"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2" name="Google Shape;6852;p21"/>
                <p:cNvSpPr/>
                <p:nvPr/>
              </p:nvSpPr>
              <p:spPr>
                <a:xfrm>
                  <a:off x="58709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21"/>
                <p:cNvSpPr/>
                <p:nvPr/>
              </p:nvSpPr>
              <p:spPr>
                <a:xfrm>
                  <a:off x="58709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21"/>
                <p:cNvSpPr/>
                <p:nvPr/>
              </p:nvSpPr>
              <p:spPr>
                <a:xfrm>
                  <a:off x="578867"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21"/>
                <p:cNvSpPr/>
                <p:nvPr/>
              </p:nvSpPr>
              <p:spPr>
                <a:xfrm>
                  <a:off x="58709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6" name="Google Shape;6856;p21"/>
                <p:cNvSpPr/>
                <p:nvPr/>
              </p:nvSpPr>
              <p:spPr>
                <a:xfrm>
                  <a:off x="578867"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7" name="Google Shape;6857;p21"/>
                <p:cNvSpPr/>
                <p:nvPr/>
              </p:nvSpPr>
              <p:spPr>
                <a:xfrm>
                  <a:off x="58709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21"/>
                <p:cNvSpPr/>
                <p:nvPr/>
              </p:nvSpPr>
              <p:spPr>
                <a:xfrm>
                  <a:off x="578867"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21"/>
                <p:cNvSpPr/>
                <p:nvPr/>
              </p:nvSpPr>
              <p:spPr>
                <a:xfrm>
                  <a:off x="58709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21"/>
                <p:cNvSpPr/>
                <p:nvPr/>
              </p:nvSpPr>
              <p:spPr>
                <a:xfrm>
                  <a:off x="578867"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21"/>
                <p:cNvSpPr/>
                <p:nvPr/>
              </p:nvSpPr>
              <p:spPr>
                <a:xfrm>
                  <a:off x="578867"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21"/>
                <p:cNvSpPr/>
                <p:nvPr/>
              </p:nvSpPr>
              <p:spPr>
                <a:xfrm>
                  <a:off x="58709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21"/>
                <p:cNvSpPr/>
                <p:nvPr/>
              </p:nvSpPr>
              <p:spPr>
                <a:xfrm>
                  <a:off x="578867"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21"/>
                <p:cNvSpPr/>
                <p:nvPr/>
              </p:nvSpPr>
              <p:spPr>
                <a:xfrm>
                  <a:off x="578867"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21"/>
                <p:cNvSpPr/>
                <p:nvPr/>
              </p:nvSpPr>
              <p:spPr>
                <a:xfrm>
                  <a:off x="578867"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21"/>
                <p:cNvSpPr/>
                <p:nvPr/>
              </p:nvSpPr>
              <p:spPr>
                <a:xfrm>
                  <a:off x="58709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7" name="Google Shape;6867;p21"/>
                <p:cNvSpPr/>
                <p:nvPr/>
              </p:nvSpPr>
              <p:spPr>
                <a:xfrm>
                  <a:off x="58709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21"/>
                <p:cNvSpPr/>
                <p:nvPr/>
              </p:nvSpPr>
              <p:spPr>
                <a:xfrm>
                  <a:off x="58709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21"/>
                <p:cNvSpPr/>
                <p:nvPr/>
              </p:nvSpPr>
              <p:spPr>
                <a:xfrm>
                  <a:off x="578867"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21"/>
                <p:cNvSpPr/>
                <p:nvPr/>
              </p:nvSpPr>
              <p:spPr>
                <a:xfrm>
                  <a:off x="58709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21"/>
                <p:cNvSpPr/>
                <p:nvPr/>
              </p:nvSpPr>
              <p:spPr>
                <a:xfrm>
                  <a:off x="578867"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2" name="Google Shape;6872;p21"/>
                <p:cNvSpPr/>
                <p:nvPr/>
              </p:nvSpPr>
              <p:spPr>
                <a:xfrm>
                  <a:off x="58709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3" name="Google Shape;6873;p21"/>
                <p:cNvSpPr/>
                <p:nvPr/>
              </p:nvSpPr>
              <p:spPr>
                <a:xfrm>
                  <a:off x="578867"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4" name="Google Shape;6874;p21"/>
              <p:cNvGrpSpPr/>
              <p:nvPr/>
            </p:nvGrpSpPr>
            <p:grpSpPr>
              <a:xfrm>
                <a:off x="91189" y="206"/>
                <a:ext cx="53414" cy="4852321"/>
                <a:chOff x="418506" y="206"/>
                <a:chExt cx="53414" cy="4852321"/>
              </a:xfrm>
            </p:grpSpPr>
            <p:sp>
              <p:nvSpPr>
                <p:cNvPr id="6875" name="Google Shape;6875;p21"/>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6" name="Google Shape;6876;p21"/>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7" name="Google Shape;6877;p21"/>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21"/>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21"/>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21"/>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21"/>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21"/>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3" name="Google Shape;6883;p21"/>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21"/>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21"/>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21"/>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21"/>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21"/>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21"/>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21"/>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21"/>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21"/>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21"/>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21"/>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5" name="Google Shape;6895;p21"/>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6" name="Google Shape;6896;p21"/>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21"/>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21"/>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21"/>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21"/>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21"/>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21"/>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21"/>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21"/>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21"/>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21"/>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21"/>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21"/>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9" name="Google Shape;6909;p21"/>
              <p:cNvGrpSpPr/>
              <p:nvPr/>
            </p:nvGrpSpPr>
            <p:grpSpPr>
              <a:xfrm>
                <a:off x="621992" y="206"/>
                <a:ext cx="53414" cy="4852321"/>
                <a:chOff x="774043" y="206"/>
                <a:chExt cx="53414" cy="4852321"/>
              </a:xfrm>
            </p:grpSpPr>
            <p:sp>
              <p:nvSpPr>
                <p:cNvPr id="6910" name="Google Shape;6910;p21"/>
                <p:cNvSpPr/>
                <p:nvPr/>
              </p:nvSpPr>
              <p:spPr>
                <a:xfrm>
                  <a:off x="78226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21"/>
                <p:cNvSpPr/>
                <p:nvPr/>
              </p:nvSpPr>
              <p:spPr>
                <a:xfrm>
                  <a:off x="78226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21"/>
                <p:cNvSpPr/>
                <p:nvPr/>
              </p:nvSpPr>
              <p:spPr>
                <a:xfrm>
                  <a:off x="78226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21"/>
                <p:cNvSpPr/>
                <p:nvPr/>
              </p:nvSpPr>
              <p:spPr>
                <a:xfrm>
                  <a:off x="78226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4" name="Google Shape;6914;p21"/>
                <p:cNvSpPr/>
                <p:nvPr/>
              </p:nvSpPr>
              <p:spPr>
                <a:xfrm>
                  <a:off x="77404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21"/>
                <p:cNvSpPr/>
                <p:nvPr/>
              </p:nvSpPr>
              <p:spPr>
                <a:xfrm>
                  <a:off x="77404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21"/>
                <p:cNvSpPr/>
                <p:nvPr/>
              </p:nvSpPr>
              <p:spPr>
                <a:xfrm>
                  <a:off x="78226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21"/>
                <p:cNvSpPr/>
                <p:nvPr/>
              </p:nvSpPr>
              <p:spPr>
                <a:xfrm>
                  <a:off x="77404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21"/>
                <p:cNvSpPr/>
                <p:nvPr/>
              </p:nvSpPr>
              <p:spPr>
                <a:xfrm>
                  <a:off x="782269"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9" name="Google Shape;6919;p21"/>
                <p:cNvSpPr/>
                <p:nvPr/>
              </p:nvSpPr>
              <p:spPr>
                <a:xfrm>
                  <a:off x="77404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0" name="Google Shape;6920;p21"/>
                <p:cNvSpPr/>
                <p:nvPr/>
              </p:nvSpPr>
              <p:spPr>
                <a:xfrm>
                  <a:off x="782269"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21"/>
                <p:cNvSpPr/>
                <p:nvPr/>
              </p:nvSpPr>
              <p:spPr>
                <a:xfrm>
                  <a:off x="77404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21"/>
                <p:cNvSpPr/>
                <p:nvPr/>
              </p:nvSpPr>
              <p:spPr>
                <a:xfrm>
                  <a:off x="782269"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21"/>
                <p:cNvSpPr/>
                <p:nvPr/>
              </p:nvSpPr>
              <p:spPr>
                <a:xfrm>
                  <a:off x="77404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21"/>
                <p:cNvSpPr/>
                <p:nvPr/>
              </p:nvSpPr>
              <p:spPr>
                <a:xfrm>
                  <a:off x="782269"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21"/>
                <p:cNvSpPr/>
                <p:nvPr/>
              </p:nvSpPr>
              <p:spPr>
                <a:xfrm>
                  <a:off x="782269"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6" name="Google Shape;6926;p21"/>
                <p:cNvSpPr/>
                <p:nvPr/>
              </p:nvSpPr>
              <p:spPr>
                <a:xfrm>
                  <a:off x="77404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7" name="Google Shape;6927;p21"/>
                <p:cNvSpPr/>
                <p:nvPr/>
              </p:nvSpPr>
              <p:spPr>
                <a:xfrm>
                  <a:off x="77404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21"/>
                <p:cNvSpPr/>
                <p:nvPr/>
              </p:nvSpPr>
              <p:spPr>
                <a:xfrm>
                  <a:off x="782269"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21"/>
                <p:cNvSpPr/>
                <p:nvPr/>
              </p:nvSpPr>
              <p:spPr>
                <a:xfrm>
                  <a:off x="77404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21"/>
                <p:cNvSpPr/>
                <p:nvPr/>
              </p:nvSpPr>
              <p:spPr>
                <a:xfrm>
                  <a:off x="782269"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21"/>
                <p:cNvSpPr/>
                <p:nvPr/>
              </p:nvSpPr>
              <p:spPr>
                <a:xfrm>
                  <a:off x="782269"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21"/>
                <p:cNvSpPr/>
                <p:nvPr/>
              </p:nvSpPr>
              <p:spPr>
                <a:xfrm>
                  <a:off x="77404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21"/>
                <p:cNvSpPr/>
                <p:nvPr/>
              </p:nvSpPr>
              <p:spPr>
                <a:xfrm>
                  <a:off x="77404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21"/>
                <p:cNvSpPr/>
                <p:nvPr/>
              </p:nvSpPr>
              <p:spPr>
                <a:xfrm>
                  <a:off x="77404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21"/>
                <p:cNvSpPr/>
                <p:nvPr/>
              </p:nvSpPr>
              <p:spPr>
                <a:xfrm>
                  <a:off x="782269"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21"/>
                <p:cNvSpPr/>
                <p:nvPr/>
              </p:nvSpPr>
              <p:spPr>
                <a:xfrm>
                  <a:off x="782269"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7" name="Google Shape;6937;p21"/>
                <p:cNvSpPr/>
                <p:nvPr/>
              </p:nvSpPr>
              <p:spPr>
                <a:xfrm>
                  <a:off x="782269"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8" name="Google Shape;6938;p21"/>
                <p:cNvSpPr/>
                <p:nvPr/>
              </p:nvSpPr>
              <p:spPr>
                <a:xfrm>
                  <a:off x="774043"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21"/>
                <p:cNvSpPr/>
                <p:nvPr/>
              </p:nvSpPr>
              <p:spPr>
                <a:xfrm>
                  <a:off x="782269"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21"/>
                <p:cNvSpPr/>
                <p:nvPr/>
              </p:nvSpPr>
              <p:spPr>
                <a:xfrm>
                  <a:off x="774043"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21"/>
                <p:cNvSpPr/>
                <p:nvPr/>
              </p:nvSpPr>
              <p:spPr>
                <a:xfrm>
                  <a:off x="782269"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21"/>
                <p:cNvSpPr/>
                <p:nvPr/>
              </p:nvSpPr>
              <p:spPr>
                <a:xfrm>
                  <a:off x="774043"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21"/>
                <p:cNvSpPr/>
                <p:nvPr/>
              </p:nvSpPr>
              <p:spPr>
                <a:xfrm>
                  <a:off x="782269"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4" name="Google Shape;6944;p21"/>
              <p:cNvSpPr/>
              <p:nvPr/>
            </p:nvSpPr>
            <p:spPr>
              <a:xfrm>
                <a:off x="895799"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21"/>
              <p:cNvSpPr/>
              <p:nvPr/>
            </p:nvSpPr>
            <p:spPr>
              <a:xfrm>
                <a:off x="895799"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21"/>
              <p:cNvSpPr/>
              <p:nvPr/>
            </p:nvSpPr>
            <p:spPr>
              <a:xfrm>
                <a:off x="895799"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21"/>
              <p:cNvSpPr/>
              <p:nvPr/>
            </p:nvSpPr>
            <p:spPr>
              <a:xfrm>
                <a:off x="887453"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21"/>
              <p:cNvSpPr/>
              <p:nvPr/>
            </p:nvSpPr>
            <p:spPr>
              <a:xfrm>
                <a:off x="887453"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9" name="Google Shape;6949;p21"/>
              <p:cNvSpPr/>
              <p:nvPr/>
            </p:nvSpPr>
            <p:spPr>
              <a:xfrm>
                <a:off x="895799"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0" name="Google Shape;6950;p21"/>
              <p:cNvSpPr/>
              <p:nvPr/>
            </p:nvSpPr>
            <p:spPr>
              <a:xfrm>
                <a:off x="887453"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21"/>
              <p:cNvSpPr/>
              <p:nvPr/>
            </p:nvSpPr>
            <p:spPr>
              <a:xfrm>
                <a:off x="895799"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52" name="Google Shape;6952;p21"/>
          <p:cNvSpPr txBox="1"/>
          <p:nvPr>
            <p:ph idx="1" type="subTitle"/>
          </p:nvPr>
        </p:nvSpPr>
        <p:spPr>
          <a:xfrm>
            <a:off x="899732" y="2638450"/>
            <a:ext cx="22602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953" name="Google Shape;6953;p21"/>
          <p:cNvSpPr txBox="1"/>
          <p:nvPr>
            <p:ph idx="2" type="subTitle"/>
          </p:nvPr>
        </p:nvSpPr>
        <p:spPr>
          <a:xfrm>
            <a:off x="899732" y="3120537"/>
            <a:ext cx="2260200" cy="8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6954" name="Google Shape;6954;p21"/>
          <p:cNvSpPr txBox="1"/>
          <p:nvPr>
            <p:ph idx="3" type="subTitle"/>
          </p:nvPr>
        </p:nvSpPr>
        <p:spPr>
          <a:xfrm>
            <a:off x="3441900" y="2638450"/>
            <a:ext cx="22602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955" name="Google Shape;6955;p21"/>
          <p:cNvSpPr txBox="1"/>
          <p:nvPr>
            <p:ph idx="4" type="subTitle"/>
          </p:nvPr>
        </p:nvSpPr>
        <p:spPr>
          <a:xfrm>
            <a:off x="3441900" y="3120537"/>
            <a:ext cx="2260200" cy="8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6956" name="Google Shape;6956;p21"/>
          <p:cNvSpPr txBox="1"/>
          <p:nvPr>
            <p:ph idx="5" type="subTitle"/>
          </p:nvPr>
        </p:nvSpPr>
        <p:spPr>
          <a:xfrm>
            <a:off x="5984068" y="2638450"/>
            <a:ext cx="22602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6957" name="Google Shape;6957;p21"/>
          <p:cNvSpPr txBox="1"/>
          <p:nvPr>
            <p:ph idx="6" type="subTitle"/>
          </p:nvPr>
        </p:nvSpPr>
        <p:spPr>
          <a:xfrm>
            <a:off x="5984068" y="3120537"/>
            <a:ext cx="2260200" cy="88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6958" name="Google Shape;6958;p21"/>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_4_2_1_1_1_1">
    <p:spTree>
      <p:nvGrpSpPr>
        <p:cNvPr id="6959" name="Shape 6959"/>
        <p:cNvGrpSpPr/>
        <p:nvPr/>
      </p:nvGrpSpPr>
      <p:grpSpPr>
        <a:xfrm>
          <a:off x="0" y="0"/>
          <a:ext cx="0" cy="0"/>
          <a:chOff x="0" y="0"/>
          <a:chExt cx="0" cy="0"/>
        </a:xfrm>
      </p:grpSpPr>
      <p:grpSp>
        <p:nvGrpSpPr>
          <p:cNvPr id="6960" name="Google Shape;6960;p22"/>
          <p:cNvGrpSpPr/>
          <p:nvPr/>
        </p:nvGrpSpPr>
        <p:grpSpPr>
          <a:xfrm>
            <a:off x="189" y="52"/>
            <a:ext cx="9144013" cy="5143533"/>
            <a:chOff x="4088025" y="1324225"/>
            <a:chExt cx="1348575" cy="1101800"/>
          </a:xfrm>
        </p:grpSpPr>
        <p:sp>
          <p:nvSpPr>
            <p:cNvPr id="6961" name="Google Shape;6961;p22"/>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22"/>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22"/>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4" name="Google Shape;6964;p22"/>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22"/>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22"/>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22"/>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8" name="Google Shape;6968;p22"/>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9" name="Google Shape;6969;p22"/>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22"/>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22"/>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2" name="Google Shape;6972;p22"/>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22"/>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22"/>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22"/>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22"/>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22"/>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22"/>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9" name="Google Shape;6979;p22"/>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0" name="Google Shape;6980;p22"/>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22"/>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22"/>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22"/>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22"/>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22"/>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6" name="Google Shape;6986;p22"/>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22"/>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22"/>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22"/>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22"/>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1" name="Google Shape;6991;p22"/>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22"/>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22"/>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22"/>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5" name="Google Shape;6995;p22"/>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6" name="Google Shape;6996;p22"/>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22"/>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22"/>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22"/>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22"/>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1" name="Google Shape;7001;p22"/>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22"/>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22"/>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22"/>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22"/>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22"/>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22"/>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8" name="Google Shape;7008;p22"/>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9" name="Google Shape;7009;p22"/>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22"/>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1" name="Google Shape;7011;p22"/>
          <p:cNvGrpSpPr/>
          <p:nvPr/>
        </p:nvGrpSpPr>
        <p:grpSpPr>
          <a:xfrm>
            <a:off x="91189" y="206"/>
            <a:ext cx="8961622" cy="5143474"/>
            <a:chOff x="91189" y="206"/>
            <a:chExt cx="8961622" cy="5143474"/>
          </a:xfrm>
        </p:grpSpPr>
        <p:grpSp>
          <p:nvGrpSpPr>
            <p:cNvPr id="7012" name="Google Shape;7012;p22"/>
            <p:cNvGrpSpPr/>
            <p:nvPr/>
          </p:nvGrpSpPr>
          <p:grpSpPr>
            <a:xfrm>
              <a:off x="8204921" y="206"/>
              <a:ext cx="847890" cy="5143474"/>
              <a:chOff x="8128721" y="206"/>
              <a:chExt cx="847890" cy="5143474"/>
            </a:xfrm>
          </p:grpSpPr>
          <p:grpSp>
            <p:nvGrpSpPr>
              <p:cNvPr id="7013" name="Google Shape;7013;p22"/>
              <p:cNvGrpSpPr/>
              <p:nvPr/>
            </p:nvGrpSpPr>
            <p:grpSpPr>
              <a:xfrm>
                <a:off x="8393229" y="206"/>
                <a:ext cx="53414" cy="5143474"/>
                <a:chOff x="8511811" y="206"/>
                <a:chExt cx="53414" cy="5143474"/>
              </a:xfrm>
            </p:grpSpPr>
            <p:sp>
              <p:nvSpPr>
                <p:cNvPr id="7014" name="Google Shape;7014;p22"/>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5" name="Google Shape;7015;p22"/>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6" name="Google Shape;7016;p22"/>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22"/>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22"/>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22"/>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22"/>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1" name="Google Shape;7021;p22"/>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2" name="Google Shape;7022;p22"/>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22"/>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22"/>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22"/>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22"/>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22"/>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22"/>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22"/>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22"/>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1" name="Google Shape;7031;p22"/>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2" name="Google Shape;7032;p22"/>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22"/>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22"/>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22"/>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22"/>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22"/>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22"/>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22"/>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22"/>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22"/>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22"/>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22"/>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22"/>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22"/>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22"/>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22"/>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22"/>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9" name="Google Shape;7049;p22"/>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0" name="Google Shape;7050;p22"/>
              <p:cNvGrpSpPr/>
              <p:nvPr/>
            </p:nvGrpSpPr>
            <p:grpSpPr>
              <a:xfrm>
                <a:off x="8658690" y="206"/>
                <a:ext cx="53414" cy="5143474"/>
                <a:chOff x="8712171" y="206"/>
                <a:chExt cx="53414" cy="5143474"/>
              </a:xfrm>
            </p:grpSpPr>
            <p:sp>
              <p:nvSpPr>
                <p:cNvPr id="7051" name="Google Shape;7051;p22"/>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22"/>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22"/>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22"/>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22"/>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22"/>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7" name="Google Shape;7057;p22"/>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22"/>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22"/>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22"/>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22"/>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2" name="Google Shape;7062;p22"/>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3" name="Google Shape;7063;p22"/>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22"/>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22"/>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22"/>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22"/>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22"/>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9" name="Google Shape;7069;p22"/>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0" name="Google Shape;7070;p22"/>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22"/>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2" name="Google Shape;7072;p22"/>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3" name="Google Shape;7073;p22"/>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22"/>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22"/>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22"/>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22"/>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22"/>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9" name="Google Shape;7079;p22"/>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0" name="Google Shape;7080;p22"/>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22"/>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22"/>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3" name="Google Shape;7083;p22"/>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4" name="Google Shape;7084;p22"/>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22"/>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6" name="Google Shape;7086;p22"/>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7" name="Google Shape;7087;p22"/>
              <p:cNvGrpSpPr/>
              <p:nvPr/>
            </p:nvGrpSpPr>
            <p:grpSpPr>
              <a:xfrm>
                <a:off x="8924151" y="206"/>
                <a:ext cx="52460" cy="4852321"/>
                <a:chOff x="8855639" y="206"/>
                <a:chExt cx="52460" cy="4852321"/>
              </a:xfrm>
            </p:grpSpPr>
            <p:sp>
              <p:nvSpPr>
                <p:cNvPr id="7088" name="Google Shape;7088;p22"/>
                <p:cNvSpPr/>
                <p:nvPr/>
              </p:nvSpPr>
              <p:spPr>
                <a:xfrm>
                  <a:off x="886303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22"/>
                <p:cNvSpPr/>
                <p:nvPr/>
              </p:nvSpPr>
              <p:spPr>
                <a:xfrm>
                  <a:off x="886303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22"/>
                <p:cNvSpPr/>
                <p:nvPr/>
              </p:nvSpPr>
              <p:spPr>
                <a:xfrm>
                  <a:off x="886303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22"/>
                <p:cNvSpPr/>
                <p:nvPr/>
              </p:nvSpPr>
              <p:spPr>
                <a:xfrm>
                  <a:off x="886303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22"/>
                <p:cNvSpPr/>
                <p:nvPr/>
              </p:nvSpPr>
              <p:spPr>
                <a:xfrm>
                  <a:off x="885563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3" name="Google Shape;7093;p22"/>
                <p:cNvSpPr/>
                <p:nvPr/>
              </p:nvSpPr>
              <p:spPr>
                <a:xfrm>
                  <a:off x="885563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22"/>
                <p:cNvSpPr/>
                <p:nvPr/>
              </p:nvSpPr>
              <p:spPr>
                <a:xfrm>
                  <a:off x="886303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22"/>
                <p:cNvSpPr/>
                <p:nvPr/>
              </p:nvSpPr>
              <p:spPr>
                <a:xfrm>
                  <a:off x="885563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22"/>
                <p:cNvSpPr/>
                <p:nvPr/>
              </p:nvSpPr>
              <p:spPr>
                <a:xfrm>
                  <a:off x="886303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22"/>
                <p:cNvSpPr/>
                <p:nvPr/>
              </p:nvSpPr>
              <p:spPr>
                <a:xfrm>
                  <a:off x="885563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22"/>
                <p:cNvSpPr/>
                <p:nvPr/>
              </p:nvSpPr>
              <p:spPr>
                <a:xfrm>
                  <a:off x="886303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22"/>
                <p:cNvSpPr/>
                <p:nvPr/>
              </p:nvSpPr>
              <p:spPr>
                <a:xfrm>
                  <a:off x="885563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22"/>
                <p:cNvSpPr/>
                <p:nvPr/>
              </p:nvSpPr>
              <p:spPr>
                <a:xfrm>
                  <a:off x="886303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22"/>
                <p:cNvSpPr/>
                <p:nvPr/>
              </p:nvSpPr>
              <p:spPr>
                <a:xfrm>
                  <a:off x="885563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22"/>
                <p:cNvSpPr/>
                <p:nvPr/>
              </p:nvSpPr>
              <p:spPr>
                <a:xfrm>
                  <a:off x="8863032"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22"/>
                <p:cNvSpPr/>
                <p:nvPr/>
              </p:nvSpPr>
              <p:spPr>
                <a:xfrm>
                  <a:off x="8863032"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4" name="Google Shape;7104;p22"/>
                <p:cNvSpPr/>
                <p:nvPr/>
              </p:nvSpPr>
              <p:spPr>
                <a:xfrm>
                  <a:off x="885563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22"/>
                <p:cNvSpPr/>
                <p:nvPr/>
              </p:nvSpPr>
              <p:spPr>
                <a:xfrm>
                  <a:off x="885563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22"/>
                <p:cNvSpPr/>
                <p:nvPr/>
              </p:nvSpPr>
              <p:spPr>
                <a:xfrm>
                  <a:off x="8863032"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22"/>
                <p:cNvSpPr/>
                <p:nvPr/>
              </p:nvSpPr>
              <p:spPr>
                <a:xfrm>
                  <a:off x="8855639"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22"/>
                <p:cNvSpPr/>
                <p:nvPr/>
              </p:nvSpPr>
              <p:spPr>
                <a:xfrm>
                  <a:off x="8863032"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22"/>
                <p:cNvSpPr/>
                <p:nvPr/>
              </p:nvSpPr>
              <p:spPr>
                <a:xfrm>
                  <a:off x="8863032"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0" name="Google Shape;7110;p22"/>
                <p:cNvSpPr/>
                <p:nvPr/>
              </p:nvSpPr>
              <p:spPr>
                <a:xfrm>
                  <a:off x="8855639"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1" name="Google Shape;7111;p22"/>
                <p:cNvSpPr/>
                <p:nvPr/>
              </p:nvSpPr>
              <p:spPr>
                <a:xfrm>
                  <a:off x="8855639"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22"/>
                <p:cNvSpPr/>
                <p:nvPr/>
              </p:nvSpPr>
              <p:spPr>
                <a:xfrm>
                  <a:off x="8855639"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22"/>
                <p:cNvSpPr/>
                <p:nvPr/>
              </p:nvSpPr>
              <p:spPr>
                <a:xfrm>
                  <a:off x="8863032"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22"/>
                <p:cNvSpPr/>
                <p:nvPr/>
              </p:nvSpPr>
              <p:spPr>
                <a:xfrm>
                  <a:off x="8863032"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22"/>
                <p:cNvSpPr/>
                <p:nvPr/>
              </p:nvSpPr>
              <p:spPr>
                <a:xfrm>
                  <a:off x="8863032"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22"/>
                <p:cNvSpPr/>
                <p:nvPr/>
              </p:nvSpPr>
              <p:spPr>
                <a:xfrm>
                  <a:off x="8855639"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22"/>
                <p:cNvSpPr/>
                <p:nvPr/>
              </p:nvSpPr>
              <p:spPr>
                <a:xfrm>
                  <a:off x="8863032"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8" name="Google Shape;7118;p22"/>
                <p:cNvSpPr/>
                <p:nvPr/>
              </p:nvSpPr>
              <p:spPr>
                <a:xfrm>
                  <a:off x="8855639"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22"/>
                <p:cNvSpPr/>
                <p:nvPr/>
              </p:nvSpPr>
              <p:spPr>
                <a:xfrm>
                  <a:off x="8863032"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22"/>
                <p:cNvSpPr/>
                <p:nvPr/>
              </p:nvSpPr>
              <p:spPr>
                <a:xfrm>
                  <a:off x="8855639"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1" name="Google Shape;7121;p22"/>
                <p:cNvSpPr/>
                <p:nvPr/>
              </p:nvSpPr>
              <p:spPr>
                <a:xfrm>
                  <a:off x="8863032"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22" name="Google Shape;7122;p22"/>
              <p:cNvSpPr/>
              <p:nvPr/>
            </p:nvSpPr>
            <p:spPr>
              <a:xfrm>
                <a:off x="813611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22"/>
              <p:cNvSpPr/>
              <p:nvPr/>
            </p:nvSpPr>
            <p:spPr>
              <a:xfrm>
                <a:off x="813611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22"/>
              <p:cNvSpPr/>
              <p:nvPr/>
            </p:nvSpPr>
            <p:spPr>
              <a:xfrm>
                <a:off x="813611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5" name="Google Shape;7125;p22"/>
              <p:cNvSpPr/>
              <p:nvPr/>
            </p:nvSpPr>
            <p:spPr>
              <a:xfrm>
                <a:off x="813611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22"/>
              <p:cNvSpPr/>
              <p:nvPr/>
            </p:nvSpPr>
            <p:spPr>
              <a:xfrm>
                <a:off x="8128721"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22"/>
              <p:cNvSpPr/>
              <p:nvPr/>
            </p:nvSpPr>
            <p:spPr>
              <a:xfrm>
                <a:off x="8128721"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22"/>
              <p:cNvSpPr/>
              <p:nvPr/>
            </p:nvSpPr>
            <p:spPr>
              <a:xfrm>
                <a:off x="8136113"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22"/>
              <p:cNvSpPr/>
              <p:nvPr/>
            </p:nvSpPr>
            <p:spPr>
              <a:xfrm>
                <a:off x="8128721"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0" name="Google Shape;7130;p22"/>
            <p:cNvGrpSpPr/>
            <p:nvPr/>
          </p:nvGrpSpPr>
          <p:grpSpPr>
            <a:xfrm>
              <a:off x="91189" y="206"/>
              <a:ext cx="849678" cy="5143474"/>
              <a:chOff x="91189" y="206"/>
              <a:chExt cx="849678" cy="5143474"/>
            </a:xfrm>
          </p:grpSpPr>
          <p:grpSp>
            <p:nvGrpSpPr>
              <p:cNvPr id="7131" name="Google Shape;7131;p22"/>
              <p:cNvGrpSpPr/>
              <p:nvPr/>
            </p:nvGrpSpPr>
            <p:grpSpPr>
              <a:xfrm>
                <a:off x="356650" y="206"/>
                <a:ext cx="53295" cy="5143474"/>
                <a:chOff x="578867" y="206"/>
                <a:chExt cx="53295" cy="5143474"/>
              </a:xfrm>
            </p:grpSpPr>
            <p:sp>
              <p:nvSpPr>
                <p:cNvPr id="7132" name="Google Shape;7132;p22"/>
                <p:cNvSpPr/>
                <p:nvPr/>
              </p:nvSpPr>
              <p:spPr>
                <a:xfrm>
                  <a:off x="58709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22"/>
                <p:cNvSpPr/>
                <p:nvPr/>
              </p:nvSpPr>
              <p:spPr>
                <a:xfrm>
                  <a:off x="58709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22"/>
                <p:cNvSpPr/>
                <p:nvPr/>
              </p:nvSpPr>
              <p:spPr>
                <a:xfrm>
                  <a:off x="58709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22"/>
                <p:cNvSpPr/>
                <p:nvPr/>
              </p:nvSpPr>
              <p:spPr>
                <a:xfrm>
                  <a:off x="578867"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22"/>
                <p:cNvSpPr/>
                <p:nvPr/>
              </p:nvSpPr>
              <p:spPr>
                <a:xfrm>
                  <a:off x="578867"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7" name="Google Shape;7137;p22"/>
                <p:cNvSpPr/>
                <p:nvPr/>
              </p:nvSpPr>
              <p:spPr>
                <a:xfrm>
                  <a:off x="58709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8" name="Google Shape;7138;p22"/>
                <p:cNvSpPr/>
                <p:nvPr/>
              </p:nvSpPr>
              <p:spPr>
                <a:xfrm>
                  <a:off x="578867"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9" name="Google Shape;7139;p22"/>
                <p:cNvSpPr/>
                <p:nvPr/>
              </p:nvSpPr>
              <p:spPr>
                <a:xfrm>
                  <a:off x="58709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0" name="Google Shape;7140;p22"/>
                <p:cNvSpPr/>
                <p:nvPr/>
              </p:nvSpPr>
              <p:spPr>
                <a:xfrm>
                  <a:off x="578867"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1" name="Google Shape;7141;p22"/>
                <p:cNvSpPr/>
                <p:nvPr/>
              </p:nvSpPr>
              <p:spPr>
                <a:xfrm>
                  <a:off x="578867"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2" name="Google Shape;7142;p22"/>
                <p:cNvSpPr/>
                <p:nvPr/>
              </p:nvSpPr>
              <p:spPr>
                <a:xfrm>
                  <a:off x="58709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3" name="Google Shape;7143;p22"/>
                <p:cNvSpPr/>
                <p:nvPr/>
              </p:nvSpPr>
              <p:spPr>
                <a:xfrm>
                  <a:off x="58709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4" name="Google Shape;7144;p22"/>
                <p:cNvSpPr/>
                <p:nvPr/>
              </p:nvSpPr>
              <p:spPr>
                <a:xfrm>
                  <a:off x="58709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22"/>
                <p:cNvSpPr/>
                <p:nvPr/>
              </p:nvSpPr>
              <p:spPr>
                <a:xfrm>
                  <a:off x="578867"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22"/>
                <p:cNvSpPr/>
                <p:nvPr/>
              </p:nvSpPr>
              <p:spPr>
                <a:xfrm>
                  <a:off x="58709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22"/>
                <p:cNvSpPr/>
                <p:nvPr/>
              </p:nvSpPr>
              <p:spPr>
                <a:xfrm>
                  <a:off x="58709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22"/>
                <p:cNvSpPr/>
                <p:nvPr/>
              </p:nvSpPr>
              <p:spPr>
                <a:xfrm>
                  <a:off x="578867"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9" name="Google Shape;7149;p22"/>
                <p:cNvSpPr/>
                <p:nvPr/>
              </p:nvSpPr>
              <p:spPr>
                <a:xfrm>
                  <a:off x="58709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0" name="Google Shape;7150;p22"/>
                <p:cNvSpPr/>
                <p:nvPr/>
              </p:nvSpPr>
              <p:spPr>
                <a:xfrm>
                  <a:off x="578867"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22"/>
                <p:cNvSpPr/>
                <p:nvPr/>
              </p:nvSpPr>
              <p:spPr>
                <a:xfrm>
                  <a:off x="58709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22"/>
                <p:cNvSpPr/>
                <p:nvPr/>
              </p:nvSpPr>
              <p:spPr>
                <a:xfrm>
                  <a:off x="578867"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22"/>
                <p:cNvSpPr/>
                <p:nvPr/>
              </p:nvSpPr>
              <p:spPr>
                <a:xfrm>
                  <a:off x="58709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22"/>
                <p:cNvSpPr/>
                <p:nvPr/>
              </p:nvSpPr>
              <p:spPr>
                <a:xfrm>
                  <a:off x="578867"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22"/>
                <p:cNvSpPr/>
                <p:nvPr/>
              </p:nvSpPr>
              <p:spPr>
                <a:xfrm>
                  <a:off x="578867"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22"/>
                <p:cNvSpPr/>
                <p:nvPr/>
              </p:nvSpPr>
              <p:spPr>
                <a:xfrm>
                  <a:off x="58709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22"/>
                <p:cNvSpPr/>
                <p:nvPr/>
              </p:nvSpPr>
              <p:spPr>
                <a:xfrm>
                  <a:off x="578867"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22"/>
                <p:cNvSpPr/>
                <p:nvPr/>
              </p:nvSpPr>
              <p:spPr>
                <a:xfrm>
                  <a:off x="578867"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22"/>
                <p:cNvSpPr/>
                <p:nvPr/>
              </p:nvSpPr>
              <p:spPr>
                <a:xfrm>
                  <a:off x="578867"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22"/>
                <p:cNvSpPr/>
                <p:nvPr/>
              </p:nvSpPr>
              <p:spPr>
                <a:xfrm>
                  <a:off x="58709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22"/>
                <p:cNvSpPr/>
                <p:nvPr/>
              </p:nvSpPr>
              <p:spPr>
                <a:xfrm>
                  <a:off x="58709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2" name="Google Shape;7162;p22"/>
                <p:cNvSpPr/>
                <p:nvPr/>
              </p:nvSpPr>
              <p:spPr>
                <a:xfrm>
                  <a:off x="58709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3" name="Google Shape;7163;p22"/>
                <p:cNvSpPr/>
                <p:nvPr/>
              </p:nvSpPr>
              <p:spPr>
                <a:xfrm>
                  <a:off x="578867"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22"/>
                <p:cNvSpPr/>
                <p:nvPr/>
              </p:nvSpPr>
              <p:spPr>
                <a:xfrm>
                  <a:off x="58709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22"/>
                <p:cNvSpPr/>
                <p:nvPr/>
              </p:nvSpPr>
              <p:spPr>
                <a:xfrm>
                  <a:off x="578867"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22"/>
                <p:cNvSpPr/>
                <p:nvPr/>
              </p:nvSpPr>
              <p:spPr>
                <a:xfrm>
                  <a:off x="58709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22"/>
                <p:cNvSpPr/>
                <p:nvPr/>
              </p:nvSpPr>
              <p:spPr>
                <a:xfrm>
                  <a:off x="578867"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8" name="Google Shape;7168;p22"/>
              <p:cNvGrpSpPr/>
              <p:nvPr/>
            </p:nvGrpSpPr>
            <p:grpSpPr>
              <a:xfrm>
                <a:off x="91189" y="206"/>
                <a:ext cx="53414" cy="4852321"/>
                <a:chOff x="418506" y="206"/>
                <a:chExt cx="53414" cy="4852321"/>
              </a:xfrm>
            </p:grpSpPr>
            <p:sp>
              <p:nvSpPr>
                <p:cNvPr id="7169" name="Google Shape;7169;p22"/>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22"/>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22"/>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2" name="Google Shape;7172;p22"/>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3" name="Google Shape;7173;p22"/>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22"/>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22"/>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22"/>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7" name="Google Shape;7177;p22"/>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22"/>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22"/>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22"/>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22"/>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22"/>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3" name="Google Shape;7183;p22"/>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4" name="Google Shape;7184;p22"/>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22"/>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22"/>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22"/>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22"/>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9" name="Google Shape;7189;p22"/>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0" name="Google Shape;7190;p22"/>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22"/>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22"/>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22"/>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22"/>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22"/>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22"/>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7" name="Google Shape;7197;p22"/>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8" name="Google Shape;7198;p22"/>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22"/>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22"/>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22"/>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22"/>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3" name="Google Shape;7203;p22"/>
              <p:cNvGrpSpPr/>
              <p:nvPr/>
            </p:nvGrpSpPr>
            <p:grpSpPr>
              <a:xfrm>
                <a:off x="621992" y="206"/>
                <a:ext cx="53414" cy="4852321"/>
                <a:chOff x="774043" y="206"/>
                <a:chExt cx="53414" cy="4852321"/>
              </a:xfrm>
            </p:grpSpPr>
            <p:sp>
              <p:nvSpPr>
                <p:cNvPr id="7204" name="Google Shape;7204;p22"/>
                <p:cNvSpPr/>
                <p:nvPr/>
              </p:nvSpPr>
              <p:spPr>
                <a:xfrm>
                  <a:off x="78226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22"/>
                <p:cNvSpPr/>
                <p:nvPr/>
              </p:nvSpPr>
              <p:spPr>
                <a:xfrm>
                  <a:off x="78226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22"/>
                <p:cNvSpPr/>
                <p:nvPr/>
              </p:nvSpPr>
              <p:spPr>
                <a:xfrm>
                  <a:off x="78226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22"/>
                <p:cNvSpPr/>
                <p:nvPr/>
              </p:nvSpPr>
              <p:spPr>
                <a:xfrm>
                  <a:off x="78226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22"/>
                <p:cNvSpPr/>
                <p:nvPr/>
              </p:nvSpPr>
              <p:spPr>
                <a:xfrm>
                  <a:off x="77404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22"/>
                <p:cNvSpPr/>
                <p:nvPr/>
              </p:nvSpPr>
              <p:spPr>
                <a:xfrm>
                  <a:off x="77404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22"/>
                <p:cNvSpPr/>
                <p:nvPr/>
              </p:nvSpPr>
              <p:spPr>
                <a:xfrm>
                  <a:off x="78226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22"/>
                <p:cNvSpPr/>
                <p:nvPr/>
              </p:nvSpPr>
              <p:spPr>
                <a:xfrm>
                  <a:off x="77404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22"/>
                <p:cNvSpPr/>
                <p:nvPr/>
              </p:nvSpPr>
              <p:spPr>
                <a:xfrm>
                  <a:off x="782269"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22"/>
                <p:cNvSpPr/>
                <p:nvPr/>
              </p:nvSpPr>
              <p:spPr>
                <a:xfrm>
                  <a:off x="77404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4" name="Google Shape;7214;p22"/>
                <p:cNvSpPr/>
                <p:nvPr/>
              </p:nvSpPr>
              <p:spPr>
                <a:xfrm>
                  <a:off x="782269"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22"/>
                <p:cNvSpPr/>
                <p:nvPr/>
              </p:nvSpPr>
              <p:spPr>
                <a:xfrm>
                  <a:off x="77404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22"/>
                <p:cNvSpPr/>
                <p:nvPr/>
              </p:nvSpPr>
              <p:spPr>
                <a:xfrm>
                  <a:off x="782269"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22"/>
                <p:cNvSpPr/>
                <p:nvPr/>
              </p:nvSpPr>
              <p:spPr>
                <a:xfrm>
                  <a:off x="774043"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22"/>
                <p:cNvSpPr/>
                <p:nvPr/>
              </p:nvSpPr>
              <p:spPr>
                <a:xfrm>
                  <a:off x="782269"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22"/>
                <p:cNvSpPr/>
                <p:nvPr/>
              </p:nvSpPr>
              <p:spPr>
                <a:xfrm>
                  <a:off x="782269"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0" name="Google Shape;7220;p22"/>
                <p:cNvSpPr/>
                <p:nvPr/>
              </p:nvSpPr>
              <p:spPr>
                <a:xfrm>
                  <a:off x="774043"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22"/>
                <p:cNvSpPr/>
                <p:nvPr/>
              </p:nvSpPr>
              <p:spPr>
                <a:xfrm>
                  <a:off x="774043"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22"/>
                <p:cNvSpPr/>
                <p:nvPr/>
              </p:nvSpPr>
              <p:spPr>
                <a:xfrm>
                  <a:off x="782269"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22"/>
                <p:cNvSpPr/>
                <p:nvPr/>
              </p:nvSpPr>
              <p:spPr>
                <a:xfrm>
                  <a:off x="774043"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22"/>
                <p:cNvSpPr/>
                <p:nvPr/>
              </p:nvSpPr>
              <p:spPr>
                <a:xfrm>
                  <a:off x="782269"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22"/>
                <p:cNvSpPr/>
                <p:nvPr/>
              </p:nvSpPr>
              <p:spPr>
                <a:xfrm>
                  <a:off x="782269"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22"/>
                <p:cNvSpPr/>
                <p:nvPr/>
              </p:nvSpPr>
              <p:spPr>
                <a:xfrm>
                  <a:off x="774043"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22"/>
                <p:cNvSpPr/>
                <p:nvPr/>
              </p:nvSpPr>
              <p:spPr>
                <a:xfrm>
                  <a:off x="774043"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8" name="Google Shape;7228;p22"/>
                <p:cNvSpPr/>
                <p:nvPr/>
              </p:nvSpPr>
              <p:spPr>
                <a:xfrm>
                  <a:off x="774043"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9" name="Google Shape;7229;p22"/>
                <p:cNvSpPr/>
                <p:nvPr/>
              </p:nvSpPr>
              <p:spPr>
                <a:xfrm>
                  <a:off x="782269"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22"/>
                <p:cNvSpPr/>
                <p:nvPr/>
              </p:nvSpPr>
              <p:spPr>
                <a:xfrm>
                  <a:off x="782269" y="376195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22"/>
                <p:cNvSpPr/>
                <p:nvPr/>
              </p:nvSpPr>
              <p:spPr>
                <a:xfrm>
                  <a:off x="782269" y="3906219"/>
                  <a:ext cx="26826" cy="78213"/>
                </a:xfrm>
                <a:custGeom>
                  <a:rect b="b" l="l" r="r" t="t"/>
                  <a:pathLst>
                    <a:path extrusionOk="0" h="656"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22"/>
                <p:cNvSpPr/>
                <p:nvPr/>
              </p:nvSpPr>
              <p:spPr>
                <a:xfrm>
                  <a:off x="774043" y="404953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3" name="Google Shape;7233;p22"/>
                <p:cNvSpPr/>
                <p:nvPr/>
              </p:nvSpPr>
              <p:spPr>
                <a:xfrm>
                  <a:off x="782269" y="419558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4" name="Google Shape;7234;p22"/>
                <p:cNvSpPr/>
                <p:nvPr/>
              </p:nvSpPr>
              <p:spPr>
                <a:xfrm>
                  <a:off x="774043" y="4338895"/>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22"/>
                <p:cNvSpPr/>
                <p:nvPr/>
              </p:nvSpPr>
              <p:spPr>
                <a:xfrm>
                  <a:off x="782269" y="4484949"/>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6" name="Google Shape;7236;p22"/>
                <p:cNvSpPr/>
                <p:nvPr/>
              </p:nvSpPr>
              <p:spPr>
                <a:xfrm>
                  <a:off x="774043" y="4628260"/>
                  <a:ext cx="53414" cy="80955"/>
                </a:xfrm>
                <a:custGeom>
                  <a:rect b="b" l="l" r="r" t="t"/>
                  <a:pathLst>
                    <a:path extrusionOk="0" h="679" w="448">
                      <a:moveTo>
                        <a:pt x="224" y="69"/>
                      </a:moveTo>
                      <a:cubicBezTo>
                        <a:pt x="316" y="69"/>
                        <a:pt x="362" y="170"/>
                        <a:pt x="362" y="339"/>
                      </a:cubicBezTo>
                      <a:cubicBezTo>
                        <a:pt x="362" y="509"/>
                        <a:pt x="316" y="609"/>
                        <a:pt x="224" y="609"/>
                      </a:cubicBezTo>
                      <a:cubicBezTo>
                        <a:pt x="147" y="609"/>
                        <a:pt x="93" y="516"/>
                        <a:pt x="93" y="347"/>
                      </a:cubicBezTo>
                      <a:cubicBezTo>
                        <a:pt x="93" y="170"/>
                        <a:pt x="147" y="69"/>
                        <a:pt x="224" y="69"/>
                      </a:cubicBezTo>
                      <a:close/>
                      <a:moveTo>
                        <a:pt x="231" y="0"/>
                      </a:moveTo>
                      <a:cubicBezTo>
                        <a:pt x="101"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7" name="Google Shape;7237;p22"/>
                <p:cNvSpPr/>
                <p:nvPr/>
              </p:nvSpPr>
              <p:spPr>
                <a:xfrm>
                  <a:off x="782269" y="4774314"/>
                  <a:ext cx="26826" cy="78213"/>
                </a:xfrm>
                <a:custGeom>
                  <a:rect b="b" l="l" r="r" t="t"/>
                  <a:pathLst>
                    <a:path extrusionOk="0" h="656" w="225">
                      <a:moveTo>
                        <a:pt x="147" y="0"/>
                      </a:moveTo>
                      <a:lnTo>
                        <a:pt x="1" y="77"/>
                      </a:lnTo>
                      <a:lnTo>
                        <a:pt x="16" y="147"/>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38" name="Google Shape;7238;p22"/>
              <p:cNvSpPr/>
              <p:nvPr/>
            </p:nvSpPr>
            <p:spPr>
              <a:xfrm>
                <a:off x="895799"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22"/>
              <p:cNvSpPr/>
              <p:nvPr/>
            </p:nvSpPr>
            <p:spPr>
              <a:xfrm>
                <a:off x="895799"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22"/>
              <p:cNvSpPr/>
              <p:nvPr/>
            </p:nvSpPr>
            <p:spPr>
              <a:xfrm>
                <a:off x="895799"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22"/>
              <p:cNvSpPr/>
              <p:nvPr/>
            </p:nvSpPr>
            <p:spPr>
              <a:xfrm>
                <a:off x="887453"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22"/>
              <p:cNvSpPr/>
              <p:nvPr/>
            </p:nvSpPr>
            <p:spPr>
              <a:xfrm>
                <a:off x="887453"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22"/>
              <p:cNvSpPr/>
              <p:nvPr/>
            </p:nvSpPr>
            <p:spPr>
              <a:xfrm>
                <a:off x="895799"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22"/>
              <p:cNvSpPr/>
              <p:nvPr/>
            </p:nvSpPr>
            <p:spPr>
              <a:xfrm>
                <a:off x="887453"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22"/>
              <p:cNvSpPr/>
              <p:nvPr/>
            </p:nvSpPr>
            <p:spPr>
              <a:xfrm>
                <a:off x="895799"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246" name="Google Shape;7246;p22"/>
          <p:cNvSpPr txBox="1"/>
          <p:nvPr>
            <p:ph hasCustomPrompt="1" type="title"/>
          </p:nvPr>
        </p:nvSpPr>
        <p:spPr>
          <a:xfrm>
            <a:off x="2090740" y="1274850"/>
            <a:ext cx="11121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247" name="Google Shape;7247;p22"/>
          <p:cNvSpPr txBox="1"/>
          <p:nvPr>
            <p:ph idx="1" type="subTitle"/>
          </p:nvPr>
        </p:nvSpPr>
        <p:spPr>
          <a:xfrm>
            <a:off x="1477840" y="1752842"/>
            <a:ext cx="23379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248" name="Google Shape;7248;p22"/>
          <p:cNvSpPr txBox="1"/>
          <p:nvPr>
            <p:ph idx="2" type="subTitle"/>
          </p:nvPr>
        </p:nvSpPr>
        <p:spPr>
          <a:xfrm>
            <a:off x="1477840" y="2199733"/>
            <a:ext cx="23379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249" name="Google Shape;7249;p22"/>
          <p:cNvSpPr txBox="1"/>
          <p:nvPr>
            <p:ph hasCustomPrompt="1" idx="3" type="title"/>
          </p:nvPr>
        </p:nvSpPr>
        <p:spPr>
          <a:xfrm>
            <a:off x="5941160" y="1274850"/>
            <a:ext cx="11121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250" name="Google Shape;7250;p22"/>
          <p:cNvSpPr txBox="1"/>
          <p:nvPr>
            <p:ph idx="4" type="subTitle"/>
          </p:nvPr>
        </p:nvSpPr>
        <p:spPr>
          <a:xfrm>
            <a:off x="5328260" y="1752842"/>
            <a:ext cx="23379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251" name="Google Shape;7251;p22"/>
          <p:cNvSpPr txBox="1"/>
          <p:nvPr>
            <p:ph idx="5" type="subTitle"/>
          </p:nvPr>
        </p:nvSpPr>
        <p:spPr>
          <a:xfrm>
            <a:off x="5328260" y="2199733"/>
            <a:ext cx="23379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252" name="Google Shape;7252;p22"/>
          <p:cNvSpPr txBox="1"/>
          <p:nvPr>
            <p:ph hasCustomPrompt="1" idx="6" type="title"/>
          </p:nvPr>
        </p:nvSpPr>
        <p:spPr>
          <a:xfrm>
            <a:off x="2090740" y="3027835"/>
            <a:ext cx="11121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253" name="Google Shape;7253;p22"/>
          <p:cNvSpPr txBox="1"/>
          <p:nvPr>
            <p:ph idx="7" type="subTitle"/>
          </p:nvPr>
        </p:nvSpPr>
        <p:spPr>
          <a:xfrm>
            <a:off x="1477840" y="3505837"/>
            <a:ext cx="23379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254" name="Google Shape;7254;p22"/>
          <p:cNvSpPr txBox="1"/>
          <p:nvPr>
            <p:ph idx="8" type="subTitle"/>
          </p:nvPr>
        </p:nvSpPr>
        <p:spPr>
          <a:xfrm>
            <a:off x="1477840" y="3952725"/>
            <a:ext cx="23379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255" name="Google Shape;7255;p22"/>
          <p:cNvSpPr txBox="1"/>
          <p:nvPr>
            <p:ph idx="9"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7256" name="Google Shape;7256;p22"/>
          <p:cNvSpPr txBox="1"/>
          <p:nvPr>
            <p:ph hasCustomPrompt="1" idx="13" type="title"/>
          </p:nvPr>
        </p:nvSpPr>
        <p:spPr>
          <a:xfrm>
            <a:off x="5941160" y="3027835"/>
            <a:ext cx="1112100" cy="527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3200"/>
              <a:buNone/>
              <a:defRPr>
                <a:latin typeface="Rubik Black"/>
                <a:ea typeface="Rubik Black"/>
                <a:cs typeface="Rubik Black"/>
                <a:sym typeface="Rubik Black"/>
              </a:defRPr>
            </a:lvl1pPr>
            <a:lvl2pPr lvl="1" rtl="0" algn="ctr">
              <a:lnSpc>
                <a:spcPct val="100000"/>
              </a:lnSpc>
              <a:spcBef>
                <a:spcPts val="0"/>
              </a:spcBef>
              <a:spcAft>
                <a:spcPts val="0"/>
              </a:spcAft>
              <a:buClr>
                <a:schemeClr val="dk2"/>
              </a:buClr>
              <a:buSzPts val="3200"/>
              <a:buNone/>
              <a:defRPr sz="3200">
                <a:solidFill>
                  <a:schemeClr val="dk2"/>
                </a:solidFill>
              </a:defRPr>
            </a:lvl2pPr>
            <a:lvl3pPr lvl="2" rtl="0" algn="ctr">
              <a:lnSpc>
                <a:spcPct val="100000"/>
              </a:lnSpc>
              <a:spcBef>
                <a:spcPts val="0"/>
              </a:spcBef>
              <a:spcAft>
                <a:spcPts val="0"/>
              </a:spcAft>
              <a:buClr>
                <a:schemeClr val="dk2"/>
              </a:buClr>
              <a:buSzPts val="3200"/>
              <a:buNone/>
              <a:defRPr sz="3200">
                <a:solidFill>
                  <a:schemeClr val="dk2"/>
                </a:solidFill>
              </a:defRPr>
            </a:lvl3pPr>
            <a:lvl4pPr lvl="3" rtl="0" algn="ctr">
              <a:lnSpc>
                <a:spcPct val="100000"/>
              </a:lnSpc>
              <a:spcBef>
                <a:spcPts val="0"/>
              </a:spcBef>
              <a:spcAft>
                <a:spcPts val="0"/>
              </a:spcAft>
              <a:buClr>
                <a:schemeClr val="dk2"/>
              </a:buClr>
              <a:buSzPts val="3200"/>
              <a:buNone/>
              <a:defRPr sz="3200">
                <a:solidFill>
                  <a:schemeClr val="dk2"/>
                </a:solidFill>
              </a:defRPr>
            </a:lvl4pPr>
            <a:lvl5pPr lvl="4" rtl="0" algn="ctr">
              <a:lnSpc>
                <a:spcPct val="100000"/>
              </a:lnSpc>
              <a:spcBef>
                <a:spcPts val="0"/>
              </a:spcBef>
              <a:spcAft>
                <a:spcPts val="0"/>
              </a:spcAft>
              <a:buClr>
                <a:schemeClr val="dk2"/>
              </a:buClr>
              <a:buSzPts val="3200"/>
              <a:buNone/>
              <a:defRPr sz="3200">
                <a:solidFill>
                  <a:schemeClr val="dk2"/>
                </a:solidFill>
              </a:defRPr>
            </a:lvl5pPr>
            <a:lvl6pPr lvl="5" rtl="0" algn="ctr">
              <a:lnSpc>
                <a:spcPct val="100000"/>
              </a:lnSpc>
              <a:spcBef>
                <a:spcPts val="0"/>
              </a:spcBef>
              <a:spcAft>
                <a:spcPts val="0"/>
              </a:spcAft>
              <a:buClr>
                <a:schemeClr val="dk2"/>
              </a:buClr>
              <a:buSzPts val="3200"/>
              <a:buNone/>
              <a:defRPr sz="3200">
                <a:solidFill>
                  <a:schemeClr val="dk2"/>
                </a:solidFill>
              </a:defRPr>
            </a:lvl6pPr>
            <a:lvl7pPr lvl="6" rtl="0" algn="ctr">
              <a:lnSpc>
                <a:spcPct val="100000"/>
              </a:lnSpc>
              <a:spcBef>
                <a:spcPts val="0"/>
              </a:spcBef>
              <a:spcAft>
                <a:spcPts val="0"/>
              </a:spcAft>
              <a:buClr>
                <a:schemeClr val="dk2"/>
              </a:buClr>
              <a:buSzPts val="3200"/>
              <a:buNone/>
              <a:defRPr sz="3200">
                <a:solidFill>
                  <a:schemeClr val="dk2"/>
                </a:solidFill>
              </a:defRPr>
            </a:lvl7pPr>
            <a:lvl8pPr lvl="7" rtl="0" algn="ctr">
              <a:lnSpc>
                <a:spcPct val="100000"/>
              </a:lnSpc>
              <a:spcBef>
                <a:spcPts val="0"/>
              </a:spcBef>
              <a:spcAft>
                <a:spcPts val="0"/>
              </a:spcAft>
              <a:buClr>
                <a:schemeClr val="dk2"/>
              </a:buClr>
              <a:buSzPts val="3200"/>
              <a:buNone/>
              <a:defRPr sz="3200">
                <a:solidFill>
                  <a:schemeClr val="dk2"/>
                </a:solidFill>
              </a:defRPr>
            </a:lvl8pPr>
            <a:lvl9pPr lvl="8" rtl="0" algn="ctr">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7257" name="Google Shape;7257;p22"/>
          <p:cNvSpPr txBox="1"/>
          <p:nvPr>
            <p:ph idx="14" type="subTitle"/>
          </p:nvPr>
        </p:nvSpPr>
        <p:spPr>
          <a:xfrm>
            <a:off x="5328260" y="3505837"/>
            <a:ext cx="23379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258" name="Google Shape;7258;p22"/>
          <p:cNvSpPr txBox="1"/>
          <p:nvPr>
            <p:ph idx="15" type="subTitle"/>
          </p:nvPr>
        </p:nvSpPr>
        <p:spPr>
          <a:xfrm>
            <a:off x="5328260" y="3952725"/>
            <a:ext cx="2337900" cy="59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_1_1">
    <p:spTree>
      <p:nvGrpSpPr>
        <p:cNvPr id="7259" name="Shape 7259"/>
        <p:cNvGrpSpPr/>
        <p:nvPr/>
      </p:nvGrpSpPr>
      <p:grpSpPr>
        <a:xfrm>
          <a:off x="0" y="0"/>
          <a:ext cx="0" cy="0"/>
          <a:chOff x="0" y="0"/>
          <a:chExt cx="0" cy="0"/>
        </a:xfrm>
      </p:grpSpPr>
      <p:grpSp>
        <p:nvGrpSpPr>
          <p:cNvPr id="7260" name="Google Shape;7260;p23"/>
          <p:cNvGrpSpPr/>
          <p:nvPr/>
        </p:nvGrpSpPr>
        <p:grpSpPr>
          <a:xfrm>
            <a:off x="189" y="52"/>
            <a:ext cx="9144013" cy="5143533"/>
            <a:chOff x="4088025" y="1324225"/>
            <a:chExt cx="1348575" cy="1101800"/>
          </a:xfrm>
        </p:grpSpPr>
        <p:sp>
          <p:nvSpPr>
            <p:cNvPr id="7261" name="Google Shape;7261;p23"/>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23"/>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23"/>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23"/>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5" name="Google Shape;7265;p23"/>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23"/>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23"/>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23"/>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23"/>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23"/>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23"/>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23"/>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23"/>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23"/>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5" name="Google Shape;7275;p23"/>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6" name="Google Shape;7276;p23"/>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23"/>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23"/>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23"/>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23"/>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23"/>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2" name="Google Shape;7282;p23"/>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3" name="Google Shape;7283;p23"/>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23"/>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5" name="Google Shape;7285;p23"/>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6" name="Google Shape;7286;p23"/>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23"/>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23"/>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23"/>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23"/>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23"/>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23"/>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3" name="Google Shape;7293;p23"/>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4" name="Google Shape;7294;p23"/>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23"/>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23"/>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23"/>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23"/>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23"/>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0" name="Google Shape;7300;p23"/>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1" name="Google Shape;7301;p23"/>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23"/>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23"/>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23"/>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23"/>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6" name="Google Shape;7306;p23"/>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7" name="Google Shape;7307;p23"/>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23"/>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23"/>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23"/>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1" name="Google Shape;7311;p23"/>
          <p:cNvGrpSpPr/>
          <p:nvPr/>
        </p:nvGrpSpPr>
        <p:grpSpPr>
          <a:xfrm>
            <a:off x="145881" y="206"/>
            <a:ext cx="8852237" cy="5143474"/>
            <a:chOff x="145881" y="206"/>
            <a:chExt cx="8852237" cy="5143474"/>
          </a:xfrm>
        </p:grpSpPr>
        <p:grpSp>
          <p:nvGrpSpPr>
            <p:cNvPr id="7312" name="Google Shape;7312;p23"/>
            <p:cNvGrpSpPr/>
            <p:nvPr/>
          </p:nvGrpSpPr>
          <p:grpSpPr>
            <a:xfrm>
              <a:off x="145881" y="206"/>
              <a:ext cx="600248" cy="4852321"/>
              <a:chOff x="384275" y="206"/>
              <a:chExt cx="600248" cy="4852321"/>
            </a:xfrm>
          </p:grpSpPr>
          <p:sp>
            <p:nvSpPr>
              <p:cNvPr id="7313" name="Google Shape;7313;p23"/>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23"/>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23"/>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23"/>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23"/>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23"/>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9" name="Google Shape;7319;p23"/>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23"/>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23"/>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23"/>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3" name="Google Shape;7323;p23"/>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4" name="Google Shape;7324;p23"/>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23"/>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23"/>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7" name="Google Shape;7327;p23"/>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8" name="Google Shape;7328;p23"/>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23"/>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23"/>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31" name="Google Shape;7331;p23"/>
              <p:cNvGrpSpPr/>
              <p:nvPr/>
            </p:nvGrpSpPr>
            <p:grpSpPr>
              <a:xfrm>
                <a:off x="384275" y="206"/>
                <a:ext cx="53414" cy="4852321"/>
                <a:chOff x="418506" y="206"/>
                <a:chExt cx="53414" cy="4852321"/>
              </a:xfrm>
            </p:grpSpPr>
            <p:sp>
              <p:nvSpPr>
                <p:cNvPr id="7332" name="Google Shape;7332;p23"/>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23"/>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23"/>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23"/>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23"/>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7" name="Google Shape;7337;p23"/>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8" name="Google Shape;7338;p23"/>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9" name="Google Shape;7339;p23"/>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23"/>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23"/>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23"/>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23"/>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23"/>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23"/>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6" name="Google Shape;7346;p23"/>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7" name="Google Shape;7347;p23"/>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8" name="Google Shape;7348;p23"/>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23"/>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23"/>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23"/>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23"/>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3" name="Google Shape;7353;p23"/>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4" name="Google Shape;7354;p23"/>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23"/>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23"/>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23"/>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23"/>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23"/>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23"/>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23"/>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2" name="Google Shape;7362;p23"/>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3" name="Google Shape;7363;p23"/>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23"/>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23"/>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6" name="Google Shape;7366;p23"/>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23"/>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8" name="Google Shape;7368;p23"/>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9" name="Google Shape;7369;p23"/>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23"/>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23"/>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23"/>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23"/>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4" name="Google Shape;7374;p23"/>
            <p:cNvGrpSpPr/>
            <p:nvPr/>
          </p:nvGrpSpPr>
          <p:grpSpPr>
            <a:xfrm>
              <a:off x="8398705" y="206"/>
              <a:ext cx="599413" cy="5143474"/>
              <a:chOff x="8322446" y="206"/>
              <a:chExt cx="599413" cy="5143474"/>
            </a:xfrm>
          </p:grpSpPr>
          <p:sp>
            <p:nvSpPr>
              <p:cNvPr id="7375" name="Google Shape;7375;p23"/>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6" name="Google Shape;7376;p23"/>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77" name="Google Shape;7377;p23"/>
              <p:cNvGrpSpPr/>
              <p:nvPr/>
            </p:nvGrpSpPr>
            <p:grpSpPr>
              <a:xfrm>
                <a:off x="8322446" y="206"/>
                <a:ext cx="599413" cy="5143474"/>
                <a:chOff x="8160192" y="206"/>
                <a:chExt cx="599413" cy="5143474"/>
              </a:xfrm>
            </p:grpSpPr>
            <p:grpSp>
              <p:nvGrpSpPr>
                <p:cNvPr id="7378" name="Google Shape;7378;p23"/>
                <p:cNvGrpSpPr/>
                <p:nvPr/>
              </p:nvGrpSpPr>
              <p:grpSpPr>
                <a:xfrm>
                  <a:off x="8706192" y="206"/>
                  <a:ext cx="53414" cy="5143474"/>
                  <a:chOff x="8511811" y="206"/>
                  <a:chExt cx="53414" cy="5143474"/>
                </a:xfrm>
              </p:grpSpPr>
              <p:sp>
                <p:nvSpPr>
                  <p:cNvPr id="7379" name="Google Shape;7379;p23"/>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0" name="Google Shape;7380;p23"/>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23"/>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23"/>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23"/>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23"/>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23"/>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6" name="Google Shape;7386;p23"/>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7" name="Google Shape;7387;p23"/>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8" name="Google Shape;7388;p23"/>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23"/>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23"/>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23"/>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23"/>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23"/>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23"/>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5" name="Google Shape;7395;p23"/>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6" name="Google Shape;7396;p23"/>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23"/>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23"/>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23"/>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23"/>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23"/>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23"/>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3" name="Google Shape;7403;p23"/>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4" name="Google Shape;7404;p23"/>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23"/>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23"/>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23"/>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23"/>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9" name="Google Shape;7409;p23"/>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23"/>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23"/>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23"/>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3" name="Google Shape;7413;p23"/>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4" name="Google Shape;7414;p23"/>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15" name="Google Shape;7415;p23"/>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23"/>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23"/>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23"/>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9" name="Google Shape;7419;p23"/>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0" name="Google Shape;7420;p23"/>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23"/>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23"/>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23"/>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23"/>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23"/>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6" name="Google Shape;7426;p23"/>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7" name="Google Shape;7427;p23"/>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23"/>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23"/>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23"/>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1" name="Google Shape;7431;p23"/>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23"/>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23"/>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4" name="Google Shape;7434;p23"/>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5" name="Google Shape;7435;p23"/>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23"/>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23"/>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23"/>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439" name="Google Shape;7439;p23"/>
          <p:cNvSpPr txBox="1"/>
          <p:nvPr>
            <p:ph idx="1" type="subTitle"/>
          </p:nvPr>
        </p:nvSpPr>
        <p:spPr>
          <a:xfrm>
            <a:off x="5668750" y="2345816"/>
            <a:ext cx="2641500" cy="530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40" name="Google Shape;7440;p23"/>
          <p:cNvSpPr txBox="1"/>
          <p:nvPr>
            <p:ph idx="2" type="subTitle"/>
          </p:nvPr>
        </p:nvSpPr>
        <p:spPr>
          <a:xfrm>
            <a:off x="5668750" y="2827636"/>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441" name="Google Shape;7441;p23"/>
          <p:cNvSpPr txBox="1"/>
          <p:nvPr>
            <p:ph idx="3" type="subTitle"/>
          </p:nvPr>
        </p:nvSpPr>
        <p:spPr>
          <a:xfrm>
            <a:off x="5668750" y="1222004"/>
            <a:ext cx="2641500" cy="530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42" name="Google Shape;7442;p23"/>
          <p:cNvSpPr txBox="1"/>
          <p:nvPr>
            <p:ph idx="4" type="subTitle"/>
          </p:nvPr>
        </p:nvSpPr>
        <p:spPr>
          <a:xfrm>
            <a:off x="5668750" y="1703824"/>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443" name="Google Shape;7443;p23"/>
          <p:cNvSpPr txBox="1"/>
          <p:nvPr>
            <p:ph idx="5" type="subTitle"/>
          </p:nvPr>
        </p:nvSpPr>
        <p:spPr>
          <a:xfrm>
            <a:off x="5668750" y="3469628"/>
            <a:ext cx="2641500" cy="530400"/>
          </a:xfrm>
          <a:prstGeom prst="rect">
            <a:avLst/>
          </a:prstGeom>
          <a:noFill/>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44" name="Google Shape;7444;p23"/>
          <p:cNvSpPr txBox="1"/>
          <p:nvPr>
            <p:ph idx="6" type="subTitle"/>
          </p:nvPr>
        </p:nvSpPr>
        <p:spPr>
          <a:xfrm>
            <a:off x="5668750" y="3951448"/>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445" name="Google Shape;7445;p23"/>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200"/>
              <a:buFont typeface="Fredoka One"/>
              <a:buNone/>
              <a:defRPr sz="3200"/>
            </a:lvl1pPr>
            <a:lvl2pPr lvl="1" rtl="0" algn="ctr">
              <a:spcBef>
                <a:spcPts val="0"/>
              </a:spcBef>
              <a:spcAft>
                <a:spcPts val="0"/>
              </a:spcAft>
              <a:buSzPts val="3600"/>
              <a:buFont typeface="Fredoka One"/>
              <a:buNone/>
              <a:defRPr sz="3600">
                <a:latin typeface="Fredoka One"/>
                <a:ea typeface="Fredoka One"/>
                <a:cs typeface="Fredoka One"/>
                <a:sym typeface="Fredoka One"/>
              </a:defRPr>
            </a:lvl2pPr>
            <a:lvl3pPr lvl="2" rtl="0" algn="ctr">
              <a:spcBef>
                <a:spcPts val="0"/>
              </a:spcBef>
              <a:spcAft>
                <a:spcPts val="0"/>
              </a:spcAft>
              <a:buSzPts val="3600"/>
              <a:buFont typeface="Fredoka One"/>
              <a:buNone/>
              <a:defRPr sz="3600">
                <a:latin typeface="Fredoka One"/>
                <a:ea typeface="Fredoka One"/>
                <a:cs typeface="Fredoka One"/>
                <a:sym typeface="Fredoka One"/>
              </a:defRPr>
            </a:lvl3pPr>
            <a:lvl4pPr lvl="3" rtl="0" algn="ctr">
              <a:spcBef>
                <a:spcPts val="0"/>
              </a:spcBef>
              <a:spcAft>
                <a:spcPts val="0"/>
              </a:spcAft>
              <a:buSzPts val="3600"/>
              <a:buFont typeface="Fredoka One"/>
              <a:buNone/>
              <a:defRPr sz="3600">
                <a:latin typeface="Fredoka One"/>
                <a:ea typeface="Fredoka One"/>
                <a:cs typeface="Fredoka One"/>
                <a:sym typeface="Fredoka One"/>
              </a:defRPr>
            </a:lvl4pPr>
            <a:lvl5pPr lvl="4" rtl="0" algn="ctr">
              <a:spcBef>
                <a:spcPts val="0"/>
              </a:spcBef>
              <a:spcAft>
                <a:spcPts val="0"/>
              </a:spcAft>
              <a:buSzPts val="3600"/>
              <a:buFont typeface="Fredoka One"/>
              <a:buNone/>
              <a:defRPr sz="3600">
                <a:latin typeface="Fredoka One"/>
                <a:ea typeface="Fredoka One"/>
                <a:cs typeface="Fredoka One"/>
                <a:sym typeface="Fredoka One"/>
              </a:defRPr>
            </a:lvl5pPr>
            <a:lvl6pPr lvl="5" rtl="0" algn="ctr">
              <a:spcBef>
                <a:spcPts val="0"/>
              </a:spcBef>
              <a:spcAft>
                <a:spcPts val="0"/>
              </a:spcAft>
              <a:buSzPts val="3600"/>
              <a:buFont typeface="Fredoka One"/>
              <a:buNone/>
              <a:defRPr sz="3600">
                <a:latin typeface="Fredoka One"/>
                <a:ea typeface="Fredoka One"/>
                <a:cs typeface="Fredoka One"/>
                <a:sym typeface="Fredoka One"/>
              </a:defRPr>
            </a:lvl6pPr>
            <a:lvl7pPr lvl="6" rtl="0" algn="ctr">
              <a:spcBef>
                <a:spcPts val="0"/>
              </a:spcBef>
              <a:spcAft>
                <a:spcPts val="0"/>
              </a:spcAft>
              <a:buSzPts val="3600"/>
              <a:buFont typeface="Fredoka One"/>
              <a:buNone/>
              <a:defRPr sz="3600">
                <a:latin typeface="Fredoka One"/>
                <a:ea typeface="Fredoka One"/>
                <a:cs typeface="Fredoka One"/>
                <a:sym typeface="Fredoka One"/>
              </a:defRPr>
            </a:lvl7pPr>
            <a:lvl8pPr lvl="7" rtl="0" algn="ctr">
              <a:spcBef>
                <a:spcPts val="0"/>
              </a:spcBef>
              <a:spcAft>
                <a:spcPts val="0"/>
              </a:spcAft>
              <a:buSzPts val="3600"/>
              <a:buFont typeface="Fredoka One"/>
              <a:buNone/>
              <a:defRPr sz="3600">
                <a:latin typeface="Fredoka One"/>
                <a:ea typeface="Fredoka One"/>
                <a:cs typeface="Fredoka One"/>
                <a:sym typeface="Fredoka One"/>
              </a:defRPr>
            </a:lvl8pPr>
            <a:lvl9pPr lvl="8" rtl="0" algn="ctr">
              <a:spcBef>
                <a:spcPts val="0"/>
              </a:spcBef>
              <a:spcAft>
                <a:spcPts val="0"/>
              </a:spcAft>
              <a:buSzPts val="3600"/>
              <a:buFont typeface="Fredoka One"/>
              <a:buNone/>
              <a:defRPr sz="3600">
                <a:latin typeface="Fredoka One"/>
                <a:ea typeface="Fredoka One"/>
                <a:cs typeface="Fredoka One"/>
                <a:sym typeface="Fredoka One"/>
              </a:defRPr>
            </a:lvl9pPr>
          </a:lstStyle>
          <a:p/>
        </p:txBody>
      </p:sp>
      <p:sp>
        <p:nvSpPr>
          <p:cNvPr id="7446" name="Google Shape;7446;p23"/>
          <p:cNvSpPr txBox="1"/>
          <p:nvPr>
            <p:ph idx="7" type="subTitle"/>
          </p:nvPr>
        </p:nvSpPr>
        <p:spPr>
          <a:xfrm>
            <a:off x="1739500" y="1222004"/>
            <a:ext cx="2641500" cy="530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47" name="Google Shape;7447;p23"/>
          <p:cNvSpPr txBox="1"/>
          <p:nvPr>
            <p:ph idx="8" type="subTitle"/>
          </p:nvPr>
        </p:nvSpPr>
        <p:spPr>
          <a:xfrm>
            <a:off x="1739500" y="1703824"/>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448" name="Google Shape;7448;p23"/>
          <p:cNvSpPr txBox="1"/>
          <p:nvPr>
            <p:ph idx="9" type="subTitle"/>
          </p:nvPr>
        </p:nvSpPr>
        <p:spPr>
          <a:xfrm>
            <a:off x="1739500" y="2345816"/>
            <a:ext cx="2641500" cy="530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49" name="Google Shape;7449;p23"/>
          <p:cNvSpPr txBox="1"/>
          <p:nvPr>
            <p:ph idx="13" type="subTitle"/>
          </p:nvPr>
        </p:nvSpPr>
        <p:spPr>
          <a:xfrm>
            <a:off x="1739500" y="2827636"/>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7450" name="Google Shape;7450;p23"/>
          <p:cNvSpPr txBox="1"/>
          <p:nvPr>
            <p:ph idx="14" type="subTitle"/>
          </p:nvPr>
        </p:nvSpPr>
        <p:spPr>
          <a:xfrm>
            <a:off x="1739500" y="3469628"/>
            <a:ext cx="2641500" cy="530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7451" name="Google Shape;7451;p23"/>
          <p:cNvSpPr txBox="1"/>
          <p:nvPr>
            <p:ph idx="15" type="subTitle"/>
          </p:nvPr>
        </p:nvSpPr>
        <p:spPr>
          <a:xfrm>
            <a:off x="1739500" y="3951448"/>
            <a:ext cx="2641500" cy="69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_3_2">
    <p:spTree>
      <p:nvGrpSpPr>
        <p:cNvPr id="7452" name="Shape 7452"/>
        <p:cNvGrpSpPr/>
        <p:nvPr/>
      </p:nvGrpSpPr>
      <p:grpSpPr>
        <a:xfrm>
          <a:off x="0" y="0"/>
          <a:ext cx="0" cy="0"/>
          <a:chOff x="0" y="0"/>
          <a:chExt cx="0" cy="0"/>
        </a:xfrm>
      </p:grpSpPr>
      <p:grpSp>
        <p:nvGrpSpPr>
          <p:cNvPr id="7453" name="Google Shape;7453;p24"/>
          <p:cNvGrpSpPr/>
          <p:nvPr/>
        </p:nvGrpSpPr>
        <p:grpSpPr>
          <a:xfrm>
            <a:off x="189" y="52"/>
            <a:ext cx="9144013" cy="5143533"/>
            <a:chOff x="4088025" y="1324225"/>
            <a:chExt cx="1348575" cy="1101800"/>
          </a:xfrm>
        </p:grpSpPr>
        <p:sp>
          <p:nvSpPr>
            <p:cNvPr id="7454" name="Google Shape;7454;p24"/>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24"/>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24"/>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24"/>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8" name="Google Shape;7458;p24"/>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24"/>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24"/>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1" name="Google Shape;7461;p24"/>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2" name="Google Shape;7462;p24"/>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3" name="Google Shape;7463;p24"/>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4" name="Google Shape;7464;p24"/>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5" name="Google Shape;7465;p24"/>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6" name="Google Shape;7466;p24"/>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7" name="Google Shape;7467;p24"/>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8" name="Google Shape;7468;p24"/>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24"/>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24"/>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24"/>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24"/>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3" name="Google Shape;7473;p24"/>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4" name="Google Shape;7474;p24"/>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24"/>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24"/>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24"/>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24"/>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24"/>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24"/>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24"/>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2" name="Google Shape;7482;p24"/>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3" name="Google Shape;7483;p24"/>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24"/>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24"/>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6" name="Google Shape;7486;p24"/>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7" name="Google Shape;7487;p24"/>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8" name="Google Shape;7488;p24"/>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24"/>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24"/>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1" name="Google Shape;7491;p24"/>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2" name="Google Shape;7492;p24"/>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24"/>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24"/>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24"/>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24"/>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24"/>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8" name="Google Shape;7498;p24"/>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9" name="Google Shape;7499;p24"/>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24"/>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24"/>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24"/>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3" name="Google Shape;7503;p24"/>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4" name="Google Shape;7504;p24"/>
          <p:cNvGrpSpPr/>
          <p:nvPr/>
        </p:nvGrpSpPr>
        <p:grpSpPr>
          <a:xfrm>
            <a:off x="34718" y="206"/>
            <a:ext cx="9074564" cy="5143474"/>
            <a:chOff x="34718" y="206"/>
            <a:chExt cx="9074564" cy="5143474"/>
          </a:xfrm>
        </p:grpSpPr>
        <p:sp>
          <p:nvSpPr>
            <p:cNvPr id="7505" name="Google Shape;7505;p24"/>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24"/>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24"/>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8" name="Google Shape;7508;p24"/>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9" name="Google Shape;7509;p24"/>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24"/>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1" name="Google Shape;7511;p24"/>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2" name="Google Shape;7512;p24"/>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24"/>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24"/>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24"/>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6" name="Google Shape;7516;p24"/>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7" name="Google Shape;7517;p24"/>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24"/>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24"/>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0" name="Google Shape;7520;p24"/>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1" name="Google Shape;7521;p24"/>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24"/>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24"/>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4" name="Google Shape;7524;p24"/>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5" name="Google Shape;7525;p24"/>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24"/>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24"/>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24"/>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9" name="Google Shape;7529;p24"/>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0" name="Google Shape;7530;p24"/>
            <p:cNvSpPr/>
            <p:nvPr/>
          </p:nvSpPr>
          <p:spPr>
            <a:xfrm>
              <a:off x="565521"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24"/>
            <p:cNvSpPr/>
            <p:nvPr/>
          </p:nvSpPr>
          <p:spPr>
            <a:xfrm>
              <a:off x="565521"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24"/>
            <p:cNvSpPr/>
            <p:nvPr/>
          </p:nvSpPr>
          <p:spPr>
            <a:xfrm>
              <a:off x="565521"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3" name="Google Shape;7533;p24"/>
            <p:cNvSpPr/>
            <p:nvPr/>
          </p:nvSpPr>
          <p:spPr>
            <a:xfrm>
              <a:off x="573748"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24"/>
            <p:cNvSpPr/>
            <p:nvPr/>
          </p:nvSpPr>
          <p:spPr>
            <a:xfrm>
              <a:off x="573748"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24"/>
            <p:cNvSpPr/>
            <p:nvPr/>
          </p:nvSpPr>
          <p:spPr>
            <a:xfrm>
              <a:off x="573748"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24"/>
            <p:cNvSpPr/>
            <p:nvPr/>
          </p:nvSpPr>
          <p:spPr>
            <a:xfrm>
              <a:off x="565521"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7" name="Google Shape;7537;p24"/>
            <p:cNvSpPr/>
            <p:nvPr/>
          </p:nvSpPr>
          <p:spPr>
            <a:xfrm>
              <a:off x="573748"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8" name="Google Shape;7538;p24"/>
            <p:cNvSpPr/>
            <p:nvPr/>
          </p:nvSpPr>
          <p:spPr>
            <a:xfrm>
              <a:off x="565521"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24"/>
            <p:cNvSpPr/>
            <p:nvPr/>
          </p:nvSpPr>
          <p:spPr>
            <a:xfrm>
              <a:off x="573748"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0" name="Google Shape;7540;p24"/>
            <p:cNvSpPr/>
            <p:nvPr/>
          </p:nvSpPr>
          <p:spPr>
            <a:xfrm>
              <a:off x="565521"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1" name="Google Shape;7541;p24"/>
            <p:cNvSpPr/>
            <p:nvPr/>
          </p:nvSpPr>
          <p:spPr>
            <a:xfrm>
              <a:off x="110467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24"/>
            <p:cNvSpPr/>
            <p:nvPr/>
          </p:nvSpPr>
          <p:spPr>
            <a:xfrm>
              <a:off x="110467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24"/>
            <p:cNvSpPr/>
            <p:nvPr/>
          </p:nvSpPr>
          <p:spPr>
            <a:xfrm>
              <a:off x="1104670"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24"/>
            <p:cNvSpPr/>
            <p:nvPr/>
          </p:nvSpPr>
          <p:spPr>
            <a:xfrm>
              <a:off x="109632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24"/>
            <p:cNvSpPr/>
            <p:nvPr/>
          </p:nvSpPr>
          <p:spPr>
            <a:xfrm>
              <a:off x="109632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6" name="Google Shape;7546;p24"/>
            <p:cNvSpPr/>
            <p:nvPr/>
          </p:nvSpPr>
          <p:spPr>
            <a:xfrm>
              <a:off x="1104670"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7" name="Google Shape;7547;p24"/>
            <p:cNvSpPr/>
            <p:nvPr/>
          </p:nvSpPr>
          <p:spPr>
            <a:xfrm>
              <a:off x="109632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24"/>
            <p:cNvSpPr/>
            <p:nvPr/>
          </p:nvSpPr>
          <p:spPr>
            <a:xfrm>
              <a:off x="1104670"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24"/>
            <p:cNvSpPr/>
            <p:nvPr/>
          </p:nvSpPr>
          <p:spPr>
            <a:xfrm>
              <a:off x="109632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0" name="Google Shape;7550;p24"/>
            <p:cNvSpPr/>
            <p:nvPr/>
          </p:nvSpPr>
          <p:spPr>
            <a:xfrm>
              <a:off x="109632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24"/>
            <p:cNvSpPr/>
            <p:nvPr/>
          </p:nvSpPr>
          <p:spPr>
            <a:xfrm>
              <a:off x="1104670"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24"/>
            <p:cNvSpPr/>
            <p:nvPr/>
          </p:nvSpPr>
          <p:spPr>
            <a:xfrm>
              <a:off x="1104670"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24"/>
            <p:cNvSpPr/>
            <p:nvPr/>
          </p:nvSpPr>
          <p:spPr>
            <a:xfrm>
              <a:off x="1370012"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4" name="Google Shape;7554;p24"/>
            <p:cNvSpPr/>
            <p:nvPr/>
          </p:nvSpPr>
          <p:spPr>
            <a:xfrm>
              <a:off x="1370012"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5" name="Google Shape;7555;p24"/>
            <p:cNvSpPr/>
            <p:nvPr/>
          </p:nvSpPr>
          <p:spPr>
            <a:xfrm>
              <a:off x="1370012"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24"/>
            <p:cNvSpPr/>
            <p:nvPr/>
          </p:nvSpPr>
          <p:spPr>
            <a:xfrm>
              <a:off x="1361785"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24"/>
            <p:cNvSpPr/>
            <p:nvPr/>
          </p:nvSpPr>
          <p:spPr>
            <a:xfrm>
              <a:off x="1361785" y="57702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24"/>
            <p:cNvSpPr/>
            <p:nvPr/>
          </p:nvSpPr>
          <p:spPr>
            <a:xfrm>
              <a:off x="1370012"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24"/>
            <p:cNvSpPr/>
            <p:nvPr/>
          </p:nvSpPr>
          <p:spPr>
            <a:xfrm>
              <a:off x="1361785" y="866394"/>
              <a:ext cx="53295" cy="80955"/>
            </a:xfrm>
            <a:custGeom>
              <a:rect b="b" l="l" r="r" t="t"/>
              <a:pathLst>
                <a:path extrusionOk="0" h="679" w="447">
                  <a:moveTo>
                    <a:pt x="224" y="70"/>
                  </a:moveTo>
                  <a:cubicBezTo>
                    <a:pt x="316" y="70"/>
                    <a:pt x="355" y="170"/>
                    <a:pt x="355" y="340"/>
                  </a:cubicBezTo>
                  <a:cubicBezTo>
                    <a:pt x="355" y="509"/>
                    <a:pt x="308" y="617"/>
                    <a:pt x="216" y="617"/>
                  </a:cubicBezTo>
                  <a:cubicBezTo>
                    <a:pt x="139" y="617"/>
                    <a:pt x="85" y="517"/>
                    <a:pt x="85" y="348"/>
                  </a:cubicBezTo>
                  <a:cubicBezTo>
                    <a:pt x="85" y="170"/>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24"/>
            <p:cNvSpPr/>
            <p:nvPr/>
          </p:nvSpPr>
          <p:spPr>
            <a:xfrm>
              <a:off x="1370012"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24"/>
            <p:cNvSpPr/>
            <p:nvPr/>
          </p:nvSpPr>
          <p:spPr>
            <a:xfrm>
              <a:off x="1361785" y="1155759"/>
              <a:ext cx="53295" cy="80955"/>
            </a:xfrm>
            <a:custGeom>
              <a:rect b="b" l="l" r="r" t="t"/>
              <a:pathLst>
                <a:path extrusionOk="0" h="679" w="447">
                  <a:moveTo>
                    <a:pt x="224" y="70"/>
                  </a:moveTo>
                  <a:cubicBezTo>
                    <a:pt x="316" y="70"/>
                    <a:pt x="355" y="170"/>
                    <a:pt x="355" y="340"/>
                  </a:cubicBezTo>
                  <a:cubicBezTo>
                    <a:pt x="355" y="509"/>
                    <a:pt x="308" y="610"/>
                    <a:pt x="216" y="610"/>
                  </a:cubicBezTo>
                  <a:cubicBezTo>
                    <a:pt x="139" y="610"/>
                    <a:pt x="85" y="517"/>
                    <a:pt x="85" y="348"/>
                  </a:cubicBezTo>
                  <a:cubicBezTo>
                    <a:pt x="85" y="163"/>
                    <a:pt x="146"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55"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24"/>
            <p:cNvSpPr/>
            <p:nvPr/>
          </p:nvSpPr>
          <p:spPr>
            <a:xfrm>
              <a:off x="1361785" y="1300979"/>
              <a:ext cx="53295" cy="80955"/>
            </a:xfrm>
            <a:custGeom>
              <a:rect b="b" l="l" r="r" t="t"/>
              <a:pathLst>
                <a:path extrusionOk="0" h="679" w="447">
                  <a:moveTo>
                    <a:pt x="224" y="70"/>
                  </a:moveTo>
                  <a:cubicBezTo>
                    <a:pt x="316" y="70"/>
                    <a:pt x="355" y="170"/>
                    <a:pt x="355" y="332"/>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3" name="Google Shape;7563;p24"/>
            <p:cNvSpPr/>
            <p:nvPr/>
          </p:nvSpPr>
          <p:spPr>
            <a:xfrm>
              <a:off x="1370012"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4" name="Google Shape;7564;p24"/>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5" name="Google Shape;7565;p24"/>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24"/>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7" name="Google Shape;7567;p24"/>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8" name="Google Shape;7568;p24"/>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24"/>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24"/>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1" name="Google Shape;7571;p24"/>
            <p:cNvSpPr/>
            <p:nvPr/>
          </p:nvSpPr>
          <p:spPr>
            <a:xfrm>
              <a:off x="853412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2" name="Google Shape;7572;p24"/>
            <p:cNvSpPr/>
            <p:nvPr/>
          </p:nvSpPr>
          <p:spPr>
            <a:xfrm>
              <a:off x="852590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24"/>
            <p:cNvSpPr/>
            <p:nvPr/>
          </p:nvSpPr>
          <p:spPr>
            <a:xfrm>
              <a:off x="8525900"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24"/>
            <p:cNvSpPr/>
            <p:nvPr/>
          </p:nvSpPr>
          <p:spPr>
            <a:xfrm>
              <a:off x="853412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24"/>
            <p:cNvSpPr/>
            <p:nvPr/>
          </p:nvSpPr>
          <p:spPr>
            <a:xfrm>
              <a:off x="8534126"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6" name="Google Shape;7576;p24"/>
            <p:cNvSpPr/>
            <p:nvPr/>
          </p:nvSpPr>
          <p:spPr>
            <a:xfrm>
              <a:off x="8534126"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7" name="Google Shape;7577;p24"/>
            <p:cNvSpPr/>
            <p:nvPr/>
          </p:nvSpPr>
          <p:spPr>
            <a:xfrm>
              <a:off x="8525900"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24"/>
            <p:cNvSpPr/>
            <p:nvPr/>
          </p:nvSpPr>
          <p:spPr>
            <a:xfrm>
              <a:off x="8534126"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24"/>
            <p:cNvSpPr/>
            <p:nvPr/>
          </p:nvSpPr>
          <p:spPr>
            <a:xfrm>
              <a:off x="8534126"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0" name="Google Shape;7580;p24"/>
            <p:cNvSpPr/>
            <p:nvPr/>
          </p:nvSpPr>
          <p:spPr>
            <a:xfrm>
              <a:off x="8525900"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24"/>
            <p:cNvSpPr/>
            <p:nvPr/>
          </p:nvSpPr>
          <p:spPr>
            <a:xfrm>
              <a:off x="8534126"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24"/>
            <p:cNvSpPr/>
            <p:nvPr/>
          </p:nvSpPr>
          <p:spPr>
            <a:xfrm>
              <a:off x="8525900"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3" name="Google Shape;7583;p24"/>
            <p:cNvSpPr/>
            <p:nvPr/>
          </p:nvSpPr>
          <p:spPr>
            <a:xfrm>
              <a:off x="8534126"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4" name="Google Shape;7584;p24"/>
            <p:cNvSpPr/>
            <p:nvPr/>
          </p:nvSpPr>
          <p:spPr>
            <a:xfrm>
              <a:off x="8525900"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24"/>
            <p:cNvSpPr/>
            <p:nvPr/>
          </p:nvSpPr>
          <p:spPr>
            <a:xfrm>
              <a:off x="8534126"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24"/>
            <p:cNvSpPr/>
            <p:nvPr/>
          </p:nvSpPr>
          <p:spPr>
            <a:xfrm>
              <a:off x="8525900"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24"/>
            <p:cNvSpPr/>
            <p:nvPr/>
          </p:nvSpPr>
          <p:spPr>
            <a:xfrm>
              <a:off x="8525900"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8" name="Google Shape;7588;p24"/>
            <p:cNvSpPr/>
            <p:nvPr/>
          </p:nvSpPr>
          <p:spPr>
            <a:xfrm>
              <a:off x="8534126"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9" name="Google Shape;7589;p24"/>
            <p:cNvSpPr/>
            <p:nvPr/>
          </p:nvSpPr>
          <p:spPr>
            <a:xfrm>
              <a:off x="8525900"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24"/>
            <p:cNvSpPr/>
            <p:nvPr/>
          </p:nvSpPr>
          <p:spPr>
            <a:xfrm>
              <a:off x="8525900"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1" name="Google Shape;7591;p24"/>
            <p:cNvSpPr/>
            <p:nvPr/>
          </p:nvSpPr>
          <p:spPr>
            <a:xfrm>
              <a:off x="8525900"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2" name="Google Shape;7592;p24"/>
            <p:cNvSpPr/>
            <p:nvPr/>
          </p:nvSpPr>
          <p:spPr>
            <a:xfrm>
              <a:off x="8534126"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24"/>
            <p:cNvSpPr/>
            <p:nvPr/>
          </p:nvSpPr>
          <p:spPr>
            <a:xfrm>
              <a:off x="8534126"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4" name="Google Shape;7594;p24"/>
            <p:cNvSpPr/>
            <p:nvPr/>
          </p:nvSpPr>
          <p:spPr>
            <a:xfrm>
              <a:off x="8534126"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5" name="Google Shape;7595;p24"/>
            <p:cNvSpPr/>
            <p:nvPr/>
          </p:nvSpPr>
          <p:spPr>
            <a:xfrm>
              <a:off x="8525900"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24"/>
            <p:cNvSpPr/>
            <p:nvPr/>
          </p:nvSpPr>
          <p:spPr>
            <a:xfrm>
              <a:off x="8534126"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24"/>
            <p:cNvSpPr/>
            <p:nvPr/>
          </p:nvSpPr>
          <p:spPr>
            <a:xfrm>
              <a:off x="8525900"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24"/>
            <p:cNvSpPr/>
            <p:nvPr/>
          </p:nvSpPr>
          <p:spPr>
            <a:xfrm>
              <a:off x="8534126"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24"/>
            <p:cNvSpPr/>
            <p:nvPr/>
          </p:nvSpPr>
          <p:spPr>
            <a:xfrm>
              <a:off x="8525900"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24"/>
            <p:cNvSpPr/>
            <p:nvPr/>
          </p:nvSpPr>
          <p:spPr>
            <a:xfrm>
              <a:off x="1635354"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24"/>
            <p:cNvSpPr/>
            <p:nvPr/>
          </p:nvSpPr>
          <p:spPr>
            <a:xfrm>
              <a:off x="1635354"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2" name="Google Shape;7602;p24"/>
            <p:cNvSpPr/>
            <p:nvPr/>
          </p:nvSpPr>
          <p:spPr>
            <a:xfrm>
              <a:off x="1635354"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3" name="Google Shape;7603;p24"/>
            <p:cNvSpPr/>
            <p:nvPr/>
          </p:nvSpPr>
          <p:spPr>
            <a:xfrm>
              <a:off x="162712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24"/>
            <p:cNvSpPr/>
            <p:nvPr/>
          </p:nvSpPr>
          <p:spPr>
            <a:xfrm>
              <a:off x="1627127"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24"/>
            <p:cNvSpPr/>
            <p:nvPr/>
          </p:nvSpPr>
          <p:spPr>
            <a:xfrm>
              <a:off x="1635354" y="72308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24"/>
            <p:cNvSpPr/>
            <p:nvPr/>
          </p:nvSpPr>
          <p:spPr>
            <a:xfrm>
              <a:off x="1627127"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93" y="517"/>
                    <a:pt x="93" y="348"/>
                  </a:cubicBezTo>
                  <a:cubicBezTo>
                    <a:pt x="93" y="170"/>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24"/>
            <p:cNvSpPr/>
            <p:nvPr/>
          </p:nvSpPr>
          <p:spPr>
            <a:xfrm>
              <a:off x="1635354" y="1012448"/>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8" name="Google Shape;7608;p24"/>
            <p:cNvSpPr/>
            <p:nvPr/>
          </p:nvSpPr>
          <p:spPr>
            <a:xfrm>
              <a:off x="1627127"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93" y="517"/>
                    <a:pt x="93" y="348"/>
                  </a:cubicBezTo>
                  <a:cubicBezTo>
                    <a:pt x="93" y="163"/>
                    <a:pt x="147" y="70"/>
                    <a:pt x="224" y="70"/>
                  </a:cubicBezTo>
                  <a:close/>
                  <a:moveTo>
                    <a:pt x="231" y="1"/>
                  </a:moveTo>
                  <a:cubicBezTo>
                    <a:pt x="93" y="1"/>
                    <a:pt x="0" y="124"/>
                    <a:pt x="0" y="348"/>
                  </a:cubicBezTo>
                  <a:cubicBezTo>
                    <a:pt x="0" y="563"/>
                    <a:pt x="93" y="679"/>
                    <a:pt x="216"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9" name="Google Shape;7609;p24"/>
            <p:cNvSpPr/>
            <p:nvPr/>
          </p:nvSpPr>
          <p:spPr>
            <a:xfrm>
              <a:off x="1627127"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93" y="509"/>
                    <a:pt x="93" y="339"/>
                  </a:cubicBezTo>
                  <a:cubicBezTo>
                    <a:pt x="93" y="162"/>
                    <a:pt x="147" y="70"/>
                    <a:pt x="224" y="70"/>
                  </a:cubicBezTo>
                  <a:close/>
                  <a:moveTo>
                    <a:pt x="231" y="0"/>
                  </a:moveTo>
                  <a:cubicBezTo>
                    <a:pt x="93" y="0"/>
                    <a:pt x="0" y="116"/>
                    <a:pt x="0" y="339"/>
                  </a:cubicBezTo>
                  <a:cubicBezTo>
                    <a:pt x="0" y="555"/>
                    <a:pt x="93" y="678"/>
                    <a:pt x="216"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24"/>
            <p:cNvSpPr/>
            <p:nvPr/>
          </p:nvSpPr>
          <p:spPr>
            <a:xfrm>
              <a:off x="6677090"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1" name="Google Shape;7611;p24"/>
            <p:cNvSpPr/>
            <p:nvPr/>
          </p:nvSpPr>
          <p:spPr>
            <a:xfrm>
              <a:off x="6677090"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2" name="Google Shape;7612;p24"/>
            <p:cNvSpPr/>
            <p:nvPr/>
          </p:nvSpPr>
          <p:spPr>
            <a:xfrm>
              <a:off x="6677090"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3" name="Google Shape;7613;p24"/>
            <p:cNvSpPr/>
            <p:nvPr/>
          </p:nvSpPr>
          <p:spPr>
            <a:xfrm>
              <a:off x="6668744"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24"/>
            <p:cNvSpPr/>
            <p:nvPr/>
          </p:nvSpPr>
          <p:spPr>
            <a:xfrm>
              <a:off x="6668744"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24"/>
            <p:cNvSpPr/>
            <p:nvPr/>
          </p:nvSpPr>
          <p:spPr>
            <a:xfrm>
              <a:off x="6677090" y="72308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6" name="Google Shape;7616;p24"/>
            <p:cNvSpPr/>
            <p:nvPr/>
          </p:nvSpPr>
          <p:spPr>
            <a:xfrm>
              <a:off x="6668744"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7" name="Google Shape;7617;p24"/>
            <p:cNvSpPr/>
            <p:nvPr/>
          </p:nvSpPr>
          <p:spPr>
            <a:xfrm>
              <a:off x="6677090" y="1012448"/>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24"/>
            <p:cNvSpPr/>
            <p:nvPr/>
          </p:nvSpPr>
          <p:spPr>
            <a:xfrm>
              <a:off x="6668744"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24"/>
            <p:cNvSpPr/>
            <p:nvPr/>
          </p:nvSpPr>
          <p:spPr>
            <a:xfrm>
              <a:off x="6668744"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24"/>
            <p:cNvSpPr/>
            <p:nvPr/>
          </p:nvSpPr>
          <p:spPr>
            <a:xfrm>
              <a:off x="7738816"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24"/>
            <p:cNvSpPr/>
            <p:nvPr/>
          </p:nvSpPr>
          <p:spPr>
            <a:xfrm>
              <a:off x="7738816"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24"/>
            <p:cNvSpPr/>
            <p:nvPr/>
          </p:nvSpPr>
          <p:spPr>
            <a:xfrm>
              <a:off x="7738816"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24"/>
            <p:cNvSpPr/>
            <p:nvPr/>
          </p:nvSpPr>
          <p:spPr>
            <a:xfrm>
              <a:off x="7730589"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24"/>
            <p:cNvSpPr/>
            <p:nvPr/>
          </p:nvSpPr>
          <p:spPr>
            <a:xfrm>
              <a:off x="7730589"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24"/>
            <p:cNvSpPr/>
            <p:nvPr/>
          </p:nvSpPr>
          <p:spPr>
            <a:xfrm>
              <a:off x="7738816"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6" name="Google Shape;7626;p24"/>
            <p:cNvSpPr/>
            <p:nvPr/>
          </p:nvSpPr>
          <p:spPr>
            <a:xfrm>
              <a:off x="7730589" y="866394"/>
              <a:ext cx="53295" cy="80955"/>
            </a:xfrm>
            <a:custGeom>
              <a:rect b="b" l="l" r="r" t="t"/>
              <a:pathLst>
                <a:path extrusionOk="0" h="679" w="447">
                  <a:moveTo>
                    <a:pt x="224" y="70"/>
                  </a:moveTo>
                  <a:cubicBezTo>
                    <a:pt x="316" y="70"/>
                    <a:pt x="362" y="170"/>
                    <a:pt x="362" y="340"/>
                  </a:cubicBezTo>
                  <a:cubicBezTo>
                    <a:pt x="362" y="509"/>
                    <a:pt x="316" y="617"/>
                    <a:pt x="224" y="617"/>
                  </a:cubicBezTo>
                  <a:cubicBezTo>
                    <a:pt x="147" y="617"/>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7" name="Google Shape;7627;p24"/>
            <p:cNvSpPr/>
            <p:nvPr/>
          </p:nvSpPr>
          <p:spPr>
            <a:xfrm>
              <a:off x="7738816" y="1012448"/>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24"/>
            <p:cNvSpPr/>
            <p:nvPr/>
          </p:nvSpPr>
          <p:spPr>
            <a:xfrm>
              <a:off x="7730589" y="115575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63"/>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24"/>
            <p:cNvSpPr/>
            <p:nvPr/>
          </p:nvSpPr>
          <p:spPr>
            <a:xfrm>
              <a:off x="7730589" y="1300979"/>
              <a:ext cx="53295" cy="80955"/>
            </a:xfrm>
            <a:custGeom>
              <a:rect b="b" l="l" r="r" t="t"/>
              <a:pathLst>
                <a:path extrusionOk="0" h="679" w="447">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24"/>
            <p:cNvSpPr/>
            <p:nvPr/>
          </p:nvSpPr>
          <p:spPr>
            <a:xfrm>
              <a:off x="7738816" y="144703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1" name="Google Shape;7631;p24"/>
            <p:cNvSpPr/>
            <p:nvPr/>
          </p:nvSpPr>
          <p:spPr>
            <a:xfrm>
              <a:off x="879958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24"/>
            <p:cNvSpPr/>
            <p:nvPr/>
          </p:nvSpPr>
          <p:spPr>
            <a:xfrm>
              <a:off x="879958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24"/>
            <p:cNvSpPr/>
            <p:nvPr/>
          </p:nvSpPr>
          <p:spPr>
            <a:xfrm>
              <a:off x="879958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4" name="Google Shape;7634;p24"/>
            <p:cNvSpPr/>
            <p:nvPr/>
          </p:nvSpPr>
          <p:spPr>
            <a:xfrm>
              <a:off x="879136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5" name="Google Shape;7635;p24"/>
            <p:cNvSpPr/>
            <p:nvPr/>
          </p:nvSpPr>
          <p:spPr>
            <a:xfrm>
              <a:off x="879136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24"/>
            <p:cNvSpPr/>
            <p:nvPr/>
          </p:nvSpPr>
          <p:spPr>
            <a:xfrm>
              <a:off x="879958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24"/>
            <p:cNvSpPr/>
            <p:nvPr/>
          </p:nvSpPr>
          <p:spPr>
            <a:xfrm>
              <a:off x="879136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24"/>
            <p:cNvSpPr/>
            <p:nvPr/>
          </p:nvSpPr>
          <p:spPr>
            <a:xfrm>
              <a:off x="879958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24"/>
            <p:cNvSpPr/>
            <p:nvPr/>
          </p:nvSpPr>
          <p:spPr>
            <a:xfrm>
              <a:off x="879136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0" name="Google Shape;7640;p24"/>
            <p:cNvSpPr/>
            <p:nvPr/>
          </p:nvSpPr>
          <p:spPr>
            <a:xfrm>
              <a:off x="879136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1" name="Google Shape;7641;p24"/>
            <p:cNvSpPr/>
            <p:nvPr/>
          </p:nvSpPr>
          <p:spPr>
            <a:xfrm>
              <a:off x="879958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24"/>
            <p:cNvSpPr/>
            <p:nvPr/>
          </p:nvSpPr>
          <p:spPr>
            <a:xfrm>
              <a:off x="879958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24"/>
            <p:cNvSpPr/>
            <p:nvPr/>
          </p:nvSpPr>
          <p:spPr>
            <a:xfrm>
              <a:off x="879958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4" name="Google Shape;7644;p24"/>
            <p:cNvSpPr/>
            <p:nvPr/>
          </p:nvSpPr>
          <p:spPr>
            <a:xfrm>
              <a:off x="879136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5" name="Google Shape;7645;p24"/>
            <p:cNvSpPr/>
            <p:nvPr/>
          </p:nvSpPr>
          <p:spPr>
            <a:xfrm>
              <a:off x="879958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24"/>
            <p:cNvSpPr/>
            <p:nvPr/>
          </p:nvSpPr>
          <p:spPr>
            <a:xfrm>
              <a:off x="879958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24"/>
            <p:cNvSpPr/>
            <p:nvPr/>
          </p:nvSpPr>
          <p:spPr>
            <a:xfrm>
              <a:off x="879136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24"/>
            <p:cNvSpPr/>
            <p:nvPr/>
          </p:nvSpPr>
          <p:spPr>
            <a:xfrm>
              <a:off x="879958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9" name="Google Shape;7649;p24"/>
            <p:cNvSpPr/>
            <p:nvPr/>
          </p:nvSpPr>
          <p:spPr>
            <a:xfrm>
              <a:off x="879136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0" name="Google Shape;7650;p24"/>
            <p:cNvSpPr/>
            <p:nvPr/>
          </p:nvSpPr>
          <p:spPr>
            <a:xfrm>
              <a:off x="879958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24"/>
            <p:cNvSpPr/>
            <p:nvPr/>
          </p:nvSpPr>
          <p:spPr>
            <a:xfrm>
              <a:off x="879136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2" name="Google Shape;7652;p24"/>
            <p:cNvSpPr/>
            <p:nvPr/>
          </p:nvSpPr>
          <p:spPr>
            <a:xfrm>
              <a:off x="879958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24"/>
            <p:cNvSpPr/>
            <p:nvPr/>
          </p:nvSpPr>
          <p:spPr>
            <a:xfrm>
              <a:off x="879136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24"/>
            <p:cNvSpPr/>
            <p:nvPr/>
          </p:nvSpPr>
          <p:spPr>
            <a:xfrm>
              <a:off x="879136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24"/>
            <p:cNvSpPr/>
            <p:nvPr/>
          </p:nvSpPr>
          <p:spPr>
            <a:xfrm>
              <a:off x="879958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24"/>
            <p:cNvSpPr/>
            <p:nvPr/>
          </p:nvSpPr>
          <p:spPr>
            <a:xfrm>
              <a:off x="879136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24"/>
            <p:cNvSpPr/>
            <p:nvPr/>
          </p:nvSpPr>
          <p:spPr>
            <a:xfrm>
              <a:off x="879136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24"/>
            <p:cNvSpPr/>
            <p:nvPr/>
          </p:nvSpPr>
          <p:spPr>
            <a:xfrm>
              <a:off x="879136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24"/>
            <p:cNvSpPr/>
            <p:nvPr/>
          </p:nvSpPr>
          <p:spPr>
            <a:xfrm>
              <a:off x="879958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0" name="Google Shape;7660;p24"/>
            <p:cNvSpPr/>
            <p:nvPr/>
          </p:nvSpPr>
          <p:spPr>
            <a:xfrm>
              <a:off x="879958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1" name="Google Shape;7661;p24"/>
            <p:cNvSpPr/>
            <p:nvPr/>
          </p:nvSpPr>
          <p:spPr>
            <a:xfrm>
              <a:off x="879958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24"/>
            <p:cNvSpPr/>
            <p:nvPr/>
          </p:nvSpPr>
          <p:spPr>
            <a:xfrm>
              <a:off x="879136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24"/>
            <p:cNvSpPr/>
            <p:nvPr/>
          </p:nvSpPr>
          <p:spPr>
            <a:xfrm>
              <a:off x="879958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4" name="Google Shape;7664;p24"/>
            <p:cNvSpPr/>
            <p:nvPr/>
          </p:nvSpPr>
          <p:spPr>
            <a:xfrm>
              <a:off x="879136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5" name="Google Shape;7665;p24"/>
            <p:cNvSpPr/>
            <p:nvPr/>
          </p:nvSpPr>
          <p:spPr>
            <a:xfrm>
              <a:off x="879958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6" name="Google Shape;7666;p24"/>
            <p:cNvSpPr/>
            <p:nvPr/>
          </p:nvSpPr>
          <p:spPr>
            <a:xfrm>
              <a:off x="879136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24"/>
            <p:cNvSpPr/>
            <p:nvPr/>
          </p:nvSpPr>
          <p:spPr>
            <a:xfrm>
              <a:off x="429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24"/>
            <p:cNvSpPr/>
            <p:nvPr/>
          </p:nvSpPr>
          <p:spPr>
            <a:xfrm>
              <a:off x="429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9" name="Google Shape;7669;p24"/>
            <p:cNvSpPr/>
            <p:nvPr/>
          </p:nvSpPr>
          <p:spPr>
            <a:xfrm>
              <a:off x="429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0" name="Google Shape;7670;p24"/>
            <p:cNvSpPr/>
            <p:nvPr/>
          </p:nvSpPr>
          <p:spPr>
            <a:xfrm>
              <a:off x="429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24"/>
            <p:cNvSpPr/>
            <p:nvPr/>
          </p:nvSpPr>
          <p:spPr>
            <a:xfrm>
              <a:off x="347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2" name="Google Shape;7672;p24"/>
            <p:cNvSpPr/>
            <p:nvPr/>
          </p:nvSpPr>
          <p:spPr>
            <a:xfrm>
              <a:off x="347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3" name="Google Shape;7673;p24"/>
            <p:cNvSpPr/>
            <p:nvPr/>
          </p:nvSpPr>
          <p:spPr>
            <a:xfrm>
              <a:off x="429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24"/>
            <p:cNvSpPr/>
            <p:nvPr/>
          </p:nvSpPr>
          <p:spPr>
            <a:xfrm>
              <a:off x="347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24"/>
            <p:cNvSpPr/>
            <p:nvPr/>
          </p:nvSpPr>
          <p:spPr>
            <a:xfrm>
              <a:off x="429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24"/>
            <p:cNvSpPr/>
            <p:nvPr/>
          </p:nvSpPr>
          <p:spPr>
            <a:xfrm>
              <a:off x="347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24"/>
            <p:cNvSpPr/>
            <p:nvPr/>
          </p:nvSpPr>
          <p:spPr>
            <a:xfrm>
              <a:off x="429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8" name="Google Shape;7678;p24"/>
            <p:cNvSpPr/>
            <p:nvPr/>
          </p:nvSpPr>
          <p:spPr>
            <a:xfrm>
              <a:off x="347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9" name="Google Shape;7679;p24"/>
            <p:cNvSpPr/>
            <p:nvPr/>
          </p:nvSpPr>
          <p:spPr>
            <a:xfrm>
              <a:off x="429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24"/>
            <p:cNvSpPr/>
            <p:nvPr/>
          </p:nvSpPr>
          <p:spPr>
            <a:xfrm>
              <a:off x="347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24"/>
            <p:cNvSpPr/>
            <p:nvPr/>
          </p:nvSpPr>
          <p:spPr>
            <a:xfrm>
              <a:off x="429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2" name="Google Shape;7682;p24"/>
            <p:cNvSpPr/>
            <p:nvPr/>
          </p:nvSpPr>
          <p:spPr>
            <a:xfrm>
              <a:off x="429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3" name="Google Shape;7683;p24"/>
            <p:cNvSpPr/>
            <p:nvPr/>
          </p:nvSpPr>
          <p:spPr>
            <a:xfrm>
              <a:off x="347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4" name="Google Shape;7684;p24"/>
            <p:cNvSpPr/>
            <p:nvPr/>
          </p:nvSpPr>
          <p:spPr>
            <a:xfrm>
              <a:off x="347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24"/>
            <p:cNvSpPr/>
            <p:nvPr/>
          </p:nvSpPr>
          <p:spPr>
            <a:xfrm>
              <a:off x="429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24"/>
            <p:cNvSpPr/>
            <p:nvPr/>
          </p:nvSpPr>
          <p:spPr>
            <a:xfrm>
              <a:off x="347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24"/>
            <p:cNvSpPr/>
            <p:nvPr/>
          </p:nvSpPr>
          <p:spPr>
            <a:xfrm>
              <a:off x="429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8" name="Google Shape;7688;p24"/>
            <p:cNvSpPr/>
            <p:nvPr/>
          </p:nvSpPr>
          <p:spPr>
            <a:xfrm>
              <a:off x="429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9" name="Google Shape;7689;p24"/>
            <p:cNvSpPr/>
            <p:nvPr/>
          </p:nvSpPr>
          <p:spPr>
            <a:xfrm>
              <a:off x="347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24"/>
            <p:cNvSpPr/>
            <p:nvPr/>
          </p:nvSpPr>
          <p:spPr>
            <a:xfrm>
              <a:off x="347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24"/>
            <p:cNvSpPr/>
            <p:nvPr/>
          </p:nvSpPr>
          <p:spPr>
            <a:xfrm>
              <a:off x="347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24"/>
            <p:cNvSpPr/>
            <p:nvPr/>
          </p:nvSpPr>
          <p:spPr>
            <a:xfrm>
              <a:off x="429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24"/>
            <p:cNvSpPr/>
            <p:nvPr/>
          </p:nvSpPr>
          <p:spPr>
            <a:xfrm>
              <a:off x="429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4" name="Google Shape;7694;p24"/>
            <p:cNvSpPr/>
            <p:nvPr/>
          </p:nvSpPr>
          <p:spPr>
            <a:xfrm>
              <a:off x="429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5" name="Google Shape;7695;p24"/>
            <p:cNvSpPr/>
            <p:nvPr/>
          </p:nvSpPr>
          <p:spPr>
            <a:xfrm>
              <a:off x="347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24"/>
            <p:cNvSpPr/>
            <p:nvPr/>
          </p:nvSpPr>
          <p:spPr>
            <a:xfrm>
              <a:off x="429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24"/>
            <p:cNvSpPr/>
            <p:nvPr/>
          </p:nvSpPr>
          <p:spPr>
            <a:xfrm>
              <a:off x="347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8" name="Google Shape;7698;p24"/>
            <p:cNvSpPr/>
            <p:nvPr/>
          </p:nvSpPr>
          <p:spPr>
            <a:xfrm>
              <a:off x="429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9" name="Google Shape;7699;p24"/>
            <p:cNvSpPr/>
            <p:nvPr/>
          </p:nvSpPr>
          <p:spPr>
            <a:xfrm>
              <a:off x="347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0" name="Google Shape;7700;p24"/>
            <p:cNvSpPr/>
            <p:nvPr/>
          </p:nvSpPr>
          <p:spPr>
            <a:xfrm>
              <a:off x="429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24"/>
            <p:cNvSpPr/>
            <p:nvPr/>
          </p:nvSpPr>
          <p:spPr>
            <a:xfrm>
              <a:off x="308286"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24"/>
            <p:cNvSpPr/>
            <p:nvPr/>
          </p:nvSpPr>
          <p:spPr>
            <a:xfrm>
              <a:off x="308286"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3" name="Google Shape;7703;p24"/>
            <p:cNvSpPr/>
            <p:nvPr/>
          </p:nvSpPr>
          <p:spPr>
            <a:xfrm>
              <a:off x="308286"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4" name="Google Shape;7704;p24"/>
            <p:cNvSpPr/>
            <p:nvPr/>
          </p:nvSpPr>
          <p:spPr>
            <a:xfrm>
              <a:off x="308286"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24"/>
            <p:cNvSpPr/>
            <p:nvPr/>
          </p:nvSpPr>
          <p:spPr>
            <a:xfrm>
              <a:off x="300060"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24"/>
            <p:cNvSpPr/>
            <p:nvPr/>
          </p:nvSpPr>
          <p:spPr>
            <a:xfrm>
              <a:off x="300060"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24"/>
            <p:cNvSpPr/>
            <p:nvPr/>
          </p:nvSpPr>
          <p:spPr>
            <a:xfrm>
              <a:off x="308286"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24"/>
            <p:cNvSpPr/>
            <p:nvPr/>
          </p:nvSpPr>
          <p:spPr>
            <a:xfrm>
              <a:off x="300060"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24"/>
            <p:cNvSpPr/>
            <p:nvPr/>
          </p:nvSpPr>
          <p:spPr>
            <a:xfrm>
              <a:off x="308286"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0" name="Google Shape;7710;p24"/>
            <p:cNvSpPr/>
            <p:nvPr/>
          </p:nvSpPr>
          <p:spPr>
            <a:xfrm>
              <a:off x="300060"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1" name="Google Shape;7711;p24"/>
            <p:cNvSpPr/>
            <p:nvPr/>
          </p:nvSpPr>
          <p:spPr>
            <a:xfrm>
              <a:off x="308286"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24"/>
            <p:cNvSpPr/>
            <p:nvPr/>
          </p:nvSpPr>
          <p:spPr>
            <a:xfrm>
              <a:off x="300060"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3" name="Google Shape;7713;p24"/>
            <p:cNvSpPr/>
            <p:nvPr/>
          </p:nvSpPr>
          <p:spPr>
            <a:xfrm>
              <a:off x="308286"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4" name="Google Shape;7714;p24"/>
            <p:cNvSpPr/>
            <p:nvPr/>
          </p:nvSpPr>
          <p:spPr>
            <a:xfrm>
              <a:off x="300060"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24"/>
            <p:cNvSpPr/>
            <p:nvPr/>
          </p:nvSpPr>
          <p:spPr>
            <a:xfrm>
              <a:off x="308286"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24"/>
            <p:cNvSpPr/>
            <p:nvPr/>
          </p:nvSpPr>
          <p:spPr>
            <a:xfrm>
              <a:off x="308286"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24"/>
            <p:cNvSpPr/>
            <p:nvPr/>
          </p:nvSpPr>
          <p:spPr>
            <a:xfrm>
              <a:off x="300060"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8" name="Google Shape;7718;p24"/>
            <p:cNvSpPr/>
            <p:nvPr/>
          </p:nvSpPr>
          <p:spPr>
            <a:xfrm>
              <a:off x="300060"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9" name="Google Shape;7719;p24"/>
            <p:cNvSpPr/>
            <p:nvPr/>
          </p:nvSpPr>
          <p:spPr>
            <a:xfrm>
              <a:off x="308286"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24"/>
            <p:cNvSpPr/>
            <p:nvPr/>
          </p:nvSpPr>
          <p:spPr>
            <a:xfrm>
              <a:off x="300060"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24"/>
            <p:cNvSpPr/>
            <p:nvPr/>
          </p:nvSpPr>
          <p:spPr>
            <a:xfrm>
              <a:off x="308286"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2" name="Google Shape;7722;p24"/>
            <p:cNvSpPr/>
            <p:nvPr/>
          </p:nvSpPr>
          <p:spPr>
            <a:xfrm>
              <a:off x="308286"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3" name="Google Shape;7723;p24"/>
            <p:cNvSpPr/>
            <p:nvPr/>
          </p:nvSpPr>
          <p:spPr>
            <a:xfrm>
              <a:off x="300060"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4" name="Google Shape;7724;p24"/>
            <p:cNvSpPr/>
            <p:nvPr/>
          </p:nvSpPr>
          <p:spPr>
            <a:xfrm>
              <a:off x="300060"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24"/>
            <p:cNvSpPr/>
            <p:nvPr/>
          </p:nvSpPr>
          <p:spPr>
            <a:xfrm>
              <a:off x="300060"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6" name="Google Shape;7726;p24"/>
            <p:cNvSpPr/>
            <p:nvPr/>
          </p:nvSpPr>
          <p:spPr>
            <a:xfrm>
              <a:off x="308286"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7" name="Google Shape;7727;p24"/>
            <p:cNvSpPr/>
            <p:nvPr/>
          </p:nvSpPr>
          <p:spPr>
            <a:xfrm>
              <a:off x="308286"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24"/>
            <p:cNvSpPr/>
            <p:nvPr/>
          </p:nvSpPr>
          <p:spPr>
            <a:xfrm>
              <a:off x="308286"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9" name="Google Shape;7729;p24"/>
            <p:cNvSpPr/>
            <p:nvPr/>
          </p:nvSpPr>
          <p:spPr>
            <a:xfrm>
              <a:off x="300060"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0" name="Google Shape;7730;p24"/>
            <p:cNvSpPr/>
            <p:nvPr/>
          </p:nvSpPr>
          <p:spPr>
            <a:xfrm>
              <a:off x="308286"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24"/>
            <p:cNvSpPr/>
            <p:nvPr/>
          </p:nvSpPr>
          <p:spPr>
            <a:xfrm>
              <a:off x="300060"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2" name="Google Shape;7732;p24"/>
            <p:cNvSpPr/>
            <p:nvPr/>
          </p:nvSpPr>
          <p:spPr>
            <a:xfrm>
              <a:off x="308286"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3" name="Google Shape;7733;p24"/>
            <p:cNvSpPr/>
            <p:nvPr/>
          </p:nvSpPr>
          <p:spPr>
            <a:xfrm>
              <a:off x="300060"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24"/>
            <p:cNvSpPr/>
            <p:nvPr/>
          </p:nvSpPr>
          <p:spPr>
            <a:xfrm>
              <a:off x="308286"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5" name="Google Shape;7735;p24"/>
            <p:cNvSpPr/>
            <p:nvPr/>
          </p:nvSpPr>
          <p:spPr>
            <a:xfrm>
              <a:off x="190081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6" name="Google Shape;7736;p24"/>
            <p:cNvSpPr/>
            <p:nvPr/>
          </p:nvSpPr>
          <p:spPr>
            <a:xfrm>
              <a:off x="190081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24"/>
            <p:cNvSpPr/>
            <p:nvPr/>
          </p:nvSpPr>
          <p:spPr>
            <a:xfrm>
              <a:off x="190081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8" name="Google Shape;7738;p24"/>
            <p:cNvSpPr/>
            <p:nvPr/>
          </p:nvSpPr>
          <p:spPr>
            <a:xfrm>
              <a:off x="190081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9" name="Google Shape;7739;p24"/>
            <p:cNvSpPr/>
            <p:nvPr/>
          </p:nvSpPr>
          <p:spPr>
            <a:xfrm>
              <a:off x="189258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24"/>
            <p:cNvSpPr/>
            <p:nvPr/>
          </p:nvSpPr>
          <p:spPr>
            <a:xfrm>
              <a:off x="1892589"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1" name="Google Shape;7741;p24"/>
            <p:cNvSpPr/>
            <p:nvPr/>
          </p:nvSpPr>
          <p:spPr>
            <a:xfrm>
              <a:off x="1900815"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2" name="Google Shape;7742;p24"/>
            <p:cNvSpPr/>
            <p:nvPr/>
          </p:nvSpPr>
          <p:spPr>
            <a:xfrm>
              <a:off x="1892589"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1" y="0"/>
                  </a:moveTo>
                  <a:cubicBezTo>
                    <a:pt x="93" y="0"/>
                    <a:pt x="0" y="124"/>
                    <a:pt x="0" y="347"/>
                  </a:cubicBezTo>
                  <a:cubicBezTo>
                    <a:pt x="0" y="563"/>
                    <a:pt x="85" y="686"/>
                    <a:pt x="216"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24"/>
            <p:cNvSpPr/>
            <p:nvPr/>
          </p:nvSpPr>
          <p:spPr>
            <a:xfrm>
              <a:off x="1900815"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4" name="Google Shape;7744;p24"/>
            <p:cNvSpPr/>
            <p:nvPr/>
          </p:nvSpPr>
          <p:spPr>
            <a:xfrm>
              <a:off x="1892589"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1" y="0"/>
                  </a:moveTo>
                  <a:cubicBezTo>
                    <a:pt x="93" y="0"/>
                    <a:pt x="0" y="116"/>
                    <a:pt x="0" y="339"/>
                  </a:cubicBezTo>
                  <a:cubicBezTo>
                    <a:pt x="0" y="555"/>
                    <a:pt x="85" y="678"/>
                    <a:pt x="216"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5" name="Google Shape;7745;p24"/>
            <p:cNvSpPr/>
            <p:nvPr/>
          </p:nvSpPr>
          <p:spPr>
            <a:xfrm>
              <a:off x="1900815"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6" name="Google Shape;7746;p24"/>
            <p:cNvSpPr/>
            <p:nvPr/>
          </p:nvSpPr>
          <p:spPr>
            <a:xfrm>
              <a:off x="2166277"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7" name="Google Shape;7747;p24"/>
            <p:cNvSpPr/>
            <p:nvPr/>
          </p:nvSpPr>
          <p:spPr>
            <a:xfrm>
              <a:off x="2166277"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8" name="Google Shape;7748;p24"/>
            <p:cNvSpPr/>
            <p:nvPr/>
          </p:nvSpPr>
          <p:spPr>
            <a:xfrm>
              <a:off x="2166277"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24"/>
            <p:cNvSpPr/>
            <p:nvPr/>
          </p:nvSpPr>
          <p:spPr>
            <a:xfrm>
              <a:off x="2166277"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0" name="Google Shape;7750;p24"/>
            <p:cNvSpPr/>
            <p:nvPr/>
          </p:nvSpPr>
          <p:spPr>
            <a:xfrm>
              <a:off x="2158050"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1" name="Google Shape;7751;p24"/>
            <p:cNvSpPr/>
            <p:nvPr/>
          </p:nvSpPr>
          <p:spPr>
            <a:xfrm>
              <a:off x="2158050"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24"/>
            <p:cNvSpPr/>
            <p:nvPr/>
          </p:nvSpPr>
          <p:spPr>
            <a:xfrm>
              <a:off x="2166277"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24"/>
            <p:cNvSpPr/>
            <p:nvPr/>
          </p:nvSpPr>
          <p:spPr>
            <a:xfrm>
              <a:off x="2158050"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4" name="Google Shape;7754;p24"/>
            <p:cNvSpPr/>
            <p:nvPr/>
          </p:nvSpPr>
          <p:spPr>
            <a:xfrm>
              <a:off x="2166277"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5" name="Google Shape;7755;p24"/>
            <p:cNvSpPr/>
            <p:nvPr/>
          </p:nvSpPr>
          <p:spPr>
            <a:xfrm>
              <a:off x="2158050"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24"/>
            <p:cNvSpPr/>
            <p:nvPr/>
          </p:nvSpPr>
          <p:spPr>
            <a:xfrm>
              <a:off x="243185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24"/>
            <p:cNvSpPr/>
            <p:nvPr/>
          </p:nvSpPr>
          <p:spPr>
            <a:xfrm>
              <a:off x="243185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24"/>
            <p:cNvSpPr/>
            <p:nvPr/>
          </p:nvSpPr>
          <p:spPr>
            <a:xfrm>
              <a:off x="2431857"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9" name="Google Shape;7759;p24"/>
            <p:cNvSpPr/>
            <p:nvPr/>
          </p:nvSpPr>
          <p:spPr>
            <a:xfrm>
              <a:off x="2431857"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0" name="Google Shape;7760;p24"/>
            <p:cNvSpPr/>
            <p:nvPr/>
          </p:nvSpPr>
          <p:spPr>
            <a:xfrm>
              <a:off x="2423511"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24"/>
            <p:cNvSpPr/>
            <p:nvPr/>
          </p:nvSpPr>
          <p:spPr>
            <a:xfrm>
              <a:off x="2423511"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24"/>
            <p:cNvSpPr/>
            <p:nvPr/>
          </p:nvSpPr>
          <p:spPr>
            <a:xfrm>
              <a:off x="2431857"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3" name="Google Shape;7763;p24"/>
            <p:cNvSpPr/>
            <p:nvPr/>
          </p:nvSpPr>
          <p:spPr>
            <a:xfrm>
              <a:off x="2423511"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4" name="Google Shape;7764;p24"/>
            <p:cNvSpPr/>
            <p:nvPr/>
          </p:nvSpPr>
          <p:spPr>
            <a:xfrm>
              <a:off x="2431857"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5" name="Google Shape;7765;p24"/>
            <p:cNvSpPr/>
            <p:nvPr/>
          </p:nvSpPr>
          <p:spPr>
            <a:xfrm>
              <a:off x="2423511"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24"/>
            <p:cNvSpPr/>
            <p:nvPr/>
          </p:nvSpPr>
          <p:spPr>
            <a:xfrm>
              <a:off x="2431857"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7" name="Google Shape;7767;p24"/>
            <p:cNvSpPr/>
            <p:nvPr/>
          </p:nvSpPr>
          <p:spPr>
            <a:xfrm>
              <a:off x="4023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8" name="Google Shape;7768;p24"/>
            <p:cNvSpPr/>
            <p:nvPr/>
          </p:nvSpPr>
          <p:spPr>
            <a:xfrm>
              <a:off x="4023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9" name="Google Shape;7769;p24"/>
            <p:cNvSpPr/>
            <p:nvPr/>
          </p:nvSpPr>
          <p:spPr>
            <a:xfrm>
              <a:off x="4023432"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0" name="Google Shape;7770;p24"/>
            <p:cNvSpPr/>
            <p:nvPr/>
          </p:nvSpPr>
          <p:spPr>
            <a:xfrm>
              <a:off x="4023432"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1" name="Google Shape;7771;p24"/>
            <p:cNvSpPr/>
            <p:nvPr/>
          </p:nvSpPr>
          <p:spPr>
            <a:xfrm>
              <a:off x="508444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2" name="Google Shape;7772;p24"/>
            <p:cNvSpPr/>
            <p:nvPr/>
          </p:nvSpPr>
          <p:spPr>
            <a:xfrm>
              <a:off x="508444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3" name="Google Shape;7773;p24"/>
            <p:cNvSpPr/>
            <p:nvPr/>
          </p:nvSpPr>
          <p:spPr>
            <a:xfrm>
              <a:off x="508444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4" name="Google Shape;7774;p24"/>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5" name="Google Shape;7775;p24"/>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6" name="Google Shape;7776;p24"/>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7" name="Google Shape;7777;p24"/>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8" name="Google Shape;7778;p24"/>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9" name="Google Shape;7779;p24"/>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0" name="Google Shape;7780;p24"/>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1" name="Google Shape;7781;p24"/>
            <p:cNvSpPr/>
            <p:nvPr/>
          </p:nvSpPr>
          <p:spPr>
            <a:xfrm>
              <a:off x="830863"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2" name="Google Shape;7782;p24"/>
            <p:cNvSpPr/>
            <p:nvPr/>
          </p:nvSpPr>
          <p:spPr>
            <a:xfrm>
              <a:off x="839090"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3" name="Google Shape;7783;p24"/>
            <p:cNvSpPr/>
            <p:nvPr/>
          </p:nvSpPr>
          <p:spPr>
            <a:xfrm>
              <a:off x="830863"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4" name="Google Shape;7784;p24"/>
            <p:cNvSpPr/>
            <p:nvPr/>
          </p:nvSpPr>
          <p:spPr>
            <a:xfrm>
              <a:off x="839090"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5" name="Google Shape;7785;p24"/>
            <p:cNvSpPr/>
            <p:nvPr/>
          </p:nvSpPr>
          <p:spPr>
            <a:xfrm>
              <a:off x="830863"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6" name="Google Shape;7786;p24"/>
            <p:cNvSpPr/>
            <p:nvPr/>
          </p:nvSpPr>
          <p:spPr>
            <a:xfrm>
              <a:off x="2962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7" name="Google Shape;7787;p24"/>
            <p:cNvSpPr/>
            <p:nvPr/>
          </p:nvSpPr>
          <p:spPr>
            <a:xfrm>
              <a:off x="2962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8" name="Google Shape;7788;p24"/>
            <p:cNvSpPr/>
            <p:nvPr/>
          </p:nvSpPr>
          <p:spPr>
            <a:xfrm>
              <a:off x="2962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9" name="Google Shape;7789;p24"/>
            <p:cNvSpPr/>
            <p:nvPr/>
          </p:nvSpPr>
          <p:spPr>
            <a:xfrm>
              <a:off x="2962660"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0" name="Google Shape;7790;p24"/>
            <p:cNvSpPr/>
            <p:nvPr/>
          </p:nvSpPr>
          <p:spPr>
            <a:xfrm>
              <a:off x="2954433"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1" name="Google Shape;7791;p24"/>
            <p:cNvSpPr/>
            <p:nvPr/>
          </p:nvSpPr>
          <p:spPr>
            <a:xfrm>
              <a:off x="2954433"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2" name="Google Shape;7792;p24"/>
            <p:cNvSpPr/>
            <p:nvPr/>
          </p:nvSpPr>
          <p:spPr>
            <a:xfrm>
              <a:off x="2962660"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3" name="Google Shape;7793;p24"/>
            <p:cNvSpPr/>
            <p:nvPr/>
          </p:nvSpPr>
          <p:spPr>
            <a:xfrm>
              <a:off x="2954433"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4" name="Google Shape;7794;p24"/>
            <p:cNvSpPr/>
            <p:nvPr/>
          </p:nvSpPr>
          <p:spPr>
            <a:xfrm>
              <a:off x="2962660"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5" name="Google Shape;7795;p24"/>
            <p:cNvSpPr/>
            <p:nvPr/>
          </p:nvSpPr>
          <p:spPr>
            <a:xfrm>
              <a:off x="349250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6" name="Google Shape;7796;p24"/>
            <p:cNvSpPr/>
            <p:nvPr/>
          </p:nvSpPr>
          <p:spPr>
            <a:xfrm>
              <a:off x="349250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7" name="Google Shape;7797;p24"/>
            <p:cNvSpPr/>
            <p:nvPr/>
          </p:nvSpPr>
          <p:spPr>
            <a:xfrm>
              <a:off x="349250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8" name="Google Shape;7798;p24"/>
            <p:cNvSpPr/>
            <p:nvPr/>
          </p:nvSpPr>
          <p:spPr>
            <a:xfrm>
              <a:off x="349250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9" name="Google Shape;7799;p24"/>
            <p:cNvSpPr/>
            <p:nvPr/>
          </p:nvSpPr>
          <p:spPr>
            <a:xfrm>
              <a:off x="5615245"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0" name="Google Shape;7800;p24"/>
            <p:cNvSpPr/>
            <p:nvPr/>
          </p:nvSpPr>
          <p:spPr>
            <a:xfrm>
              <a:off x="5615245"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1" name="Google Shape;7801;p24"/>
            <p:cNvSpPr/>
            <p:nvPr/>
          </p:nvSpPr>
          <p:spPr>
            <a:xfrm>
              <a:off x="5615245"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2" name="Google Shape;7802;p24"/>
            <p:cNvSpPr/>
            <p:nvPr/>
          </p:nvSpPr>
          <p:spPr>
            <a:xfrm>
              <a:off x="5615245"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3" name="Google Shape;7803;p24"/>
            <p:cNvSpPr/>
            <p:nvPr/>
          </p:nvSpPr>
          <p:spPr>
            <a:xfrm>
              <a:off x="6146049"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4" name="Google Shape;7804;p24"/>
            <p:cNvSpPr/>
            <p:nvPr/>
          </p:nvSpPr>
          <p:spPr>
            <a:xfrm>
              <a:off x="6146049"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5" name="Google Shape;7805;p24"/>
            <p:cNvSpPr/>
            <p:nvPr/>
          </p:nvSpPr>
          <p:spPr>
            <a:xfrm>
              <a:off x="6146049"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6" name="Google Shape;7806;p24"/>
            <p:cNvSpPr/>
            <p:nvPr/>
          </p:nvSpPr>
          <p:spPr>
            <a:xfrm>
              <a:off x="6146049"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7" name="Google Shape;7807;p24"/>
            <p:cNvSpPr/>
            <p:nvPr/>
          </p:nvSpPr>
          <p:spPr>
            <a:xfrm>
              <a:off x="613782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8" name="Google Shape;7808;p24"/>
            <p:cNvSpPr/>
            <p:nvPr/>
          </p:nvSpPr>
          <p:spPr>
            <a:xfrm>
              <a:off x="613782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9" name="Google Shape;7809;p24"/>
            <p:cNvSpPr/>
            <p:nvPr/>
          </p:nvSpPr>
          <p:spPr>
            <a:xfrm>
              <a:off x="6146049"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0" name="Google Shape;7810;p24"/>
            <p:cNvSpPr/>
            <p:nvPr/>
          </p:nvSpPr>
          <p:spPr>
            <a:xfrm>
              <a:off x="613782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32" y="0"/>
                  </a:moveTo>
                  <a:cubicBezTo>
                    <a:pt x="93" y="0"/>
                    <a:pt x="1" y="124"/>
                    <a:pt x="1" y="347"/>
                  </a:cubicBezTo>
                  <a:cubicBezTo>
                    <a:pt x="1" y="563"/>
                    <a:pt x="85" y="686"/>
                    <a:pt x="216" y="686"/>
                  </a:cubicBezTo>
                  <a:cubicBezTo>
                    <a:pt x="363" y="686"/>
                    <a:pt x="447" y="563"/>
                    <a:pt x="447" y="339"/>
                  </a:cubicBezTo>
                  <a:cubicBezTo>
                    <a:pt x="447"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1" name="Google Shape;7811;p24"/>
            <p:cNvSpPr/>
            <p:nvPr/>
          </p:nvSpPr>
          <p:spPr>
            <a:xfrm>
              <a:off x="6146049"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2" name="Google Shape;7812;p24"/>
            <p:cNvSpPr/>
            <p:nvPr/>
          </p:nvSpPr>
          <p:spPr>
            <a:xfrm>
              <a:off x="6137822"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32" y="0"/>
                  </a:moveTo>
                  <a:cubicBezTo>
                    <a:pt x="93" y="0"/>
                    <a:pt x="1" y="116"/>
                    <a:pt x="1" y="339"/>
                  </a:cubicBezTo>
                  <a:cubicBezTo>
                    <a:pt x="1" y="555"/>
                    <a:pt x="85" y="678"/>
                    <a:pt x="216" y="678"/>
                  </a:cubicBezTo>
                  <a:cubicBezTo>
                    <a:pt x="363" y="678"/>
                    <a:pt x="447" y="555"/>
                    <a:pt x="447" y="331"/>
                  </a:cubicBezTo>
                  <a:cubicBezTo>
                    <a:pt x="447"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3" name="Google Shape;7813;p24"/>
            <p:cNvSpPr/>
            <p:nvPr/>
          </p:nvSpPr>
          <p:spPr>
            <a:xfrm>
              <a:off x="720801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4" name="Google Shape;7814;p24"/>
            <p:cNvSpPr/>
            <p:nvPr/>
          </p:nvSpPr>
          <p:spPr>
            <a:xfrm>
              <a:off x="720801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5" name="Google Shape;7815;p24"/>
            <p:cNvSpPr/>
            <p:nvPr/>
          </p:nvSpPr>
          <p:spPr>
            <a:xfrm>
              <a:off x="720801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6" name="Google Shape;7816;p24"/>
            <p:cNvSpPr/>
            <p:nvPr/>
          </p:nvSpPr>
          <p:spPr>
            <a:xfrm>
              <a:off x="720801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7" name="Google Shape;7817;p24"/>
            <p:cNvSpPr/>
            <p:nvPr/>
          </p:nvSpPr>
          <p:spPr>
            <a:xfrm>
              <a:off x="7199667" y="577029"/>
              <a:ext cx="53414" cy="80955"/>
            </a:xfrm>
            <a:custGeom>
              <a:rect b="b" l="l" r="r" t="t"/>
              <a:pathLst>
                <a:path extrusionOk="0" h="679" w="448">
                  <a:moveTo>
                    <a:pt x="224" y="70"/>
                  </a:moveTo>
                  <a:cubicBezTo>
                    <a:pt x="317" y="70"/>
                    <a:pt x="355" y="170"/>
                    <a:pt x="355" y="340"/>
                  </a:cubicBezTo>
                  <a:cubicBezTo>
                    <a:pt x="355" y="509"/>
                    <a:pt x="317" y="609"/>
                    <a:pt x="224" y="609"/>
                  </a:cubicBezTo>
                  <a:cubicBezTo>
                    <a:pt x="140" y="609"/>
                    <a:pt x="86" y="517"/>
                    <a:pt x="86" y="347"/>
                  </a:cubicBezTo>
                  <a:cubicBezTo>
                    <a:pt x="86" y="163"/>
                    <a:pt x="147" y="70"/>
                    <a:pt x="224" y="70"/>
                  </a:cubicBezTo>
                  <a:close/>
                  <a:moveTo>
                    <a:pt x="232" y="1"/>
                  </a:moveTo>
                  <a:cubicBezTo>
                    <a:pt x="93" y="1"/>
                    <a:pt x="1" y="124"/>
                    <a:pt x="1" y="340"/>
                  </a:cubicBezTo>
                  <a:cubicBezTo>
                    <a:pt x="1" y="563"/>
                    <a:pt x="93" y="679"/>
                    <a:pt x="217" y="679"/>
                  </a:cubicBezTo>
                  <a:cubicBezTo>
                    <a:pt x="363" y="679"/>
                    <a:pt x="448" y="556"/>
                    <a:pt x="448" y="332"/>
                  </a:cubicBezTo>
                  <a:cubicBezTo>
                    <a:pt x="448"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8" name="Google Shape;7818;p24"/>
            <p:cNvSpPr/>
            <p:nvPr/>
          </p:nvSpPr>
          <p:spPr>
            <a:xfrm>
              <a:off x="7199667" y="722248"/>
              <a:ext cx="53414" cy="80955"/>
            </a:xfrm>
            <a:custGeom>
              <a:rect b="b" l="l" r="r" t="t"/>
              <a:pathLst>
                <a:path extrusionOk="0" h="679" w="448">
                  <a:moveTo>
                    <a:pt x="224" y="62"/>
                  </a:moveTo>
                  <a:cubicBezTo>
                    <a:pt x="317" y="62"/>
                    <a:pt x="355" y="162"/>
                    <a:pt x="355" y="331"/>
                  </a:cubicBezTo>
                  <a:cubicBezTo>
                    <a:pt x="355" y="501"/>
                    <a:pt x="317" y="609"/>
                    <a:pt x="224" y="609"/>
                  </a:cubicBezTo>
                  <a:cubicBezTo>
                    <a:pt x="140" y="609"/>
                    <a:pt x="86" y="509"/>
                    <a:pt x="86" y="339"/>
                  </a:cubicBezTo>
                  <a:cubicBezTo>
                    <a:pt x="86" y="162"/>
                    <a:pt x="147" y="62"/>
                    <a:pt x="224" y="62"/>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9" name="Google Shape;7819;p24"/>
            <p:cNvSpPr/>
            <p:nvPr/>
          </p:nvSpPr>
          <p:spPr>
            <a:xfrm>
              <a:off x="7208013" y="86830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0" name="Google Shape;7820;p24"/>
            <p:cNvSpPr/>
            <p:nvPr/>
          </p:nvSpPr>
          <p:spPr>
            <a:xfrm>
              <a:off x="7199667" y="1010660"/>
              <a:ext cx="53414" cy="81909"/>
            </a:xfrm>
            <a:custGeom>
              <a:rect b="b" l="l" r="r" t="t"/>
              <a:pathLst>
                <a:path extrusionOk="0" h="687" w="448">
                  <a:moveTo>
                    <a:pt x="224" y="70"/>
                  </a:moveTo>
                  <a:cubicBezTo>
                    <a:pt x="317" y="70"/>
                    <a:pt x="355" y="170"/>
                    <a:pt x="355" y="339"/>
                  </a:cubicBezTo>
                  <a:cubicBezTo>
                    <a:pt x="355" y="509"/>
                    <a:pt x="317" y="617"/>
                    <a:pt x="224" y="617"/>
                  </a:cubicBezTo>
                  <a:cubicBezTo>
                    <a:pt x="140" y="617"/>
                    <a:pt x="86" y="517"/>
                    <a:pt x="86" y="347"/>
                  </a:cubicBezTo>
                  <a:cubicBezTo>
                    <a:pt x="86" y="170"/>
                    <a:pt x="147" y="70"/>
                    <a:pt x="224" y="70"/>
                  </a:cubicBezTo>
                  <a:close/>
                  <a:moveTo>
                    <a:pt x="232" y="0"/>
                  </a:moveTo>
                  <a:cubicBezTo>
                    <a:pt x="93" y="0"/>
                    <a:pt x="1" y="124"/>
                    <a:pt x="1" y="347"/>
                  </a:cubicBezTo>
                  <a:cubicBezTo>
                    <a:pt x="1" y="563"/>
                    <a:pt x="93" y="686"/>
                    <a:pt x="217" y="686"/>
                  </a:cubicBezTo>
                  <a:cubicBezTo>
                    <a:pt x="363" y="686"/>
                    <a:pt x="448" y="563"/>
                    <a:pt x="448" y="339"/>
                  </a:cubicBezTo>
                  <a:cubicBezTo>
                    <a:pt x="448" y="124"/>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1" name="Google Shape;7821;p24"/>
            <p:cNvSpPr/>
            <p:nvPr/>
          </p:nvSpPr>
          <p:spPr>
            <a:xfrm>
              <a:off x="7208013" y="1156713"/>
              <a:ext cx="25872" cy="79167"/>
            </a:xfrm>
            <a:custGeom>
              <a:rect b="b" l="l" r="r" t="t"/>
              <a:pathLst>
                <a:path extrusionOk="0" h="664" w="217">
                  <a:moveTo>
                    <a:pt x="139" y="1"/>
                  </a:moveTo>
                  <a:lnTo>
                    <a:pt x="0" y="85"/>
                  </a:lnTo>
                  <a:lnTo>
                    <a:pt x="16" y="147"/>
                  </a:lnTo>
                  <a:lnTo>
                    <a:pt x="131" y="85"/>
                  </a:lnTo>
                  <a:lnTo>
                    <a:pt x="131"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2" name="Google Shape;7822;p24"/>
            <p:cNvSpPr/>
            <p:nvPr/>
          </p:nvSpPr>
          <p:spPr>
            <a:xfrm>
              <a:off x="7199667" y="1300979"/>
              <a:ext cx="53414" cy="80955"/>
            </a:xfrm>
            <a:custGeom>
              <a:rect b="b" l="l" r="r" t="t"/>
              <a:pathLst>
                <a:path extrusionOk="0" h="679" w="448">
                  <a:moveTo>
                    <a:pt x="224" y="70"/>
                  </a:moveTo>
                  <a:cubicBezTo>
                    <a:pt x="317" y="70"/>
                    <a:pt x="355" y="170"/>
                    <a:pt x="355" y="331"/>
                  </a:cubicBezTo>
                  <a:cubicBezTo>
                    <a:pt x="355" y="501"/>
                    <a:pt x="317" y="609"/>
                    <a:pt x="224" y="609"/>
                  </a:cubicBezTo>
                  <a:cubicBezTo>
                    <a:pt x="140" y="609"/>
                    <a:pt x="86" y="509"/>
                    <a:pt x="86" y="339"/>
                  </a:cubicBezTo>
                  <a:cubicBezTo>
                    <a:pt x="86" y="162"/>
                    <a:pt x="147" y="70"/>
                    <a:pt x="224" y="70"/>
                  </a:cubicBezTo>
                  <a:close/>
                  <a:moveTo>
                    <a:pt x="232" y="0"/>
                  </a:moveTo>
                  <a:cubicBezTo>
                    <a:pt x="93" y="0"/>
                    <a:pt x="1" y="116"/>
                    <a:pt x="1" y="339"/>
                  </a:cubicBezTo>
                  <a:cubicBezTo>
                    <a:pt x="1" y="555"/>
                    <a:pt x="93" y="678"/>
                    <a:pt x="217" y="678"/>
                  </a:cubicBezTo>
                  <a:cubicBezTo>
                    <a:pt x="363" y="678"/>
                    <a:pt x="448" y="555"/>
                    <a:pt x="448" y="331"/>
                  </a:cubicBezTo>
                  <a:cubicBezTo>
                    <a:pt x="448" y="123"/>
                    <a:pt x="363" y="0"/>
                    <a:pt x="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3" name="Google Shape;7823;p24"/>
            <p:cNvSpPr/>
            <p:nvPr/>
          </p:nvSpPr>
          <p:spPr>
            <a:xfrm>
              <a:off x="800415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4" name="Google Shape;7824;p24"/>
            <p:cNvSpPr/>
            <p:nvPr/>
          </p:nvSpPr>
          <p:spPr>
            <a:xfrm>
              <a:off x="800415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5" name="Google Shape;7825;p24"/>
            <p:cNvSpPr/>
            <p:nvPr/>
          </p:nvSpPr>
          <p:spPr>
            <a:xfrm>
              <a:off x="8004158"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6" name="Google Shape;7826;p24"/>
            <p:cNvSpPr/>
            <p:nvPr/>
          </p:nvSpPr>
          <p:spPr>
            <a:xfrm>
              <a:off x="8004158"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7" name="Google Shape;7827;p24"/>
            <p:cNvSpPr/>
            <p:nvPr/>
          </p:nvSpPr>
          <p:spPr>
            <a:xfrm>
              <a:off x="7995931"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8" name="Google Shape;7828;p24"/>
            <p:cNvSpPr/>
            <p:nvPr/>
          </p:nvSpPr>
          <p:spPr>
            <a:xfrm>
              <a:off x="7995931"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9" name="Google Shape;7829;p24"/>
            <p:cNvSpPr/>
            <p:nvPr/>
          </p:nvSpPr>
          <p:spPr>
            <a:xfrm>
              <a:off x="8004158"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0" name="Google Shape;7830;p24"/>
            <p:cNvSpPr/>
            <p:nvPr/>
          </p:nvSpPr>
          <p:spPr>
            <a:xfrm>
              <a:off x="7995931"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1" name="Google Shape;7831;p24"/>
            <p:cNvSpPr/>
            <p:nvPr/>
          </p:nvSpPr>
          <p:spPr>
            <a:xfrm>
              <a:off x="8004158"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2" name="Google Shape;7832;p24"/>
            <p:cNvSpPr/>
            <p:nvPr/>
          </p:nvSpPr>
          <p:spPr>
            <a:xfrm>
              <a:off x="7995931"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3" name="Google Shape;7833;p24"/>
            <p:cNvSpPr/>
            <p:nvPr/>
          </p:nvSpPr>
          <p:spPr>
            <a:xfrm>
              <a:off x="800415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4" name="Google Shape;7834;p24"/>
            <p:cNvSpPr/>
            <p:nvPr/>
          </p:nvSpPr>
          <p:spPr>
            <a:xfrm>
              <a:off x="7995931" y="1590344"/>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5" name="Google Shape;7835;p24"/>
            <p:cNvSpPr/>
            <p:nvPr/>
          </p:nvSpPr>
          <p:spPr>
            <a:xfrm>
              <a:off x="90642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6" name="Google Shape;7836;p24"/>
            <p:cNvSpPr/>
            <p:nvPr/>
          </p:nvSpPr>
          <p:spPr>
            <a:xfrm>
              <a:off x="90642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7" name="Google Shape;7837;p24"/>
            <p:cNvSpPr/>
            <p:nvPr/>
          </p:nvSpPr>
          <p:spPr>
            <a:xfrm>
              <a:off x="90642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8" name="Google Shape;7838;p24"/>
            <p:cNvSpPr/>
            <p:nvPr/>
          </p:nvSpPr>
          <p:spPr>
            <a:xfrm>
              <a:off x="906421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9" name="Google Shape;7839;p24"/>
            <p:cNvSpPr/>
            <p:nvPr/>
          </p:nvSpPr>
          <p:spPr>
            <a:xfrm>
              <a:off x="905682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0" name="Google Shape;7840;p24"/>
            <p:cNvSpPr/>
            <p:nvPr/>
          </p:nvSpPr>
          <p:spPr>
            <a:xfrm>
              <a:off x="905682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1" name="Google Shape;7841;p24"/>
            <p:cNvSpPr/>
            <p:nvPr/>
          </p:nvSpPr>
          <p:spPr>
            <a:xfrm>
              <a:off x="906421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2" name="Google Shape;7842;p24"/>
            <p:cNvSpPr/>
            <p:nvPr/>
          </p:nvSpPr>
          <p:spPr>
            <a:xfrm>
              <a:off x="905682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3" name="Google Shape;7843;p24"/>
            <p:cNvSpPr/>
            <p:nvPr/>
          </p:nvSpPr>
          <p:spPr>
            <a:xfrm>
              <a:off x="906421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4" name="Google Shape;7844;p24"/>
            <p:cNvSpPr/>
            <p:nvPr/>
          </p:nvSpPr>
          <p:spPr>
            <a:xfrm>
              <a:off x="905682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5" name="Google Shape;7845;p24"/>
            <p:cNvSpPr/>
            <p:nvPr/>
          </p:nvSpPr>
          <p:spPr>
            <a:xfrm>
              <a:off x="906421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6" name="Google Shape;7846;p24"/>
            <p:cNvSpPr/>
            <p:nvPr/>
          </p:nvSpPr>
          <p:spPr>
            <a:xfrm>
              <a:off x="905682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7" name="Google Shape;7847;p24"/>
            <p:cNvSpPr/>
            <p:nvPr/>
          </p:nvSpPr>
          <p:spPr>
            <a:xfrm>
              <a:off x="9064214"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8" name="Google Shape;7848;p24"/>
            <p:cNvSpPr/>
            <p:nvPr/>
          </p:nvSpPr>
          <p:spPr>
            <a:xfrm>
              <a:off x="9056822"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9" name="Google Shape;7849;p24"/>
            <p:cNvSpPr/>
            <p:nvPr/>
          </p:nvSpPr>
          <p:spPr>
            <a:xfrm>
              <a:off x="9064214"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0" name="Google Shape;7850;p24"/>
            <p:cNvSpPr/>
            <p:nvPr/>
          </p:nvSpPr>
          <p:spPr>
            <a:xfrm>
              <a:off x="9064214"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1" name="Google Shape;7851;p24"/>
            <p:cNvSpPr/>
            <p:nvPr/>
          </p:nvSpPr>
          <p:spPr>
            <a:xfrm>
              <a:off x="9056822"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2" name="Google Shape;7852;p24"/>
            <p:cNvSpPr/>
            <p:nvPr/>
          </p:nvSpPr>
          <p:spPr>
            <a:xfrm>
              <a:off x="9056822"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3" name="Google Shape;7853;p24"/>
            <p:cNvSpPr/>
            <p:nvPr/>
          </p:nvSpPr>
          <p:spPr>
            <a:xfrm>
              <a:off x="9064214"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4" name="Google Shape;7854;p24"/>
            <p:cNvSpPr/>
            <p:nvPr/>
          </p:nvSpPr>
          <p:spPr>
            <a:xfrm>
              <a:off x="9056822"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5" name="Google Shape;7855;p24"/>
            <p:cNvSpPr/>
            <p:nvPr/>
          </p:nvSpPr>
          <p:spPr>
            <a:xfrm>
              <a:off x="9064214"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6" name="Google Shape;7856;p24"/>
            <p:cNvSpPr/>
            <p:nvPr/>
          </p:nvSpPr>
          <p:spPr>
            <a:xfrm>
              <a:off x="9064214"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7" name="Google Shape;7857;p24"/>
            <p:cNvSpPr/>
            <p:nvPr/>
          </p:nvSpPr>
          <p:spPr>
            <a:xfrm>
              <a:off x="9056822"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8" name="Google Shape;7858;p24"/>
            <p:cNvSpPr/>
            <p:nvPr/>
          </p:nvSpPr>
          <p:spPr>
            <a:xfrm>
              <a:off x="9056822"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9" name="Google Shape;7859;p24"/>
            <p:cNvSpPr/>
            <p:nvPr/>
          </p:nvSpPr>
          <p:spPr>
            <a:xfrm>
              <a:off x="9056822"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0" name="Google Shape;7860;p24"/>
            <p:cNvSpPr/>
            <p:nvPr/>
          </p:nvSpPr>
          <p:spPr>
            <a:xfrm>
              <a:off x="9064214"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1" name="Google Shape;7861;p24"/>
            <p:cNvSpPr/>
            <p:nvPr/>
          </p:nvSpPr>
          <p:spPr>
            <a:xfrm>
              <a:off x="9064214"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2" name="Google Shape;7862;p24"/>
            <p:cNvSpPr/>
            <p:nvPr/>
          </p:nvSpPr>
          <p:spPr>
            <a:xfrm>
              <a:off x="9064214"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3" name="Google Shape;7863;p24"/>
            <p:cNvSpPr/>
            <p:nvPr/>
          </p:nvSpPr>
          <p:spPr>
            <a:xfrm>
              <a:off x="9056822"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4" name="Google Shape;7864;p24"/>
            <p:cNvSpPr/>
            <p:nvPr/>
          </p:nvSpPr>
          <p:spPr>
            <a:xfrm>
              <a:off x="9064214"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5" name="Google Shape;7865;p24"/>
            <p:cNvSpPr/>
            <p:nvPr/>
          </p:nvSpPr>
          <p:spPr>
            <a:xfrm>
              <a:off x="9056822"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6" name="Google Shape;7866;p24"/>
            <p:cNvSpPr/>
            <p:nvPr/>
          </p:nvSpPr>
          <p:spPr>
            <a:xfrm>
              <a:off x="9064214"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7" name="Google Shape;7867;p24"/>
            <p:cNvSpPr/>
            <p:nvPr/>
          </p:nvSpPr>
          <p:spPr>
            <a:xfrm>
              <a:off x="9056822"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8" name="Google Shape;7868;p24"/>
            <p:cNvSpPr/>
            <p:nvPr/>
          </p:nvSpPr>
          <p:spPr>
            <a:xfrm>
              <a:off x="9064214"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9" name="Google Shape;7869;p24"/>
            <p:cNvSpPr/>
            <p:nvPr/>
          </p:nvSpPr>
          <p:spPr>
            <a:xfrm>
              <a:off x="4554354"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0" name="Google Shape;7870;p24"/>
            <p:cNvSpPr/>
            <p:nvPr/>
          </p:nvSpPr>
          <p:spPr>
            <a:xfrm>
              <a:off x="4554354"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1" name="Google Shape;7871;p24"/>
            <p:cNvSpPr/>
            <p:nvPr/>
          </p:nvSpPr>
          <p:spPr>
            <a:xfrm>
              <a:off x="694243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2" name="Google Shape;7872;p24"/>
            <p:cNvSpPr/>
            <p:nvPr/>
          </p:nvSpPr>
          <p:spPr>
            <a:xfrm>
              <a:off x="6942432"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3" name="Google Shape;7873;p24"/>
            <p:cNvSpPr/>
            <p:nvPr/>
          </p:nvSpPr>
          <p:spPr>
            <a:xfrm>
              <a:off x="6942432"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4" name="Google Shape;7874;p24"/>
            <p:cNvSpPr/>
            <p:nvPr/>
          </p:nvSpPr>
          <p:spPr>
            <a:xfrm>
              <a:off x="6934205"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5" name="Google Shape;7875;p24"/>
            <p:cNvSpPr/>
            <p:nvPr/>
          </p:nvSpPr>
          <p:spPr>
            <a:xfrm>
              <a:off x="6934205"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6" name="Google Shape;7876;p24"/>
            <p:cNvSpPr/>
            <p:nvPr/>
          </p:nvSpPr>
          <p:spPr>
            <a:xfrm>
              <a:off x="6942432"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7" name="Google Shape;7877;p24"/>
            <p:cNvSpPr/>
            <p:nvPr/>
          </p:nvSpPr>
          <p:spPr>
            <a:xfrm>
              <a:off x="6934205"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8" name="Google Shape;7878;p24"/>
            <p:cNvSpPr/>
            <p:nvPr/>
          </p:nvSpPr>
          <p:spPr>
            <a:xfrm>
              <a:off x="6942432"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9" name="Google Shape;7879;p24"/>
            <p:cNvSpPr/>
            <p:nvPr/>
          </p:nvSpPr>
          <p:spPr>
            <a:xfrm>
              <a:off x="6934205"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0" name="Google Shape;7880;p24"/>
            <p:cNvSpPr/>
            <p:nvPr/>
          </p:nvSpPr>
          <p:spPr>
            <a:xfrm>
              <a:off x="6934205"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1" name="Google Shape;7881;p24"/>
            <p:cNvSpPr/>
            <p:nvPr/>
          </p:nvSpPr>
          <p:spPr>
            <a:xfrm>
              <a:off x="481993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2" name="Google Shape;7882;p24"/>
            <p:cNvSpPr/>
            <p:nvPr/>
          </p:nvSpPr>
          <p:spPr>
            <a:xfrm>
              <a:off x="481993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3" name="Google Shape;7883;p24"/>
            <p:cNvSpPr/>
            <p:nvPr/>
          </p:nvSpPr>
          <p:spPr>
            <a:xfrm>
              <a:off x="481993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4" name="Google Shape;7884;p24"/>
            <p:cNvSpPr/>
            <p:nvPr/>
          </p:nvSpPr>
          <p:spPr>
            <a:xfrm>
              <a:off x="481158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5" name="Google Shape;7885;p24"/>
            <p:cNvSpPr/>
            <p:nvPr/>
          </p:nvSpPr>
          <p:spPr>
            <a:xfrm>
              <a:off x="5880707"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6" name="Google Shape;7886;p24"/>
            <p:cNvSpPr/>
            <p:nvPr/>
          </p:nvSpPr>
          <p:spPr>
            <a:xfrm>
              <a:off x="5880707"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7" name="Google Shape;7887;p24"/>
            <p:cNvSpPr/>
            <p:nvPr/>
          </p:nvSpPr>
          <p:spPr>
            <a:xfrm>
              <a:off x="5880707"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8" name="Google Shape;7888;p24"/>
            <p:cNvSpPr/>
            <p:nvPr/>
          </p:nvSpPr>
          <p:spPr>
            <a:xfrm>
              <a:off x="5872480"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9" name="Google Shape;7889;p24"/>
            <p:cNvSpPr/>
            <p:nvPr/>
          </p:nvSpPr>
          <p:spPr>
            <a:xfrm>
              <a:off x="5872480" y="577029"/>
              <a:ext cx="53295" cy="80955"/>
            </a:xfrm>
            <a:custGeom>
              <a:rect b="b" l="l" r="r" t="t"/>
              <a:pathLst>
                <a:path extrusionOk="0" h="679" w="447">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0" y="1"/>
                    <a:pt x="0" y="124"/>
                    <a:pt x="0" y="348"/>
                  </a:cubicBezTo>
                  <a:cubicBezTo>
                    <a:pt x="8" y="563"/>
                    <a:pt x="93" y="679"/>
                    <a:pt x="224" y="679"/>
                  </a:cubicBezTo>
                  <a:cubicBezTo>
                    <a:pt x="370"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0" name="Google Shape;7890;p24"/>
            <p:cNvSpPr/>
            <p:nvPr/>
          </p:nvSpPr>
          <p:spPr>
            <a:xfrm>
              <a:off x="5880707" y="72308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1" name="Google Shape;7891;p24"/>
            <p:cNvSpPr/>
            <p:nvPr/>
          </p:nvSpPr>
          <p:spPr>
            <a:xfrm>
              <a:off x="7473355"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2" name="Google Shape;7892;p24"/>
            <p:cNvSpPr/>
            <p:nvPr/>
          </p:nvSpPr>
          <p:spPr>
            <a:xfrm>
              <a:off x="7473355"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3" name="Google Shape;7893;p24"/>
            <p:cNvSpPr/>
            <p:nvPr/>
          </p:nvSpPr>
          <p:spPr>
            <a:xfrm>
              <a:off x="7473355"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4" name="Google Shape;7894;p24"/>
            <p:cNvSpPr/>
            <p:nvPr/>
          </p:nvSpPr>
          <p:spPr>
            <a:xfrm>
              <a:off x="7465128"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5" name="Google Shape;7895;p24"/>
            <p:cNvSpPr/>
            <p:nvPr/>
          </p:nvSpPr>
          <p:spPr>
            <a:xfrm>
              <a:off x="7465128"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6" name="Google Shape;7896;p24"/>
            <p:cNvSpPr/>
            <p:nvPr/>
          </p:nvSpPr>
          <p:spPr>
            <a:xfrm>
              <a:off x="7473355"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7" name="Google Shape;7897;p24"/>
            <p:cNvSpPr/>
            <p:nvPr/>
          </p:nvSpPr>
          <p:spPr>
            <a:xfrm>
              <a:off x="7465128"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8" name="Google Shape;7898;p24"/>
            <p:cNvSpPr/>
            <p:nvPr/>
          </p:nvSpPr>
          <p:spPr>
            <a:xfrm>
              <a:off x="7473355"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9" name="Google Shape;7899;p24"/>
            <p:cNvSpPr/>
            <p:nvPr/>
          </p:nvSpPr>
          <p:spPr>
            <a:xfrm>
              <a:off x="7465128"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0" name="Google Shape;7900;p24"/>
            <p:cNvSpPr/>
            <p:nvPr/>
          </p:nvSpPr>
          <p:spPr>
            <a:xfrm>
              <a:off x="7465128"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1" name="Google Shape;7901;p24"/>
            <p:cNvSpPr/>
            <p:nvPr/>
          </p:nvSpPr>
          <p:spPr>
            <a:xfrm>
              <a:off x="7473355"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2" name="Google Shape;7902;p24"/>
            <p:cNvSpPr/>
            <p:nvPr/>
          </p:nvSpPr>
          <p:spPr>
            <a:xfrm>
              <a:off x="3227168"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3" name="Google Shape;7903;p24"/>
            <p:cNvSpPr/>
            <p:nvPr/>
          </p:nvSpPr>
          <p:spPr>
            <a:xfrm>
              <a:off x="3227168"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4" name="Google Shape;7904;p24"/>
            <p:cNvSpPr/>
            <p:nvPr/>
          </p:nvSpPr>
          <p:spPr>
            <a:xfrm>
              <a:off x="3227168"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5" name="Google Shape;7905;p24"/>
            <p:cNvSpPr/>
            <p:nvPr/>
          </p:nvSpPr>
          <p:spPr>
            <a:xfrm>
              <a:off x="3227168"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6" name="Google Shape;7906;p24"/>
            <p:cNvSpPr/>
            <p:nvPr/>
          </p:nvSpPr>
          <p:spPr>
            <a:xfrm>
              <a:off x="3219775"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7" name="Google Shape;7907;p24"/>
            <p:cNvSpPr/>
            <p:nvPr/>
          </p:nvSpPr>
          <p:spPr>
            <a:xfrm>
              <a:off x="3219775"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8" name="Google Shape;7908;p24"/>
            <p:cNvSpPr/>
            <p:nvPr/>
          </p:nvSpPr>
          <p:spPr>
            <a:xfrm>
              <a:off x="3227168"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9" name="Google Shape;7909;p24"/>
            <p:cNvSpPr/>
            <p:nvPr/>
          </p:nvSpPr>
          <p:spPr>
            <a:xfrm>
              <a:off x="375797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0" name="Google Shape;7910;p24"/>
            <p:cNvSpPr/>
            <p:nvPr/>
          </p:nvSpPr>
          <p:spPr>
            <a:xfrm>
              <a:off x="375797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1" name="Google Shape;7911;p24"/>
            <p:cNvSpPr/>
            <p:nvPr/>
          </p:nvSpPr>
          <p:spPr>
            <a:xfrm>
              <a:off x="375797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2" name="Google Shape;7912;p24"/>
            <p:cNvSpPr/>
            <p:nvPr/>
          </p:nvSpPr>
          <p:spPr>
            <a:xfrm>
              <a:off x="375797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3" name="Google Shape;7913;p24"/>
            <p:cNvSpPr/>
            <p:nvPr/>
          </p:nvSpPr>
          <p:spPr>
            <a:xfrm>
              <a:off x="428889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4" name="Google Shape;7914;p24"/>
            <p:cNvSpPr/>
            <p:nvPr/>
          </p:nvSpPr>
          <p:spPr>
            <a:xfrm>
              <a:off x="428889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5" name="Google Shape;7915;p24"/>
            <p:cNvSpPr/>
            <p:nvPr/>
          </p:nvSpPr>
          <p:spPr>
            <a:xfrm>
              <a:off x="428889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6" name="Google Shape;7916;p24"/>
            <p:cNvSpPr/>
            <p:nvPr/>
          </p:nvSpPr>
          <p:spPr>
            <a:xfrm>
              <a:off x="5349903"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7" name="Google Shape;7917;p24"/>
            <p:cNvSpPr/>
            <p:nvPr/>
          </p:nvSpPr>
          <p:spPr>
            <a:xfrm>
              <a:off x="5349903"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8" name="Google Shape;7918;p24"/>
            <p:cNvSpPr/>
            <p:nvPr/>
          </p:nvSpPr>
          <p:spPr>
            <a:xfrm>
              <a:off x="5349903"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9" name="Google Shape;7919;p24"/>
            <p:cNvSpPr/>
            <p:nvPr/>
          </p:nvSpPr>
          <p:spPr>
            <a:xfrm>
              <a:off x="5349903"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0" name="Google Shape;7920;p24"/>
            <p:cNvSpPr/>
            <p:nvPr/>
          </p:nvSpPr>
          <p:spPr>
            <a:xfrm>
              <a:off x="6411510"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1" name="Google Shape;7921;p24"/>
            <p:cNvSpPr/>
            <p:nvPr/>
          </p:nvSpPr>
          <p:spPr>
            <a:xfrm>
              <a:off x="6411510"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2" name="Google Shape;7922;p24"/>
            <p:cNvSpPr/>
            <p:nvPr/>
          </p:nvSpPr>
          <p:spPr>
            <a:xfrm>
              <a:off x="6411510"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3" name="Google Shape;7923;p24"/>
            <p:cNvSpPr/>
            <p:nvPr/>
          </p:nvSpPr>
          <p:spPr>
            <a:xfrm>
              <a:off x="6411510"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4" name="Google Shape;7924;p24"/>
            <p:cNvSpPr/>
            <p:nvPr/>
          </p:nvSpPr>
          <p:spPr>
            <a:xfrm>
              <a:off x="6403283"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5" name="Google Shape;7925;p24"/>
            <p:cNvSpPr/>
            <p:nvPr/>
          </p:nvSpPr>
          <p:spPr>
            <a:xfrm>
              <a:off x="6403283"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6" name="Google Shape;7926;p24"/>
            <p:cNvSpPr/>
            <p:nvPr/>
          </p:nvSpPr>
          <p:spPr>
            <a:xfrm>
              <a:off x="6411510"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7" name="Google Shape;7927;p24"/>
            <p:cNvSpPr/>
            <p:nvPr/>
          </p:nvSpPr>
          <p:spPr>
            <a:xfrm>
              <a:off x="6403283"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8" name="Google Shape;7928;p24"/>
            <p:cNvSpPr/>
            <p:nvPr/>
          </p:nvSpPr>
          <p:spPr>
            <a:xfrm>
              <a:off x="6411510" y="1156713"/>
              <a:ext cx="25872" cy="79167"/>
            </a:xfrm>
            <a:custGeom>
              <a:rect b="b" l="l" r="r" t="t"/>
              <a:pathLst>
                <a:path extrusionOk="0" h="664" w="217">
                  <a:moveTo>
                    <a:pt x="139" y="1"/>
                  </a:moveTo>
                  <a:lnTo>
                    <a:pt x="1" y="85"/>
                  </a:lnTo>
                  <a:lnTo>
                    <a:pt x="16" y="147"/>
                  </a:lnTo>
                  <a:lnTo>
                    <a:pt x="132" y="85"/>
                  </a:lnTo>
                  <a:lnTo>
                    <a:pt x="132" y="663"/>
                  </a:lnTo>
                  <a:lnTo>
                    <a:pt x="216" y="663"/>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9" name="Google Shape;7929;p24"/>
            <p:cNvSpPr/>
            <p:nvPr/>
          </p:nvSpPr>
          <p:spPr>
            <a:xfrm>
              <a:off x="6403283" y="1300979"/>
              <a:ext cx="53414" cy="80955"/>
            </a:xfrm>
            <a:custGeom>
              <a:rect b="b" l="l" r="r" t="t"/>
              <a:pathLst>
                <a:path extrusionOk="0" h="679" w="448">
                  <a:moveTo>
                    <a:pt x="224" y="70"/>
                  </a:moveTo>
                  <a:cubicBezTo>
                    <a:pt x="316" y="70"/>
                    <a:pt x="355" y="170"/>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0" name="Google Shape;7930;p24"/>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1" name="Google Shape;7931;p24"/>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2" name="Google Shape;7932;p24"/>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3" name="Google Shape;7933;p24"/>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4" name="Google Shape;7934;p24"/>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5" name="Google Shape;7935;p24"/>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6" name="Google Shape;7936;p24"/>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7" name="Google Shape;7937;p24"/>
            <p:cNvSpPr/>
            <p:nvPr/>
          </p:nvSpPr>
          <p:spPr>
            <a:xfrm>
              <a:off x="8261392"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8" name="Google Shape;7938;p24"/>
            <p:cNvSpPr/>
            <p:nvPr/>
          </p:nvSpPr>
          <p:spPr>
            <a:xfrm>
              <a:off x="8268784"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9" name="Google Shape;7939;p24"/>
            <p:cNvSpPr/>
            <p:nvPr/>
          </p:nvSpPr>
          <p:spPr>
            <a:xfrm>
              <a:off x="8261392"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0" name="Google Shape;7940;p24"/>
            <p:cNvSpPr/>
            <p:nvPr/>
          </p:nvSpPr>
          <p:spPr>
            <a:xfrm>
              <a:off x="8268784"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1" name="Google Shape;7941;p24"/>
            <p:cNvSpPr/>
            <p:nvPr/>
          </p:nvSpPr>
          <p:spPr>
            <a:xfrm>
              <a:off x="8261392"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2" name="Google Shape;7942;p24"/>
            <p:cNvSpPr/>
            <p:nvPr/>
          </p:nvSpPr>
          <p:spPr>
            <a:xfrm>
              <a:off x="2697199"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3" name="Google Shape;7943;p24"/>
            <p:cNvSpPr/>
            <p:nvPr/>
          </p:nvSpPr>
          <p:spPr>
            <a:xfrm>
              <a:off x="2697199"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4" name="Google Shape;7944;p24"/>
            <p:cNvSpPr/>
            <p:nvPr/>
          </p:nvSpPr>
          <p:spPr>
            <a:xfrm>
              <a:off x="2697199"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5" name="Google Shape;7945;p24"/>
            <p:cNvSpPr/>
            <p:nvPr/>
          </p:nvSpPr>
          <p:spPr>
            <a:xfrm>
              <a:off x="2697199"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6" name="Google Shape;7946;p24"/>
            <p:cNvSpPr/>
            <p:nvPr/>
          </p:nvSpPr>
          <p:spPr>
            <a:xfrm>
              <a:off x="2688972"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7" name="Google Shape;7947;p24"/>
            <p:cNvSpPr/>
            <p:nvPr/>
          </p:nvSpPr>
          <p:spPr>
            <a:xfrm>
              <a:off x="2688972"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8" name="Google Shape;7948;p24"/>
            <p:cNvSpPr/>
            <p:nvPr/>
          </p:nvSpPr>
          <p:spPr>
            <a:xfrm>
              <a:off x="2697199"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9" name="Google Shape;7949;p24"/>
            <p:cNvSpPr/>
            <p:nvPr/>
          </p:nvSpPr>
          <p:spPr>
            <a:xfrm>
              <a:off x="2688972"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0" name="Google Shape;7950;p24"/>
            <p:cNvSpPr/>
            <p:nvPr/>
          </p:nvSpPr>
          <p:spPr>
            <a:xfrm>
              <a:off x="2697199"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1" name="Google Shape;7951;p24"/>
            <p:cNvSpPr/>
            <p:nvPr/>
          </p:nvSpPr>
          <p:spPr>
            <a:xfrm>
              <a:off x="2688972"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2" name="Google Shape;7952;p24"/>
          <p:cNvSpPr txBox="1"/>
          <p:nvPr>
            <p:ph hasCustomPrompt="1" type="title"/>
          </p:nvPr>
        </p:nvSpPr>
        <p:spPr>
          <a:xfrm>
            <a:off x="820836" y="3245926"/>
            <a:ext cx="25740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4200">
                <a:latin typeface="Rubik Black"/>
                <a:ea typeface="Rubik Black"/>
                <a:cs typeface="Rubik Black"/>
                <a:sym typeface="Rubik Black"/>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7953" name="Google Shape;7953;p24"/>
          <p:cNvSpPr txBox="1"/>
          <p:nvPr>
            <p:ph idx="1" type="subTitle"/>
          </p:nvPr>
        </p:nvSpPr>
        <p:spPr>
          <a:xfrm>
            <a:off x="820825" y="3950645"/>
            <a:ext cx="2574000" cy="639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7954" name="Google Shape;7954;p24"/>
          <p:cNvSpPr txBox="1"/>
          <p:nvPr>
            <p:ph hasCustomPrompt="1" idx="2" type="title"/>
          </p:nvPr>
        </p:nvSpPr>
        <p:spPr>
          <a:xfrm>
            <a:off x="3284997" y="1617875"/>
            <a:ext cx="25740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5"/>
              </a:buClr>
              <a:buSzPts val="5000"/>
              <a:buNone/>
              <a:defRPr sz="4200">
                <a:latin typeface="Rubik Black"/>
                <a:ea typeface="Rubik Black"/>
                <a:cs typeface="Rubik Black"/>
                <a:sym typeface="Rubik Black"/>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r>
              <a:t>xx%</a:t>
            </a:r>
          </a:p>
        </p:txBody>
      </p:sp>
      <p:sp>
        <p:nvSpPr>
          <p:cNvPr id="7955" name="Google Shape;7955;p24"/>
          <p:cNvSpPr txBox="1"/>
          <p:nvPr>
            <p:ph idx="3" type="subTitle"/>
          </p:nvPr>
        </p:nvSpPr>
        <p:spPr>
          <a:xfrm>
            <a:off x="3285000" y="2322592"/>
            <a:ext cx="2574000" cy="639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7956" name="Google Shape;7956;p24"/>
          <p:cNvSpPr txBox="1"/>
          <p:nvPr>
            <p:ph hasCustomPrompt="1" idx="4" type="title"/>
          </p:nvPr>
        </p:nvSpPr>
        <p:spPr>
          <a:xfrm>
            <a:off x="5749162" y="3245926"/>
            <a:ext cx="2574000" cy="745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5000"/>
              <a:buNone/>
              <a:defRPr sz="4200">
                <a:latin typeface="Rubik Black"/>
                <a:ea typeface="Rubik Black"/>
                <a:cs typeface="Rubik Black"/>
                <a:sym typeface="Rubik Black"/>
              </a:defRPr>
            </a:lvl1pPr>
            <a:lvl2pPr lvl="1" rtl="0">
              <a:spcBef>
                <a:spcPts val="0"/>
              </a:spcBef>
              <a:spcAft>
                <a:spcPts val="0"/>
              </a:spcAft>
              <a:buClr>
                <a:schemeClr val="accent4"/>
              </a:buClr>
              <a:buSzPts val="5000"/>
              <a:buNone/>
              <a:defRPr sz="5000">
                <a:solidFill>
                  <a:schemeClr val="accent4"/>
                </a:solidFill>
              </a:defRPr>
            </a:lvl2pPr>
            <a:lvl3pPr lvl="2" rtl="0">
              <a:spcBef>
                <a:spcPts val="0"/>
              </a:spcBef>
              <a:spcAft>
                <a:spcPts val="0"/>
              </a:spcAft>
              <a:buClr>
                <a:schemeClr val="accent4"/>
              </a:buClr>
              <a:buSzPts val="5000"/>
              <a:buNone/>
              <a:defRPr sz="5000">
                <a:solidFill>
                  <a:schemeClr val="accent4"/>
                </a:solidFill>
              </a:defRPr>
            </a:lvl3pPr>
            <a:lvl4pPr lvl="3" rtl="0">
              <a:spcBef>
                <a:spcPts val="0"/>
              </a:spcBef>
              <a:spcAft>
                <a:spcPts val="0"/>
              </a:spcAft>
              <a:buClr>
                <a:schemeClr val="accent4"/>
              </a:buClr>
              <a:buSzPts val="5000"/>
              <a:buNone/>
              <a:defRPr sz="5000">
                <a:solidFill>
                  <a:schemeClr val="accent4"/>
                </a:solidFill>
              </a:defRPr>
            </a:lvl4pPr>
            <a:lvl5pPr lvl="4" rtl="0">
              <a:spcBef>
                <a:spcPts val="0"/>
              </a:spcBef>
              <a:spcAft>
                <a:spcPts val="0"/>
              </a:spcAft>
              <a:buClr>
                <a:schemeClr val="accent4"/>
              </a:buClr>
              <a:buSzPts val="5000"/>
              <a:buNone/>
              <a:defRPr sz="5000">
                <a:solidFill>
                  <a:schemeClr val="accent4"/>
                </a:solidFill>
              </a:defRPr>
            </a:lvl5pPr>
            <a:lvl6pPr lvl="5" rtl="0">
              <a:spcBef>
                <a:spcPts val="0"/>
              </a:spcBef>
              <a:spcAft>
                <a:spcPts val="0"/>
              </a:spcAft>
              <a:buClr>
                <a:schemeClr val="accent4"/>
              </a:buClr>
              <a:buSzPts val="5000"/>
              <a:buNone/>
              <a:defRPr sz="5000">
                <a:solidFill>
                  <a:schemeClr val="accent4"/>
                </a:solidFill>
              </a:defRPr>
            </a:lvl6pPr>
            <a:lvl7pPr lvl="6" rtl="0">
              <a:spcBef>
                <a:spcPts val="0"/>
              </a:spcBef>
              <a:spcAft>
                <a:spcPts val="0"/>
              </a:spcAft>
              <a:buClr>
                <a:schemeClr val="accent4"/>
              </a:buClr>
              <a:buSzPts val="5000"/>
              <a:buNone/>
              <a:defRPr sz="5000">
                <a:solidFill>
                  <a:schemeClr val="accent4"/>
                </a:solidFill>
              </a:defRPr>
            </a:lvl7pPr>
            <a:lvl8pPr lvl="7" rtl="0">
              <a:spcBef>
                <a:spcPts val="0"/>
              </a:spcBef>
              <a:spcAft>
                <a:spcPts val="0"/>
              </a:spcAft>
              <a:buClr>
                <a:schemeClr val="accent4"/>
              </a:buClr>
              <a:buSzPts val="5000"/>
              <a:buNone/>
              <a:defRPr sz="5000">
                <a:solidFill>
                  <a:schemeClr val="accent4"/>
                </a:solidFill>
              </a:defRPr>
            </a:lvl8pPr>
            <a:lvl9pPr lvl="8" rtl="0">
              <a:spcBef>
                <a:spcPts val="0"/>
              </a:spcBef>
              <a:spcAft>
                <a:spcPts val="0"/>
              </a:spcAft>
              <a:buClr>
                <a:schemeClr val="accent4"/>
              </a:buClr>
              <a:buSzPts val="5000"/>
              <a:buNone/>
              <a:defRPr sz="5000">
                <a:solidFill>
                  <a:schemeClr val="accent4"/>
                </a:solidFill>
              </a:defRPr>
            </a:lvl9pPr>
          </a:lstStyle>
          <a:p>
            <a:r>
              <a:t>xx%</a:t>
            </a:r>
          </a:p>
        </p:txBody>
      </p:sp>
      <p:sp>
        <p:nvSpPr>
          <p:cNvPr id="7957" name="Google Shape;7957;p24"/>
          <p:cNvSpPr txBox="1"/>
          <p:nvPr>
            <p:ph idx="5" type="subTitle"/>
          </p:nvPr>
        </p:nvSpPr>
        <p:spPr>
          <a:xfrm>
            <a:off x="5749174" y="3950645"/>
            <a:ext cx="2574000" cy="639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7">
    <p:spTree>
      <p:nvGrpSpPr>
        <p:cNvPr id="7958" name="Shape 7958"/>
        <p:cNvGrpSpPr/>
        <p:nvPr/>
      </p:nvGrpSpPr>
      <p:grpSpPr>
        <a:xfrm>
          <a:off x="0" y="0"/>
          <a:ext cx="0" cy="0"/>
          <a:chOff x="0" y="0"/>
          <a:chExt cx="0" cy="0"/>
        </a:xfrm>
      </p:grpSpPr>
      <p:grpSp>
        <p:nvGrpSpPr>
          <p:cNvPr id="7959" name="Google Shape;7959;p25"/>
          <p:cNvGrpSpPr/>
          <p:nvPr/>
        </p:nvGrpSpPr>
        <p:grpSpPr>
          <a:xfrm>
            <a:off x="189" y="52"/>
            <a:ext cx="9144013" cy="5143533"/>
            <a:chOff x="4088025" y="1324225"/>
            <a:chExt cx="1348575" cy="1101800"/>
          </a:xfrm>
        </p:grpSpPr>
        <p:sp>
          <p:nvSpPr>
            <p:cNvPr id="7960" name="Google Shape;7960;p25"/>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1" name="Google Shape;7961;p25"/>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2" name="Google Shape;7962;p25"/>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3" name="Google Shape;7963;p25"/>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4" name="Google Shape;7964;p25"/>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5" name="Google Shape;7965;p25"/>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6" name="Google Shape;7966;p25"/>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7" name="Google Shape;7967;p25"/>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8" name="Google Shape;7968;p25"/>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9" name="Google Shape;7969;p25"/>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0" name="Google Shape;7970;p25"/>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1" name="Google Shape;7971;p25"/>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2" name="Google Shape;7972;p25"/>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3" name="Google Shape;7973;p25"/>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4" name="Google Shape;7974;p25"/>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5" name="Google Shape;7975;p25"/>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6" name="Google Shape;7976;p25"/>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7" name="Google Shape;7977;p25"/>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8" name="Google Shape;7978;p25"/>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9" name="Google Shape;7979;p25"/>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0" name="Google Shape;7980;p25"/>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1" name="Google Shape;7981;p25"/>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2" name="Google Shape;7982;p25"/>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3" name="Google Shape;7983;p25"/>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4" name="Google Shape;7984;p25"/>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5" name="Google Shape;7985;p25"/>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6" name="Google Shape;7986;p25"/>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7" name="Google Shape;7987;p25"/>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8" name="Google Shape;7988;p25"/>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9" name="Google Shape;7989;p25"/>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0" name="Google Shape;7990;p25"/>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1" name="Google Shape;7991;p25"/>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2" name="Google Shape;7992;p25"/>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3" name="Google Shape;7993;p25"/>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4" name="Google Shape;7994;p25"/>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5" name="Google Shape;7995;p25"/>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6" name="Google Shape;7996;p25"/>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7" name="Google Shape;7997;p25"/>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8" name="Google Shape;7998;p25"/>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9" name="Google Shape;7999;p25"/>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0" name="Google Shape;8000;p25"/>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1" name="Google Shape;8001;p25"/>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2" name="Google Shape;8002;p25"/>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3" name="Google Shape;8003;p25"/>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4" name="Google Shape;8004;p25"/>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5" name="Google Shape;8005;p25"/>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6" name="Google Shape;8006;p25"/>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7" name="Google Shape;8007;p25"/>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8" name="Google Shape;8008;p25"/>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9" name="Google Shape;8009;p25"/>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0" name="Google Shape;8010;p25"/>
          <p:cNvGrpSpPr/>
          <p:nvPr/>
        </p:nvGrpSpPr>
        <p:grpSpPr>
          <a:xfrm>
            <a:off x="34718" y="206"/>
            <a:ext cx="9074564" cy="5143474"/>
            <a:chOff x="34718" y="206"/>
            <a:chExt cx="9074564" cy="5143474"/>
          </a:xfrm>
        </p:grpSpPr>
        <p:grpSp>
          <p:nvGrpSpPr>
            <p:cNvPr id="8011" name="Google Shape;8011;p25"/>
            <p:cNvGrpSpPr/>
            <p:nvPr/>
          </p:nvGrpSpPr>
          <p:grpSpPr>
            <a:xfrm>
              <a:off x="565521" y="206"/>
              <a:ext cx="53295" cy="5143474"/>
              <a:chOff x="578867" y="206"/>
              <a:chExt cx="53295" cy="5143474"/>
            </a:xfrm>
          </p:grpSpPr>
          <p:sp>
            <p:nvSpPr>
              <p:cNvPr id="8012" name="Google Shape;8012;p25"/>
              <p:cNvSpPr/>
              <p:nvPr/>
            </p:nvSpPr>
            <p:spPr>
              <a:xfrm>
                <a:off x="58709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3" name="Google Shape;8013;p25"/>
              <p:cNvSpPr/>
              <p:nvPr/>
            </p:nvSpPr>
            <p:spPr>
              <a:xfrm>
                <a:off x="58709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4" name="Google Shape;8014;p25"/>
              <p:cNvSpPr/>
              <p:nvPr/>
            </p:nvSpPr>
            <p:spPr>
              <a:xfrm>
                <a:off x="58709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5" name="Google Shape;8015;p25"/>
              <p:cNvSpPr/>
              <p:nvPr/>
            </p:nvSpPr>
            <p:spPr>
              <a:xfrm>
                <a:off x="578867"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6" name="Google Shape;8016;p25"/>
              <p:cNvSpPr/>
              <p:nvPr/>
            </p:nvSpPr>
            <p:spPr>
              <a:xfrm>
                <a:off x="578867"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7" name="Google Shape;8017;p25"/>
              <p:cNvSpPr/>
              <p:nvPr/>
            </p:nvSpPr>
            <p:spPr>
              <a:xfrm>
                <a:off x="58709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8" name="Google Shape;8018;p25"/>
              <p:cNvSpPr/>
              <p:nvPr/>
            </p:nvSpPr>
            <p:spPr>
              <a:xfrm>
                <a:off x="578867"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9" name="Google Shape;8019;p25"/>
              <p:cNvSpPr/>
              <p:nvPr/>
            </p:nvSpPr>
            <p:spPr>
              <a:xfrm>
                <a:off x="58709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0" name="Google Shape;8020;p25"/>
              <p:cNvSpPr/>
              <p:nvPr/>
            </p:nvSpPr>
            <p:spPr>
              <a:xfrm>
                <a:off x="578867"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1" name="Google Shape;8021;p25"/>
              <p:cNvSpPr/>
              <p:nvPr/>
            </p:nvSpPr>
            <p:spPr>
              <a:xfrm>
                <a:off x="578867"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2" name="Google Shape;8022;p25"/>
              <p:cNvSpPr/>
              <p:nvPr/>
            </p:nvSpPr>
            <p:spPr>
              <a:xfrm>
                <a:off x="58709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3" name="Google Shape;8023;p25"/>
              <p:cNvSpPr/>
              <p:nvPr/>
            </p:nvSpPr>
            <p:spPr>
              <a:xfrm>
                <a:off x="58709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4" name="Google Shape;8024;p25"/>
              <p:cNvSpPr/>
              <p:nvPr/>
            </p:nvSpPr>
            <p:spPr>
              <a:xfrm>
                <a:off x="58709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5" name="Google Shape;8025;p25"/>
              <p:cNvSpPr/>
              <p:nvPr/>
            </p:nvSpPr>
            <p:spPr>
              <a:xfrm>
                <a:off x="578867"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6" name="Google Shape;8026;p25"/>
              <p:cNvSpPr/>
              <p:nvPr/>
            </p:nvSpPr>
            <p:spPr>
              <a:xfrm>
                <a:off x="58709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7" name="Google Shape;8027;p25"/>
              <p:cNvSpPr/>
              <p:nvPr/>
            </p:nvSpPr>
            <p:spPr>
              <a:xfrm>
                <a:off x="58709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8" name="Google Shape;8028;p25"/>
              <p:cNvSpPr/>
              <p:nvPr/>
            </p:nvSpPr>
            <p:spPr>
              <a:xfrm>
                <a:off x="578867"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9" name="Google Shape;8029;p25"/>
              <p:cNvSpPr/>
              <p:nvPr/>
            </p:nvSpPr>
            <p:spPr>
              <a:xfrm>
                <a:off x="58709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0" name="Google Shape;8030;p25"/>
              <p:cNvSpPr/>
              <p:nvPr/>
            </p:nvSpPr>
            <p:spPr>
              <a:xfrm>
                <a:off x="578867"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1" name="Google Shape;8031;p25"/>
              <p:cNvSpPr/>
              <p:nvPr/>
            </p:nvSpPr>
            <p:spPr>
              <a:xfrm>
                <a:off x="58709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2" name="Google Shape;8032;p25"/>
              <p:cNvSpPr/>
              <p:nvPr/>
            </p:nvSpPr>
            <p:spPr>
              <a:xfrm>
                <a:off x="578867"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3" name="Google Shape;8033;p25"/>
              <p:cNvSpPr/>
              <p:nvPr/>
            </p:nvSpPr>
            <p:spPr>
              <a:xfrm>
                <a:off x="58709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4" name="Google Shape;8034;p25"/>
              <p:cNvSpPr/>
              <p:nvPr/>
            </p:nvSpPr>
            <p:spPr>
              <a:xfrm>
                <a:off x="578867"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5" name="Google Shape;8035;p25"/>
              <p:cNvSpPr/>
              <p:nvPr/>
            </p:nvSpPr>
            <p:spPr>
              <a:xfrm>
                <a:off x="578867"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6" name="Google Shape;8036;p25"/>
              <p:cNvSpPr/>
              <p:nvPr/>
            </p:nvSpPr>
            <p:spPr>
              <a:xfrm>
                <a:off x="58709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7" name="Google Shape;8037;p25"/>
              <p:cNvSpPr/>
              <p:nvPr/>
            </p:nvSpPr>
            <p:spPr>
              <a:xfrm>
                <a:off x="578867"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8" name="Google Shape;8038;p25"/>
              <p:cNvSpPr/>
              <p:nvPr/>
            </p:nvSpPr>
            <p:spPr>
              <a:xfrm>
                <a:off x="578867"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9" name="Google Shape;8039;p25"/>
              <p:cNvSpPr/>
              <p:nvPr/>
            </p:nvSpPr>
            <p:spPr>
              <a:xfrm>
                <a:off x="578867"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0" name="Google Shape;8040;p25"/>
              <p:cNvSpPr/>
              <p:nvPr/>
            </p:nvSpPr>
            <p:spPr>
              <a:xfrm>
                <a:off x="58709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1" name="Google Shape;8041;p25"/>
              <p:cNvSpPr/>
              <p:nvPr/>
            </p:nvSpPr>
            <p:spPr>
              <a:xfrm>
                <a:off x="58709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2" name="Google Shape;8042;p25"/>
              <p:cNvSpPr/>
              <p:nvPr/>
            </p:nvSpPr>
            <p:spPr>
              <a:xfrm>
                <a:off x="58709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3" name="Google Shape;8043;p25"/>
              <p:cNvSpPr/>
              <p:nvPr/>
            </p:nvSpPr>
            <p:spPr>
              <a:xfrm>
                <a:off x="578867"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4" name="Google Shape;8044;p25"/>
              <p:cNvSpPr/>
              <p:nvPr/>
            </p:nvSpPr>
            <p:spPr>
              <a:xfrm>
                <a:off x="58709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5" name="Google Shape;8045;p25"/>
              <p:cNvSpPr/>
              <p:nvPr/>
            </p:nvSpPr>
            <p:spPr>
              <a:xfrm>
                <a:off x="578867"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6" name="Google Shape;8046;p25"/>
              <p:cNvSpPr/>
              <p:nvPr/>
            </p:nvSpPr>
            <p:spPr>
              <a:xfrm>
                <a:off x="58709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7" name="Google Shape;8047;p25"/>
              <p:cNvSpPr/>
              <p:nvPr/>
            </p:nvSpPr>
            <p:spPr>
              <a:xfrm>
                <a:off x="578867"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8" name="Google Shape;8048;p25"/>
            <p:cNvGrpSpPr/>
            <p:nvPr/>
          </p:nvGrpSpPr>
          <p:grpSpPr>
            <a:xfrm>
              <a:off x="8525900" y="206"/>
              <a:ext cx="53414" cy="5143474"/>
              <a:chOff x="8511811" y="206"/>
              <a:chExt cx="53414" cy="5143474"/>
            </a:xfrm>
          </p:grpSpPr>
          <p:sp>
            <p:nvSpPr>
              <p:cNvPr id="8049" name="Google Shape;8049;p25"/>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0" name="Google Shape;8050;p25"/>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1" name="Google Shape;8051;p25"/>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2" name="Google Shape;8052;p25"/>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3" name="Google Shape;8053;p25"/>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4" name="Google Shape;8054;p25"/>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5" name="Google Shape;8055;p25"/>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6" name="Google Shape;8056;p25"/>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7" name="Google Shape;8057;p25"/>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8" name="Google Shape;8058;p25"/>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9" name="Google Shape;8059;p25"/>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0" name="Google Shape;8060;p25"/>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1" name="Google Shape;8061;p25"/>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2" name="Google Shape;8062;p25"/>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3" name="Google Shape;8063;p25"/>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4" name="Google Shape;8064;p25"/>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5" name="Google Shape;8065;p25"/>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6" name="Google Shape;8066;p25"/>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7" name="Google Shape;8067;p25"/>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8" name="Google Shape;8068;p25"/>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9" name="Google Shape;8069;p25"/>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0" name="Google Shape;8070;p25"/>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1" name="Google Shape;8071;p25"/>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2" name="Google Shape;8072;p25"/>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3" name="Google Shape;8073;p25"/>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4" name="Google Shape;8074;p25"/>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5" name="Google Shape;8075;p25"/>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6" name="Google Shape;8076;p25"/>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7" name="Google Shape;8077;p25"/>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8" name="Google Shape;8078;p25"/>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9" name="Google Shape;8079;p25"/>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0" name="Google Shape;8080;p25"/>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1" name="Google Shape;8081;p25"/>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2" name="Google Shape;8082;p25"/>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3" name="Google Shape;8083;p25"/>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4" name="Google Shape;8084;p25"/>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5" name="Google Shape;8085;p25"/>
            <p:cNvGrpSpPr/>
            <p:nvPr/>
          </p:nvGrpSpPr>
          <p:grpSpPr>
            <a:xfrm>
              <a:off x="8791361" y="206"/>
              <a:ext cx="53414" cy="5143474"/>
              <a:chOff x="8712171" y="206"/>
              <a:chExt cx="53414" cy="5143474"/>
            </a:xfrm>
          </p:grpSpPr>
          <p:sp>
            <p:nvSpPr>
              <p:cNvPr id="8086" name="Google Shape;8086;p25"/>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7" name="Google Shape;8087;p25"/>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8" name="Google Shape;8088;p25"/>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9" name="Google Shape;8089;p25"/>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0" name="Google Shape;8090;p25"/>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1" name="Google Shape;8091;p25"/>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2" name="Google Shape;8092;p25"/>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3" name="Google Shape;8093;p25"/>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4" name="Google Shape;8094;p25"/>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5" name="Google Shape;8095;p25"/>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6" name="Google Shape;8096;p25"/>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7" name="Google Shape;8097;p25"/>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8" name="Google Shape;8098;p25"/>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9" name="Google Shape;8099;p25"/>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0" name="Google Shape;8100;p25"/>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1" name="Google Shape;8101;p25"/>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2" name="Google Shape;8102;p25"/>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3" name="Google Shape;8103;p25"/>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4" name="Google Shape;8104;p25"/>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5" name="Google Shape;8105;p25"/>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6" name="Google Shape;8106;p25"/>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7" name="Google Shape;8107;p25"/>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8" name="Google Shape;8108;p25"/>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9" name="Google Shape;8109;p25"/>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0" name="Google Shape;8110;p25"/>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1" name="Google Shape;8111;p25"/>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2" name="Google Shape;8112;p25"/>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3" name="Google Shape;8113;p25"/>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4" name="Google Shape;8114;p25"/>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5" name="Google Shape;8115;p25"/>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6" name="Google Shape;8116;p25"/>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7" name="Google Shape;8117;p25"/>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8" name="Google Shape;8118;p25"/>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9" name="Google Shape;8119;p25"/>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0" name="Google Shape;8120;p25"/>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1" name="Google Shape;8121;p25"/>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22" name="Google Shape;8122;p25"/>
            <p:cNvGrpSpPr/>
            <p:nvPr/>
          </p:nvGrpSpPr>
          <p:grpSpPr>
            <a:xfrm>
              <a:off x="34718" y="206"/>
              <a:ext cx="53295" cy="4852321"/>
              <a:chOff x="62135" y="206"/>
              <a:chExt cx="53295" cy="4852321"/>
            </a:xfrm>
          </p:grpSpPr>
          <p:sp>
            <p:nvSpPr>
              <p:cNvPr id="8123" name="Google Shape;8123;p25"/>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4" name="Google Shape;8124;p25"/>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5" name="Google Shape;8125;p25"/>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6" name="Google Shape;8126;p25"/>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7" name="Google Shape;8127;p25"/>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8" name="Google Shape;8128;p25"/>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9" name="Google Shape;8129;p25"/>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0" name="Google Shape;8130;p25"/>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1" name="Google Shape;8131;p25"/>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2" name="Google Shape;8132;p25"/>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3" name="Google Shape;8133;p25"/>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4" name="Google Shape;8134;p25"/>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5" name="Google Shape;8135;p25"/>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6" name="Google Shape;8136;p25"/>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7" name="Google Shape;8137;p25"/>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8" name="Google Shape;8138;p25"/>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9" name="Google Shape;8139;p25"/>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0" name="Google Shape;8140;p25"/>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1" name="Google Shape;8141;p25"/>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2" name="Google Shape;8142;p25"/>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3" name="Google Shape;8143;p25"/>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4" name="Google Shape;8144;p25"/>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5" name="Google Shape;8145;p25"/>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6" name="Google Shape;8146;p25"/>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7" name="Google Shape;8147;p25"/>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8" name="Google Shape;8148;p25"/>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9" name="Google Shape;8149;p25"/>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0" name="Google Shape;8150;p25"/>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1" name="Google Shape;8151;p25"/>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2" name="Google Shape;8152;p25"/>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3" name="Google Shape;8153;p25"/>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4" name="Google Shape;8154;p25"/>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5" name="Google Shape;8155;p25"/>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6" name="Google Shape;8156;p25"/>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7" name="Google Shape;8157;p25"/>
            <p:cNvGrpSpPr/>
            <p:nvPr/>
          </p:nvGrpSpPr>
          <p:grpSpPr>
            <a:xfrm>
              <a:off x="300060" y="206"/>
              <a:ext cx="53414" cy="4852321"/>
              <a:chOff x="418506" y="206"/>
              <a:chExt cx="53414" cy="4852321"/>
            </a:xfrm>
          </p:grpSpPr>
          <p:sp>
            <p:nvSpPr>
              <p:cNvPr id="8158" name="Google Shape;8158;p25"/>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9" name="Google Shape;8159;p25"/>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0" name="Google Shape;8160;p25"/>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1" name="Google Shape;8161;p25"/>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2" name="Google Shape;8162;p25"/>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3" name="Google Shape;8163;p25"/>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4" name="Google Shape;8164;p25"/>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5" name="Google Shape;8165;p25"/>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6" name="Google Shape;8166;p25"/>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7" name="Google Shape;8167;p25"/>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8" name="Google Shape;8168;p25"/>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9" name="Google Shape;8169;p25"/>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0" name="Google Shape;8170;p25"/>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1" name="Google Shape;8171;p25"/>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2" name="Google Shape;8172;p25"/>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3" name="Google Shape;8173;p25"/>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4" name="Google Shape;8174;p25"/>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5" name="Google Shape;8175;p25"/>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6" name="Google Shape;8176;p25"/>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7" name="Google Shape;8177;p25"/>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8" name="Google Shape;8178;p25"/>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9" name="Google Shape;8179;p25"/>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0" name="Google Shape;8180;p25"/>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1" name="Google Shape;8181;p25"/>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2" name="Google Shape;8182;p25"/>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3" name="Google Shape;8183;p25"/>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4" name="Google Shape;8184;p25"/>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5" name="Google Shape;8185;p25"/>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6" name="Google Shape;8186;p25"/>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7" name="Google Shape;8187;p25"/>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8" name="Google Shape;8188;p25"/>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25"/>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0" name="Google Shape;8190;p25"/>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1" name="Google Shape;8191;p25"/>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92" name="Google Shape;8192;p25"/>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3" name="Google Shape;8193;p25"/>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4" name="Google Shape;8194;p25"/>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5" name="Google Shape;8195;p25"/>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6" name="Google Shape;8196;p25"/>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7" name="Google Shape;8197;p25"/>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8" name="Google Shape;8198;p25"/>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99" name="Google Shape;8199;p25"/>
            <p:cNvGrpSpPr/>
            <p:nvPr/>
          </p:nvGrpSpPr>
          <p:grpSpPr>
            <a:xfrm>
              <a:off x="9056822" y="206"/>
              <a:ext cx="52460" cy="4852321"/>
              <a:chOff x="8855639" y="206"/>
              <a:chExt cx="52460" cy="4852321"/>
            </a:xfrm>
          </p:grpSpPr>
          <p:sp>
            <p:nvSpPr>
              <p:cNvPr id="8200" name="Google Shape;8200;p25"/>
              <p:cNvSpPr/>
              <p:nvPr/>
            </p:nvSpPr>
            <p:spPr>
              <a:xfrm>
                <a:off x="886303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1" name="Google Shape;8201;p25"/>
              <p:cNvSpPr/>
              <p:nvPr/>
            </p:nvSpPr>
            <p:spPr>
              <a:xfrm>
                <a:off x="886303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2" name="Google Shape;8202;p25"/>
              <p:cNvSpPr/>
              <p:nvPr/>
            </p:nvSpPr>
            <p:spPr>
              <a:xfrm>
                <a:off x="886303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3" name="Google Shape;8203;p25"/>
              <p:cNvSpPr/>
              <p:nvPr/>
            </p:nvSpPr>
            <p:spPr>
              <a:xfrm>
                <a:off x="886303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4" name="Google Shape;8204;p25"/>
              <p:cNvSpPr/>
              <p:nvPr/>
            </p:nvSpPr>
            <p:spPr>
              <a:xfrm>
                <a:off x="885563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5" name="Google Shape;8205;p25"/>
              <p:cNvSpPr/>
              <p:nvPr/>
            </p:nvSpPr>
            <p:spPr>
              <a:xfrm>
                <a:off x="885563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6" name="Google Shape;8206;p25"/>
              <p:cNvSpPr/>
              <p:nvPr/>
            </p:nvSpPr>
            <p:spPr>
              <a:xfrm>
                <a:off x="886303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7" name="Google Shape;8207;p25"/>
              <p:cNvSpPr/>
              <p:nvPr/>
            </p:nvSpPr>
            <p:spPr>
              <a:xfrm>
                <a:off x="885563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8" name="Google Shape;8208;p25"/>
              <p:cNvSpPr/>
              <p:nvPr/>
            </p:nvSpPr>
            <p:spPr>
              <a:xfrm>
                <a:off x="886303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9" name="Google Shape;8209;p25"/>
              <p:cNvSpPr/>
              <p:nvPr/>
            </p:nvSpPr>
            <p:spPr>
              <a:xfrm>
                <a:off x="885563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0" name="Google Shape;8210;p25"/>
              <p:cNvSpPr/>
              <p:nvPr/>
            </p:nvSpPr>
            <p:spPr>
              <a:xfrm>
                <a:off x="886303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1" name="Google Shape;8211;p25"/>
              <p:cNvSpPr/>
              <p:nvPr/>
            </p:nvSpPr>
            <p:spPr>
              <a:xfrm>
                <a:off x="885563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2" name="Google Shape;8212;p25"/>
              <p:cNvSpPr/>
              <p:nvPr/>
            </p:nvSpPr>
            <p:spPr>
              <a:xfrm>
                <a:off x="886303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3" name="Google Shape;8213;p25"/>
              <p:cNvSpPr/>
              <p:nvPr/>
            </p:nvSpPr>
            <p:spPr>
              <a:xfrm>
                <a:off x="885563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4" name="Google Shape;8214;p25"/>
              <p:cNvSpPr/>
              <p:nvPr/>
            </p:nvSpPr>
            <p:spPr>
              <a:xfrm>
                <a:off x="8863032"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5" name="Google Shape;8215;p25"/>
              <p:cNvSpPr/>
              <p:nvPr/>
            </p:nvSpPr>
            <p:spPr>
              <a:xfrm>
                <a:off x="8863032"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6" name="Google Shape;8216;p25"/>
              <p:cNvSpPr/>
              <p:nvPr/>
            </p:nvSpPr>
            <p:spPr>
              <a:xfrm>
                <a:off x="885563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7" name="Google Shape;8217;p25"/>
              <p:cNvSpPr/>
              <p:nvPr/>
            </p:nvSpPr>
            <p:spPr>
              <a:xfrm>
                <a:off x="885563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8" name="Google Shape;8218;p25"/>
              <p:cNvSpPr/>
              <p:nvPr/>
            </p:nvSpPr>
            <p:spPr>
              <a:xfrm>
                <a:off x="8863032"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9" name="Google Shape;8219;p25"/>
              <p:cNvSpPr/>
              <p:nvPr/>
            </p:nvSpPr>
            <p:spPr>
              <a:xfrm>
                <a:off x="8855639"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0" name="Google Shape;8220;p25"/>
              <p:cNvSpPr/>
              <p:nvPr/>
            </p:nvSpPr>
            <p:spPr>
              <a:xfrm>
                <a:off x="8863032"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1" name="Google Shape;8221;p25"/>
              <p:cNvSpPr/>
              <p:nvPr/>
            </p:nvSpPr>
            <p:spPr>
              <a:xfrm>
                <a:off x="8863032"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2" name="Google Shape;8222;p25"/>
              <p:cNvSpPr/>
              <p:nvPr/>
            </p:nvSpPr>
            <p:spPr>
              <a:xfrm>
                <a:off x="8855639"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3" name="Google Shape;8223;p25"/>
              <p:cNvSpPr/>
              <p:nvPr/>
            </p:nvSpPr>
            <p:spPr>
              <a:xfrm>
                <a:off x="8855639"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4" name="Google Shape;8224;p25"/>
              <p:cNvSpPr/>
              <p:nvPr/>
            </p:nvSpPr>
            <p:spPr>
              <a:xfrm>
                <a:off x="8855639"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5" name="Google Shape;8225;p25"/>
              <p:cNvSpPr/>
              <p:nvPr/>
            </p:nvSpPr>
            <p:spPr>
              <a:xfrm>
                <a:off x="8863032"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6" name="Google Shape;8226;p25"/>
              <p:cNvSpPr/>
              <p:nvPr/>
            </p:nvSpPr>
            <p:spPr>
              <a:xfrm>
                <a:off x="8863032"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7" name="Google Shape;8227;p25"/>
              <p:cNvSpPr/>
              <p:nvPr/>
            </p:nvSpPr>
            <p:spPr>
              <a:xfrm>
                <a:off x="8863032"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8" name="Google Shape;8228;p25"/>
              <p:cNvSpPr/>
              <p:nvPr/>
            </p:nvSpPr>
            <p:spPr>
              <a:xfrm>
                <a:off x="8855639"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9" name="Google Shape;8229;p25"/>
              <p:cNvSpPr/>
              <p:nvPr/>
            </p:nvSpPr>
            <p:spPr>
              <a:xfrm>
                <a:off x="8863032"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0" name="Google Shape;8230;p25"/>
              <p:cNvSpPr/>
              <p:nvPr/>
            </p:nvSpPr>
            <p:spPr>
              <a:xfrm>
                <a:off x="8855639"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1" name="Google Shape;8231;p25"/>
              <p:cNvSpPr/>
              <p:nvPr/>
            </p:nvSpPr>
            <p:spPr>
              <a:xfrm>
                <a:off x="8863032"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2" name="Google Shape;8232;p25"/>
              <p:cNvSpPr/>
              <p:nvPr/>
            </p:nvSpPr>
            <p:spPr>
              <a:xfrm>
                <a:off x="8855639"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3" name="Google Shape;8233;p25"/>
              <p:cNvSpPr/>
              <p:nvPr/>
            </p:nvSpPr>
            <p:spPr>
              <a:xfrm>
                <a:off x="8863032"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34" name="Google Shape;8234;p25"/>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5" name="Google Shape;8235;p25"/>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6" name="Google Shape;8236;p25"/>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7" name="Google Shape;8237;p25"/>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8" name="Google Shape;8238;p25"/>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9" name="Google Shape;8239;p25"/>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0" name="Google Shape;8240;p25"/>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1" name="Google Shape;8241;p25"/>
          <p:cNvSpPr txBox="1"/>
          <p:nvPr>
            <p:ph idx="1" type="body"/>
          </p:nvPr>
        </p:nvSpPr>
        <p:spPr>
          <a:xfrm>
            <a:off x="720000" y="1401575"/>
            <a:ext cx="3852000" cy="30546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accent1"/>
              </a:buClr>
              <a:buSzPts val="1600"/>
              <a:buChar char="■"/>
              <a:defRPr/>
            </a:lvl1pPr>
            <a:lvl2pPr indent="-317500" lvl="1" marL="914400" rtl="0">
              <a:spcBef>
                <a:spcPts val="0"/>
              </a:spcBef>
              <a:spcAft>
                <a:spcPts val="0"/>
              </a:spcAft>
              <a:buSzPts val="1400"/>
              <a:buChar char="○"/>
              <a:defRPr sz="1600"/>
            </a:lvl2pPr>
            <a:lvl3pPr indent="-317500" lvl="2" marL="1371600" rtl="0">
              <a:spcBef>
                <a:spcPts val="0"/>
              </a:spcBef>
              <a:spcAft>
                <a:spcPts val="0"/>
              </a:spcAft>
              <a:buSzPts val="1400"/>
              <a:buChar char="■"/>
              <a:defRPr sz="16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8242" name="Google Shape;8242;p25"/>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Font typeface="Fredoka One"/>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8243" name="Google Shape;8243;p25"/>
          <p:cNvSpPr/>
          <p:nvPr>
            <p:ph idx="2" type="pic"/>
          </p:nvPr>
        </p:nvSpPr>
        <p:spPr>
          <a:xfrm>
            <a:off x="5268024" y="1401575"/>
            <a:ext cx="3054000" cy="30549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_1_1_1">
    <p:spTree>
      <p:nvGrpSpPr>
        <p:cNvPr id="8244" name="Shape 8244"/>
        <p:cNvGrpSpPr/>
        <p:nvPr/>
      </p:nvGrpSpPr>
      <p:grpSpPr>
        <a:xfrm>
          <a:off x="0" y="0"/>
          <a:ext cx="0" cy="0"/>
          <a:chOff x="0" y="0"/>
          <a:chExt cx="0" cy="0"/>
        </a:xfrm>
      </p:grpSpPr>
      <p:grpSp>
        <p:nvGrpSpPr>
          <p:cNvPr id="8245" name="Google Shape;8245;p26"/>
          <p:cNvGrpSpPr/>
          <p:nvPr/>
        </p:nvGrpSpPr>
        <p:grpSpPr>
          <a:xfrm>
            <a:off x="189" y="52"/>
            <a:ext cx="9144013" cy="5143533"/>
            <a:chOff x="4088025" y="1324225"/>
            <a:chExt cx="1348575" cy="1101800"/>
          </a:xfrm>
        </p:grpSpPr>
        <p:sp>
          <p:nvSpPr>
            <p:cNvPr id="8246" name="Google Shape;8246;p26"/>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7" name="Google Shape;8247;p26"/>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8" name="Google Shape;8248;p26"/>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9" name="Google Shape;8249;p26"/>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0" name="Google Shape;8250;p26"/>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1" name="Google Shape;8251;p26"/>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2" name="Google Shape;8252;p26"/>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3" name="Google Shape;8253;p26"/>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4" name="Google Shape;8254;p26"/>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5" name="Google Shape;8255;p26"/>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6" name="Google Shape;8256;p26"/>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7" name="Google Shape;8257;p26"/>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8" name="Google Shape;8258;p26"/>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9" name="Google Shape;8259;p26"/>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0" name="Google Shape;8260;p26"/>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1" name="Google Shape;8261;p26"/>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2" name="Google Shape;8262;p26"/>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3" name="Google Shape;8263;p26"/>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4" name="Google Shape;8264;p26"/>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5" name="Google Shape;8265;p26"/>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6" name="Google Shape;8266;p26"/>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7" name="Google Shape;8267;p26"/>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8" name="Google Shape;8268;p26"/>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9" name="Google Shape;8269;p26"/>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0" name="Google Shape;8270;p26"/>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1" name="Google Shape;8271;p26"/>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2" name="Google Shape;8272;p26"/>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3" name="Google Shape;8273;p26"/>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4" name="Google Shape;8274;p26"/>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5" name="Google Shape;8275;p26"/>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6" name="Google Shape;8276;p26"/>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7" name="Google Shape;8277;p26"/>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8" name="Google Shape;8278;p26"/>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9" name="Google Shape;8279;p26"/>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0" name="Google Shape;8280;p26"/>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1" name="Google Shape;8281;p26"/>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2" name="Google Shape;8282;p26"/>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3" name="Google Shape;8283;p26"/>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4" name="Google Shape;8284;p26"/>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5" name="Google Shape;8285;p26"/>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6" name="Google Shape;8286;p26"/>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7" name="Google Shape;8287;p26"/>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8" name="Google Shape;8288;p26"/>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9" name="Google Shape;8289;p26"/>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0" name="Google Shape;8290;p26"/>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1" name="Google Shape;8291;p26"/>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2" name="Google Shape;8292;p26"/>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3" name="Google Shape;8293;p26"/>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4" name="Google Shape;8294;p26"/>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5" name="Google Shape;8295;p26"/>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96" name="Google Shape;8296;p26"/>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8297" name="Google Shape;8297;p26"/>
          <p:cNvSpPr/>
          <p:nvPr>
            <p:ph idx="2" type="pic"/>
          </p:nvPr>
        </p:nvSpPr>
        <p:spPr>
          <a:xfrm>
            <a:off x="1034726" y="1401575"/>
            <a:ext cx="3054000" cy="3054900"/>
          </a:xfrm>
          <a:prstGeom prst="rect">
            <a:avLst/>
          </a:prstGeom>
          <a:noFill/>
          <a:ln>
            <a:noFill/>
          </a:ln>
        </p:spPr>
      </p:sp>
      <p:sp>
        <p:nvSpPr>
          <p:cNvPr id="8298" name="Google Shape;8298;p26"/>
          <p:cNvSpPr txBox="1"/>
          <p:nvPr>
            <p:ph idx="1" type="subTitle"/>
          </p:nvPr>
        </p:nvSpPr>
        <p:spPr>
          <a:xfrm flipH="1">
            <a:off x="5100228" y="1883150"/>
            <a:ext cx="27903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8299" name="Google Shape;8299;p26"/>
          <p:cNvSpPr txBox="1"/>
          <p:nvPr>
            <p:ph idx="3" type="subTitle"/>
          </p:nvPr>
        </p:nvSpPr>
        <p:spPr>
          <a:xfrm flipH="1">
            <a:off x="5100228" y="2379321"/>
            <a:ext cx="2790300" cy="153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grpSp>
        <p:nvGrpSpPr>
          <p:cNvPr id="8300" name="Google Shape;8300;p26"/>
          <p:cNvGrpSpPr/>
          <p:nvPr/>
        </p:nvGrpSpPr>
        <p:grpSpPr>
          <a:xfrm>
            <a:off x="110918" y="206"/>
            <a:ext cx="8922164" cy="5143474"/>
            <a:chOff x="110918" y="206"/>
            <a:chExt cx="8922164" cy="5143474"/>
          </a:xfrm>
        </p:grpSpPr>
        <p:sp>
          <p:nvSpPr>
            <p:cNvPr id="8301" name="Google Shape;8301;p26"/>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2" name="Google Shape;8302;p26"/>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3" name="Google Shape;8303;p26"/>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4" name="Google Shape;8304;p26"/>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5" name="Google Shape;8305;p26"/>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6" name="Google Shape;8306;p26"/>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7" name="Google Shape;8307;p26"/>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8" name="Google Shape;8308;p26"/>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9" name="Google Shape;8309;p26"/>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0" name="Google Shape;8310;p26"/>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1" name="Google Shape;8311;p26"/>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2" name="Google Shape;8312;p26"/>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3" name="Google Shape;8313;p26"/>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4" name="Google Shape;8314;p26"/>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5" name="Google Shape;8315;p26"/>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6" name="Google Shape;8316;p26"/>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7" name="Google Shape;8317;p26"/>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8" name="Google Shape;8318;p26"/>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19" name="Google Shape;8319;p26"/>
            <p:cNvGrpSpPr/>
            <p:nvPr/>
          </p:nvGrpSpPr>
          <p:grpSpPr>
            <a:xfrm>
              <a:off x="8706192" y="206"/>
              <a:ext cx="53414" cy="5143474"/>
              <a:chOff x="8511811" y="206"/>
              <a:chExt cx="53414" cy="5143474"/>
            </a:xfrm>
          </p:grpSpPr>
          <p:sp>
            <p:nvSpPr>
              <p:cNvPr id="8320" name="Google Shape;8320;p26"/>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1" name="Google Shape;8321;p26"/>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2" name="Google Shape;8322;p26"/>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3" name="Google Shape;8323;p26"/>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4" name="Google Shape;8324;p26"/>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5" name="Google Shape;8325;p26"/>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6" name="Google Shape;8326;p26"/>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7" name="Google Shape;8327;p26"/>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8" name="Google Shape;8328;p26"/>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9" name="Google Shape;8329;p26"/>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0" name="Google Shape;8330;p26"/>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1" name="Google Shape;8331;p26"/>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2" name="Google Shape;8332;p26"/>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3" name="Google Shape;8333;p26"/>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4" name="Google Shape;8334;p26"/>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5" name="Google Shape;8335;p26"/>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6" name="Google Shape;8336;p26"/>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7" name="Google Shape;8337;p26"/>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8" name="Google Shape;8338;p26"/>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9" name="Google Shape;8339;p26"/>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0" name="Google Shape;8340;p26"/>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1" name="Google Shape;8341;p26"/>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2" name="Google Shape;8342;p26"/>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3" name="Google Shape;8343;p26"/>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4" name="Google Shape;8344;p26"/>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5" name="Google Shape;8345;p26"/>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6" name="Google Shape;8346;p26"/>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7" name="Google Shape;8347;p26"/>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8" name="Google Shape;8348;p26"/>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9" name="Google Shape;8349;p26"/>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0" name="Google Shape;8350;p26"/>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1" name="Google Shape;8351;p26"/>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2" name="Google Shape;8352;p26"/>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3" name="Google Shape;8353;p26"/>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4" name="Google Shape;8354;p26"/>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5" name="Google Shape;8355;p26"/>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6" name="Google Shape;8356;p26"/>
            <p:cNvGrpSpPr/>
            <p:nvPr/>
          </p:nvGrpSpPr>
          <p:grpSpPr>
            <a:xfrm>
              <a:off x="8979668" y="206"/>
              <a:ext cx="53414" cy="5143474"/>
              <a:chOff x="8712171" y="206"/>
              <a:chExt cx="53414" cy="5143474"/>
            </a:xfrm>
          </p:grpSpPr>
          <p:sp>
            <p:nvSpPr>
              <p:cNvPr id="8357" name="Google Shape;8357;p26"/>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8" name="Google Shape;8358;p26"/>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9" name="Google Shape;8359;p26"/>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0" name="Google Shape;8360;p26"/>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1" name="Google Shape;8361;p26"/>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2" name="Google Shape;8362;p26"/>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3" name="Google Shape;8363;p26"/>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4" name="Google Shape;8364;p26"/>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5" name="Google Shape;8365;p26"/>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6" name="Google Shape;8366;p26"/>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7" name="Google Shape;8367;p26"/>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8" name="Google Shape;8368;p26"/>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9" name="Google Shape;8369;p26"/>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0" name="Google Shape;8370;p26"/>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1" name="Google Shape;8371;p26"/>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2" name="Google Shape;8372;p26"/>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3" name="Google Shape;8373;p26"/>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4" name="Google Shape;8374;p26"/>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5" name="Google Shape;8375;p26"/>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6" name="Google Shape;8376;p26"/>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7" name="Google Shape;8377;p26"/>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8" name="Google Shape;8378;p26"/>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9" name="Google Shape;8379;p26"/>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0" name="Google Shape;8380;p26"/>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1" name="Google Shape;8381;p26"/>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2" name="Google Shape;8382;p26"/>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3" name="Google Shape;8383;p26"/>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4" name="Google Shape;8384;p26"/>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5" name="Google Shape;8385;p26"/>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6" name="Google Shape;8386;p26"/>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7" name="Google Shape;8387;p26"/>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8" name="Google Shape;8388;p26"/>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9" name="Google Shape;8389;p26"/>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0" name="Google Shape;8390;p26"/>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1" name="Google Shape;8391;p26"/>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2" name="Google Shape;8392;p26"/>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3" name="Google Shape;8393;p26"/>
            <p:cNvGrpSpPr/>
            <p:nvPr/>
          </p:nvGrpSpPr>
          <p:grpSpPr>
            <a:xfrm>
              <a:off x="110918" y="206"/>
              <a:ext cx="53295" cy="4852321"/>
              <a:chOff x="62135" y="206"/>
              <a:chExt cx="53295" cy="4852321"/>
            </a:xfrm>
          </p:grpSpPr>
          <p:sp>
            <p:nvSpPr>
              <p:cNvPr id="8394" name="Google Shape;8394;p26"/>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5" name="Google Shape;8395;p26"/>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6" name="Google Shape;8396;p26"/>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7" name="Google Shape;8397;p26"/>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8" name="Google Shape;8398;p26"/>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9" name="Google Shape;8399;p26"/>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0" name="Google Shape;8400;p26"/>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1" name="Google Shape;8401;p26"/>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2" name="Google Shape;8402;p26"/>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3" name="Google Shape;8403;p26"/>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4" name="Google Shape;8404;p26"/>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5" name="Google Shape;8405;p26"/>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6" name="Google Shape;8406;p26"/>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7" name="Google Shape;8407;p26"/>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8" name="Google Shape;8408;p26"/>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9" name="Google Shape;8409;p26"/>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0" name="Google Shape;8410;p26"/>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1" name="Google Shape;8411;p26"/>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2" name="Google Shape;8412;p26"/>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3" name="Google Shape;8413;p26"/>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4" name="Google Shape;8414;p26"/>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5" name="Google Shape;8415;p26"/>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6" name="Google Shape;8416;p26"/>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7" name="Google Shape;8417;p26"/>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8" name="Google Shape;8418;p26"/>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9" name="Google Shape;8419;p26"/>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0" name="Google Shape;8420;p26"/>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1" name="Google Shape;8421;p26"/>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2" name="Google Shape;8422;p26"/>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3" name="Google Shape;8423;p26"/>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4" name="Google Shape;8424;p26"/>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5" name="Google Shape;8425;p26"/>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6" name="Google Shape;8426;p26"/>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7" name="Google Shape;8427;p26"/>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8" name="Google Shape;8428;p26"/>
            <p:cNvGrpSpPr/>
            <p:nvPr/>
          </p:nvGrpSpPr>
          <p:grpSpPr>
            <a:xfrm>
              <a:off x="384275" y="206"/>
              <a:ext cx="53414" cy="4852321"/>
              <a:chOff x="418506" y="206"/>
              <a:chExt cx="53414" cy="4852321"/>
            </a:xfrm>
          </p:grpSpPr>
          <p:sp>
            <p:nvSpPr>
              <p:cNvPr id="8429" name="Google Shape;8429;p26"/>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0" name="Google Shape;8430;p26"/>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1" name="Google Shape;8431;p26"/>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26"/>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3" name="Google Shape;8433;p26"/>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4" name="Google Shape;8434;p26"/>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5" name="Google Shape;8435;p26"/>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6" name="Google Shape;8436;p26"/>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7" name="Google Shape;8437;p26"/>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8" name="Google Shape;8438;p26"/>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9" name="Google Shape;8439;p26"/>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0" name="Google Shape;8440;p26"/>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1" name="Google Shape;8441;p26"/>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2" name="Google Shape;8442;p26"/>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3" name="Google Shape;8443;p26"/>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4" name="Google Shape;8444;p26"/>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5" name="Google Shape;8445;p26"/>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6" name="Google Shape;8446;p26"/>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7" name="Google Shape;8447;p26"/>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8" name="Google Shape;8448;p26"/>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26"/>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0" name="Google Shape;8450;p26"/>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1" name="Google Shape;8451;p26"/>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26"/>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3" name="Google Shape;8453;p26"/>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4" name="Google Shape;8454;p26"/>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5" name="Google Shape;8455;p26"/>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6" name="Google Shape;8456;p26"/>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7" name="Google Shape;8457;p26"/>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8" name="Google Shape;8458;p26"/>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9" name="Google Shape;8459;p26"/>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0" name="Google Shape;8460;p26"/>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1" name="Google Shape;8461;p26"/>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2" name="Google Shape;8462;p26"/>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63" name="Google Shape;8463;p26"/>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4" name="Google Shape;8464;p26"/>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5" name="Google Shape;8465;p26"/>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6" name="Google Shape;8466;p26"/>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7" name="Google Shape;8467;p26"/>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8" name="Google Shape;8468;p26"/>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9" name="Google Shape;8469;p26"/>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0" name="Google Shape;8470;p26"/>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1" name="Google Shape;8471;p26"/>
            <p:cNvSpPr/>
            <p:nvPr/>
          </p:nvSpPr>
          <p:spPr>
            <a:xfrm>
              <a:off x="816841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2" name="Google Shape;8472;p26"/>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3" name="Google Shape;8473;p26"/>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4" name="Google Shape;8474;p26"/>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5" name="Google Shape;8475;p26"/>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6" name="Google Shape;8476;p26"/>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7" name="Google Shape;8477;p26"/>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8" name="Google Shape;8478;p26"/>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9" name="Google Shape;8479;p26"/>
            <p:cNvSpPr/>
            <p:nvPr/>
          </p:nvSpPr>
          <p:spPr>
            <a:xfrm>
              <a:off x="844106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0" name="Google Shape;8480;p26"/>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1" name="Google Shape;8481;p26"/>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26"/>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3" name="Google Shape;8483;p26"/>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4" name="Google Shape;8484;p26"/>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5" name="Google Shape;8485;p26"/>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6" name="Google Shape;8486;p26"/>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7" name="Google Shape;8487;p26"/>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8" name="Google Shape;8488;p26"/>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9" name="Google Shape;8489;p26"/>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0" name="Google Shape;8490;p26"/>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1" name="Google Shape;8491;p26"/>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2" name="Google Shape;8492;p26"/>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3" name="Google Shape;8493;p26"/>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4" name="Google Shape;8494;p26"/>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5" name="Google Shape;8495;p26"/>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6" name="Google Shape;8496;p26"/>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_1_1_1_1">
    <p:spTree>
      <p:nvGrpSpPr>
        <p:cNvPr id="8497" name="Shape 8497"/>
        <p:cNvGrpSpPr/>
        <p:nvPr/>
      </p:nvGrpSpPr>
      <p:grpSpPr>
        <a:xfrm>
          <a:off x="0" y="0"/>
          <a:ext cx="0" cy="0"/>
          <a:chOff x="0" y="0"/>
          <a:chExt cx="0" cy="0"/>
        </a:xfrm>
      </p:grpSpPr>
      <p:grpSp>
        <p:nvGrpSpPr>
          <p:cNvPr id="8498" name="Google Shape;8498;p27"/>
          <p:cNvGrpSpPr/>
          <p:nvPr/>
        </p:nvGrpSpPr>
        <p:grpSpPr>
          <a:xfrm>
            <a:off x="189" y="52"/>
            <a:ext cx="9144013" cy="5143533"/>
            <a:chOff x="4088025" y="1324225"/>
            <a:chExt cx="1348575" cy="1101800"/>
          </a:xfrm>
        </p:grpSpPr>
        <p:sp>
          <p:nvSpPr>
            <p:cNvPr id="8499" name="Google Shape;8499;p27"/>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0" name="Google Shape;8500;p27"/>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1" name="Google Shape;8501;p27"/>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2" name="Google Shape;8502;p27"/>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3" name="Google Shape;8503;p27"/>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4" name="Google Shape;8504;p27"/>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5" name="Google Shape;8505;p27"/>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6" name="Google Shape;8506;p27"/>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7" name="Google Shape;8507;p27"/>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8" name="Google Shape;8508;p27"/>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9" name="Google Shape;8509;p27"/>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0" name="Google Shape;8510;p27"/>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1" name="Google Shape;8511;p27"/>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2" name="Google Shape;8512;p27"/>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3" name="Google Shape;8513;p27"/>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4" name="Google Shape;8514;p27"/>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5" name="Google Shape;8515;p27"/>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6" name="Google Shape;8516;p27"/>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7" name="Google Shape;8517;p27"/>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8" name="Google Shape;8518;p27"/>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9" name="Google Shape;8519;p27"/>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0" name="Google Shape;8520;p27"/>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1" name="Google Shape;8521;p27"/>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2" name="Google Shape;8522;p27"/>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3" name="Google Shape;8523;p27"/>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4" name="Google Shape;8524;p27"/>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5" name="Google Shape;8525;p27"/>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6" name="Google Shape;8526;p27"/>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7" name="Google Shape;8527;p27"/>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8" name="Google Shape;8528;p27"/>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9" name="Google Shape;8529;p27"/>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0" name="Google Shape;8530;p27"/>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1" name="Google Shape;8531;p27"/>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2" name="Google Shape;8532;p27"/>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3" name="Google Shape;8533;p27"/>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4" name="Google Shape;8534;p27"/>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5" name="Google Shape;8535;p27"/>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6" name="Google Shape;8536;p27"/>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7" name="Google Shape;8537;p27"/>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8" name="Google Shape;8538;p27"/>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9" name="Google Shape;8539;p27"/>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0" name="Google Shape;8540;p27"/>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1" name="Google Shape;8541;p27"/>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2" name="Google Shape;8542;p27"/>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3" name="Google Shape;8543;p27"/>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4" name="Google Shape;8544;p27"/>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5" name="Google Shape;8545;p27"/>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6" name="Google Shape;8546;p27"/>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7" name="Google Shape;8547;p27"/>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8" name="Google Shape;8548;p27"/>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9" name="Google Shape;8549;p27"/>
          <p:cNvGrpSpPr/>
          <p:nvPr/>
        </p:nvGrpSpPr>
        <p:grpSpPr>
          <a:xfrm>
            <a:off x="145881" y="206"/>
            <a:ext cx="8852237" cy="5143474"/>
            <a:chOff x="145881" y="206"/>
            <a:chExt cx="8852237" cy="5143474"/>
          </a:xfrm>
        </p:grpSpPr>
        <p:grpSp>
          <p:nvGrpSpPr>
            <p:cNvPr id="8550" name="Google Shape;8550;p27"/>
            <p:cNvGrpSpPr/>
            <p:nvPr/>
          </p:nvGrpSpPr>
          <p:grpSpPr>
            <a:xfrm>
              <a:off x="145881" y="206"/>
              <a:ext cx="600248" cy="4852321"/>
              <a:chOff x="384275" y="206"/>
              <a:chExt cx="600248" cy="4852321"/>
            </a:xfrm>
          </p:grpSpPr>
          <p:sp>
            <p:nvSpPr>
              <p:cNvPr id="8551" name="Google Shape;8551;p27"/>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2" name="Google Shape;8552;p27"/>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3" name="Google Shape;8553;p27"/>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4" name="Google Shape;8554;p27"/>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5" name="Google Shape;8555;p27"/>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6" name="Google Shape;8556;p27"/>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7" name="Google Shape;8557;p27"/>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8" name="Google Shape;8558;p27"/>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9" name="Google Shape;8559;p27"/>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0" name="Google Shape;8560;p27"/>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1" name="Google Shape;8561;p27"/>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2" name="Google Shape;8562;p27"/>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3" name="Google Shape;8563;p27"/>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4" name="Google Shape;8564;p27"/>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5" name="Google Shape;8565;p27"/>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6" name="Google Shape;8566;p27"/>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7" name="Google Shape;8567;p27"/>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8" name="Google Shape;8568;p27"/>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69" name="Google Shape;8569;p27"/>
              <p:cNvGrpSpPr/>
              <p:nvPr/>
            </p:nvGrpSpPr>
            <p:grpSpPr>
              <a:xfrm>
                <a:off x="384275" y="206"/>
                <a:ext cx="53414" cy="4852321"/>
                <a:chOff x="418506" y="206"/>
                <a:chExt cx="53414" cy="4852321"/>
              </a:xfrm>
            </p:grpSpPr>
            <p:sp>
              <p:nvSpPr>
                <p:cNvPr id="8570" name="Google Shape;8570;p27"/>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1" name="Google Shape;8571;p27"/>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2" name="Google Shape;8572;p27"/>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3" name="Google Shape;8573;p27"/>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4" name="Google Shape;8574;p27"/>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5" name="Google Shape;8575;p27"/>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6" name="Google Shape;8576;p27"/>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7" name="Google Shape;8577;p27"/>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8" name="Google Shape;8578;p27"/>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9" name="Google Shape;8579;p27"/>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0" name="Google Shape;8580;p27"/>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1" name="Google Shape;8581;p27"/>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2" name="Google Shape;8582;p27"/>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3" name="Google Shape;8583;p27"/>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4" name="Google Shape;8584;p27"/>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5" name="Google Shape;8585;p27"/>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6" name="Google Shape;8586;p27"/>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7" name="Google Shape;8587;p27"/>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8" name="Google Shape;8588;p27"/>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9" name="Google Shape;8589;p27"/>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0" name="Google Shape;8590;p27"/>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1" name="Google Shape;8591;p27"/>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2" name="Google Shape;8592;p27"/>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3" name="Google Shape;8593;p27"/>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4" name="Google Shape;8594;p27"/>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5" name="Google Shape;8595;p27"/>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6" name="Google Shape;8596;p27"/>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7" name="Google Shape;8597;p27"/>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8" name="Google Shape;8598;p27"/>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9" name="Google Shape;8599;p27"/>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0" name="Google Shape;8600;p27"/>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1" name="Google Shape;8601;p27"/>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2" name="Google Shape;8602;p27"/>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3" name="Google Shape;8603;p27"/>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04" name="Google Shape;8604;p27"/>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5" name="Google Shape;8605;p27"/>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6" name="Google Shape;8606;p27"/>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7" name="Google Shape;8607;p27"/>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8" name="Google Shape;8608;p27"/>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9" name="Google Shape;8609;p27"/>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0" name="Google Shape;8610;p27"/>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1" name="Google Shape;8611;p27"/>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2" name="Google Shape;8612;p27"/>
            <p:cNvGrpSpPr/>
            <p:nvPr/>
          </p:nvGrpSpPr>
          <p:grpSpPr>
            <a:xfrm>
              <a:off x="8398705" y="206"/>
              <a:ext cx="599413" cy="5143474"/>
              <a:chOff x="8322446" y="206"/>
              <a:chExt cx="599413" cy="5143474"/>
            </a:xfrm>
          </p:grpSpPr>
          <p:sp>
            <p:nvSpPr>
              <p:cNvPr id="8613" name="Google Shape;8613;p27"/>
              <p:cNvSpPr/>
              <p:nvPr/>
            </p:nvSpPr>
            <p:spPr>
              <a:xfrm>
                <a:off x="8330672"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4" name="Google Shape;8614;p27"/>
              <p:cNvSpPr/>
              <p:nvPr/>
            </p:nvSpPr>
            <p:spPr>
              <a:xfrm>
                <a:off x="86033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15" name="Google Shape;8615;p27"/>
              <p:cNvGrpSpPr/>
              <p:nvPr/>
            </p:nvGrpSpPr>
            <p:grpSpPr>
              <a:xfrm>
                <a:off x="8322446" y="206"/>
                <a:ext cx="599413" cy="5143474"/>
                <a:chOff x="8160192" y="206"/>
                <a:chExt cx="599413" cy="5143474"/>
              </a:xfrm>
            </p:grpSpPr>
            <p:grpSp>
              <p:nvGrpSpPr>
                <p:cNvPr id="8616" name="Google Shape;8616;p27"/>
                <p:cNvGrpSpPr/>
                <p:nvPr/>
              </p:nvGrpSpPr>
              <p:grpSpPr>
                <a:xfrm>
                  <a:off x="8706192" y="206"/>
                  <a:ext cx="53414" cy="5143474"/>
                  <a:chOff x="8511811" y="206"/>
                  <a:chExt cx="53414" cy="5143474"/>
                </a:xfrm>
              </p:grpSpPr>
              <p:sp>
                <p:nvSpPr>
                  <p:cNvPr id="8617" name="Google Shape;8617;p27"/>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8" name="Google Shape;8618;p27"/>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9" name="Google Shape;8619;p27"/>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0" name="Google Shape;8620;p27"/>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1" name="Google Shape;8621;p27"/>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2" name="Google Shape;8622;p27"/>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3" name="Google Shape;8623;p27"/>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4" name="Google Shape;8624;p27"/>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5" name="Google Shape;8625;p27"/>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6" name="Google Shape;8626;p27"/>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7" name="Google Shape;8627;p27"/>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8" name="Google Shape;8628;p27"/>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9" name="Google Shape;8629;p27"/>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0" name="Google Shape;8630;p27"/>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1" name="Google Shape;8631;p27"/>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2" name="Google Shape;8632;p27"/>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3" name="Google Shape;8633;p27"/>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4" name="Google Shape;8634;p27"/>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5" name="Google Shape;8635;p27"/>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6" name="Google Shape;8636;p27"/>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7" name="Google Shape;8637;p27"/>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8" name="Google Shape;8638;p27"/>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9" name="Google Shape;8639;p27"/>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0" name="Google Shape;8640;p27"/>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1" name="Google Shape;8641;p27"/>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2" name="Google Shape;8642;p27"/>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3" name="Google Shape;8643;p27"/>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4" name="Google Shape;8644;p27"/>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5" name="Google Shape;8645;p27"/>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6" name="Google Shape;8646;p27"/>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7" name="Google Shape;8647;p27"/>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8" name="Google Shape;8648;p27"/>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9" name="Google Shape;8649;p27"/>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0" name="Google Shape;8650;p27"/>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1" name="Google Shape;8651;p27"/>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2" name="Google Shape;8652;p27"/>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53" name="Google Shape;8653;p27"/>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4" name="Google Shape;8654;p27"/>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5" name="Google Shape;8655;p27"/>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6" name="Google Shape;8656;p27"/>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7" name="Google Shape;8657;p27"/>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8" name="Google Shape;8658;p27"/>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9" name="Google Shape;8659;p27"/>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0" name="Google Shape;8660;p27"/>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1" name="Google Shape;8661;p27"/>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2" name="Google Shape;8662;p27"/>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3" name="Google Shape;8663;p27"/>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4" name="Google Shape;8664;p27"/>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5" name="Google Shape;8665;p27"/>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6" name="Google Shape;8666;p27"/>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7" name="Google Shape;8667;p27"/>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8" name="Google Shape;8668;p27"/>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9" name="Google Shape;8669;p27"/>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0" name="Google Shape;8670;p27"/>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1" name="Google Shape;8671;p27"/>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2" name="Google Shape;8672;p27"/>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3" name="Google Shape;8673;p27"/>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4" name="Google Shape;8674;p27"/>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5" name="Google Shape;8675;p27"/>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6" name="Google Shape;8676;p27"/>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8677" name="Google Shape;8677;p27"/>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8678" name="Google Shape;8678;p27"/>
          <p:cNvSpPr/>
          <p:nvPr>
            <p:ph idx="2" type="pic"/>
          </p:nvPr>
        </p:nvSpPr>
        <p:spPr>
          <a:xfrm>
            <a:off x="5055274" y="1401575"/>
            <a:ext cx="3054000" cy="3054900"/>
          </a:xfrm>
          <a:prstGeom prst="rect">
            <a:avLst/>
          </a:prstGeom>
          <a:noFill/>
          <a:ln>
            <a:noFill/>
          </a:ln>
        </p:spPr>
      </p:sp>
      <p:sp>
        <p:nvSpPr>
          <p:cNvPr id="8679" name="Google Shape;8679;p27"/>
          <p:cNvSpPr txBox="1"/>
          <p:nvPr>
            <p:ph idx="1" type="subTitle"/>
          </p:nvPr>
        </p:nvSpPr>
        <p:spPr>
          <a:xfrm>
            <a:off x="1243619" y="1883150"/>
            <a:ext cx="2790300" cy="530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None/>
              <a:defRPr sz="2200">
                <a:latin typeface="Rubik Black"/>
                <a:ea typeface="Rubik Black"/>
                <a:cs typeface="Rubik Black"/>
                <a:sym typeface="Rubik Black"/>
              </a:defRPr>
            </a:lvl1pPr>
            <a:lvl2pPr lvl="1" rtl="0">
              <a:lnSpc>
                <a:spcPct val="100000"/>
              </a:lnSpc>
              <a:spcBef>
                <a:spcPts val="0"/>
              </a:spcBef>
              <a:spcAft>
                <a:spcPts val="0"/>
              </a:spcAft>
              <a:buNone/>
              <a:defRPr sz="2200">
                <a:latin typeface="Rubik Black"/>
                <a:ea typeface="Rubik Black"/>
                <a:cs typeface="Rubik Black"/>
                <a:sym typeface="Rubik Black"/>
              </a:defRPr>
            </a:lvl2pPr>
            <a:lvl3pPr lvl="2" rtl="0">
              <a:lnSpc>
                <a:spcPct val="100000"/>
              </a:lnSpc>
              <a:spcBef>
                <a:spcPts val="0"/>
              </a:spcBef>
              <a:spcAft>
                <a:spcPts val="0"/>
              </a:spcAft>
              <a:buNone/>
              <a:defRPr sz="2200">
                <a:latin typeface="Rubik Black"/>
                <a:ea typeface="Rubik Black"/>
                <a:cs typeface="Rubik Black"/>
                <a:sym typeface="Rubik Black"/>
              </a:defRPr>
            </a:lvl3pPr>
            <a:lvl4pPr lvl="3" rtl="0">
              <a:lnSpc>
                <a:spcPct val="100000"/>
              </a:lnSpc>
              <a:spcBef>
                <a:spcPts val="0"/>
              </a:spcBef>
              <a:spcAft>
                <a:spcPts val="0"/>
              </a:spcAft>
              <a:buNone/>
              <a:defRPr sz="2200">
                <a:latin typeface="Rubik Black"/>
                <a:ea typeface="Rubik Black"/>
                <a:cs typeface="Rubik Black"/>
                <a:sym typeface="Rubik Black"/>
              </a:defRPr>
            </a:lvl4pPr>
            <a:lvl5pPr lvl="4" rtl="0">
              <a:lnSpc>
                <a:spcPct val="100000"/>
              </a:lnSpc>
              <a:spcBef>
                <a:spcPts val="0"/>
              </a:spcBef>
              <a:spcAft>
                <a:spcPts val="0"/>
              </a:spcAft>
              <a:buNone/>
              <a:defRPr sz="2200">
                <a:latin typeface="Rubik Black"/>
                <a:ea typeface="Rubik Black"/>
                <a:cs typeface="Rubik Black"/>
                <a:sym typeface="Rubik Black"/>
              </a:defRPr>
            </a:lvl5pPr>
            <a:lvl6pPr lvl="5" rtl="0">
              <a:lnSpc>
                <a:spcPct val="100000"/>
              </a:lnSpc>
              <a:spcBef>
                <a:spcPts val="0"/>
              </a:spcBef>
              <a:spcAft>
                <a:spcPts val="0"/>
              </a:spcAft>
              <a:buNone/>
              <a:defRPr sz="2200">
                <a:latin typeface="Rubik Black"/>
                <a:ea typeface="Rubik Black"/>
                <a:cs typeface="Rubik Black"/>
                <a:sym typeface="Rubik Black"/>
              </a:defRPr>
            </a:lvl6pPr>
            <a:lvl7pPr lvl="6" rtl="0">
              <a:lnSpc>
                <a:spcPct val="100000"/>
              </a:lnSpc>
              <a:spcBef>
                <a:spcPts val="0"/>
              </a:spcBef>
              <a:spcAft>
                <a:spcPts val="0"/>
              </a:spcAft>
              <a:buNone/>
              <a:defRPr sz="2200">
                <a:latin typeface="Rubik Black"/>
                <a:ea typeface="Rubik Black"/>
                <a:cs typeface="Rubik Black"/>
                <a:sym typeface="Rubik Black"/>
              </a:defRPr>
            </a:lvl7pPr>
            <a:lvl8pPr lvl="7" rtl="0">
              <a:lnSpc>
                <a:spcPct val="100000"/>
              </a:lnSpc>
              <a:spcBef>
                <a:spcPts val="0"/>
              </a:spcBef>
              <a:spcAft>
                <a:spcPts val="0"/>
              </a:spcAft>
              <a:buNone/>
              <a:defRPr sz="2200">
                <a:latin typeface="Rubik Black"/>
                <a:ea typeface="Rubik Black"/>
                <a:cs typeface="Rubik Black"/>
                <a:sym typeface="Rubik Black"/>
              </a:defRPr>
            </a:lvl8pPr>
            <a:lvl9pPr lvl="8" rtl="0">
              <a:lnSpc>
                <a:spcPct val="100000"/>
              </a:lnSpc>
              <a:spcBef>
                <a:spcPts val="0"/>
              </a:spcBef>
              <a:spcAft>
                <a:spcPts val="0"/>
              </a:spcAft>
              <a:buNone/>
              <a:defRPr sz="2200">
                <a:latin typeface="Rubik Black"/>
                <a:ea typeface="Rubik Black"/>
                <a:cs typeface="Rubik Black"/>
                <a:sym typeface="Rubik Black"/>
              </a:defRPr>
            </a:lvl9pPr>
          </a:lstStyle>
          <a:p/>
        </p:txBody>
      </p:sp>
      <p:sp>
        <p:nvSpPr>
          <p:cNvPr id="8680" name="Google Shape;8680;p27"/>
          <p:cNvSpPr txBox="1"/>
          <p:nvPr>
            <p:ph idx="3" type="subTitle"/>
          </p:nvPr>
        </p:nvSpPr>
        <p:spPr>
          <a:xfrm>
            <a:off x="1243619" y="2379321"/>
            <a:ext cx="2790300" cy="153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0">
    <p:spTree>
      <p:nvGrpSpPr>
        <p:cNvPr id="8681" name="Shape 8681"/>
        <p:cNvGrpSpPr/>
        <p:nvPr/>
      </p:nvGrpSpPr>
      <p:grpSpPr>
        <a:xfrm>
          <a:off x="0" y="0"/>
          <a:ext cx="0" cy="0"/>
          <a:chOff x="0" y="0"/>
          <a:chExt cx="0" cy="0"/>
        </a:xfrm>
      </p:grpSpPr>
      <p:grpSp>
        <p:nvGrpSpPr>
          <p:cNvPr id="8682" name="Google Shape;8682;p28"/>
          <p:cNvGrpSpPr/>
          <p:nvPr/>
        </p:nvGrpSpPr>
        <p:grpSpPr>
          <a:xfrm>
            <a:off x="189" y="52"/>
            <a:ext cx="9144013" cy="5143533"/>
            <a:chOff x="4088025" y="1324225"/>
            <a:chExt cx="1348575" cy="1101800"/>
          </a:xfrm>
        </p:grpSpPr>
        <p:sp>
          <p:nvSpPr>
            <p:cNvPr id="8683" name="Google Shape;8683;p28"/>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4" name="Google Shape;8684;p28"/>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5" name="Google Shape;8685;p28"/>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6" name="Google Shape;8686;p28"/>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7" name="Google Shape;8687;p28"/>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8" name="Google Shape;8688;p28"/>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9" name="Google Shape;8689;p28"/>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0" name="Google Shape;8690;p28"/>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1" name="Google Shape;8691;p28"/>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2" name="Google Shape;8692;p28"/>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3" name="Google Shape;8693;p28"/>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4" name="Google Shape;8694;p28"/>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5" name="Google Shape;8695;p28"/>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6" name="Google Shape;8696;p28"/>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7" name="Google Shape;8697;p28"/>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8" name="Google Shape;8698;p28"/>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9" name="Google Shape;8699;p28"/>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0" name="Google Shape;8700;p28"/>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1" name="Google Shape;8701;p28"/>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2" name="Google Shape;8702;p28"/>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3" name="Google Shape;8703;p28"/>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4" name="Google Shape;8704;p28"/>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5" name="Google Shape;8705;p28"/>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6" name="Google Shape;8706;p28"/>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7" name="Google Shape;8707;p28"/>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8" name="Google Shape;8708;p28"/>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9" name="Google Shape;8709;p28"/>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0" name="Google Shape;8710;p28"/>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1" name="Google Shape;8711;p28"/>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2" name="Google Shape;8712;p28"/>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3" name="Google Shape;8713;p28"/>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4" name="Google Shape;8714;p28"/>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5" name="Google Shape;8715;p28"/>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6" name="Google Shape;8716;p28"/>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7" name="Google Shape;8717;p28"/>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8" name="Google Shape;8718;p28"/>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9" name="Google Shape;8719;p28"/>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0" name="Google Shape;8720;p28"/>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1" name="Google Shape;8721;p28"/>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2" name="Google Shape;8722;p28"/>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3" name="Google Shape;8723;p28"/>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4" name="Google Shape;8724;p28"/>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5" name="Google Shape;8725;p28"/>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6" name="Google Shape;8726;p28"/>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7" name="Google Shape;8727;p28"/>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8" name="Google Shape;8728;p28"/>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9" name="Google Shape;8729;p28"/>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0" name="Google Shape;8730;p28"/>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1" name="Google Shape;8731;p28"/>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2" name="Google Shape;8732;p28"/>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33" name="Google Shape;8733;p28"/>
          <p:cNvSpPr txBox="1"/>
          <p:nvPr>
            <p:ph type="title"/>
          </p:nvPr>
        </p:nvSpPr>
        <p:spPr>
          <a:xfrm>
            <a:off x="720000" y="387600"/>
            <a:ext cx="7704000" cy="5922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2"/>
              </a:buClr>
              <a:buSzPts val="3200"/>
              <a:buNone/>
              <a:defRPr sz="3200"/>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grpSp>
        <p:nvGrpSpPr>
          <p:cNvPr id="8734" name="Google Shape;8734;p28"/>
          <p:cNvGrpSpPr/>
          <p:nvPr/>
        </p:nvGrpSpPr>
        <p:grpSpPr>
          <a:xfrm>
            <a:off x="34718" y="206"/>
            <a:ext cx="9074564" cy="5143474"/>
            <a:chOff x="34718" y="206"/>
            <a:chExt cx="9074564" cy="5143474"/>
          </a:xfrm>
        </p:grpSpPr>
        <p:sp>
          <p:nvSpPr>
            <p:cNvPr id="8735" name="Google Shape;8735;p28"/>
            <p:cNvSpPr/>
            <p:nvPr/>
          </p:nvSpPr>
          <p:spPr>
            <a:xfrm>
              <a:off x="57374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6" name="Google Shape;8736;p28"/>
            <p:cNvSpPr/>
            <p:nvPr/>
          </p:nvSpPr>
          <p:spPr>
            <a:xfrm>
              <a:off x="57374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7" name="Google Shape;8737;p28"/>
            <p:cNvSpPr/>
            <p:nvPr/>
          </p:nvSpPr>
          <p:spPr>
            <a:xfrm>
              <a:off x="57374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8" name="Google Shape;8738;p28"/>
            <p:cNvSpPr/>
            <p:nvPr/>
          </p:nvSpPr>
          <p:spPr>
            <a:xfrm>
              <a:off x="565521"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9" name="Google Shape;8739;p28"/>
            <p:cNvSpPr/>
            <p:nvPr/>
          </p:nvSpPr>
          <p:spPr>
            <a:xfrm>
              <a:off x="565521"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0" name="Google Shape;8740;p28"/>
            <p:cNvSpPr/>
            <p:nvPr/>
          </p:nvSpPr>
          <p:spPr>
            <a:xfrm>
              <a:off x="57374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1" name="Google Shape;8741;p28"/>
            <p:cNvSpPr/>
            <p:nvPr/>
          </p:nvSpPr>
          <p:spPr>
            <a:xfrm>
              <a:off x="565521"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2" name="Google Shape;8742;p28"/>
            <p:cNvSpPr/>
            <p:nvPr/>
          </p:nvSpPr>
          <p:spPr>
            <a:xfrm>
              <a:off x="57374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3" name="Google Shape;8743;p28"/>
            <p:cNvSpPr/>
            <p:nvPr/>
          </p:nvSpPr>
          <p:spPr>
            <a:xfrm>
              <a:off x="565521"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4" name="Google Shape;8744;p28"/>
            <p:cNvSpPr/>
            <p:nvPr/>
          </p:nvSpPr>
          <p:spPr>
            <a:xfrm>
              <a:off x="565521"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5" name="Google Shape;8745;p28"/>
            <p:cNvSpPr/>
            <p:nvPr/>
          </p:nvSpPr>
          <p:spPr>
            <a:xfrm>
              <a:off x="57374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6" name="Google Shape;8746;p28"/>
            <p:cNvSpPr/>
            <p:nvPr/>
          </p:nvSpPr>
          <p:spPr>
            <a:xfrm>
              <a:off x="57374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7" name="Google Shape;8747;p28"/>
            <p:cNvSpPr/>
            <p:nvPr/>
          </p:nvSpPr>
          <p:spPr>
            <a:xfrm>
              <a:off x="57374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8" name="Google Shape;8748;p28"/>
            <p:cNvSpPr/>
            <p:nvPr/>
          </p:nvSpPr>
          <p:spPr>
            <a:xfrm>
              <a:off x="565521"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9" name="Google Shape;8749;p28"/>
            <p:cNvSpPr/>
            <p:nvPr/>
          </p:nvSpPr>
          <p:spPr>
            <a:xfrm>
              <a:off x="57374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0" name="Google Shape;8750;p28"/>
            <p:cNvSpPr/>
            <p:nvPr/>
          </p:nvSpPr>
          <p:spPr>
            <a:xfrm>
              <a:off x="57374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1" name="Google Shape;8751;p28"/>
            <p:cNvSpPr/>
            <p:nvPr/>
          </p:nvSpPr>
          <p:spPr>
            <a:xfrm>
              <a:off x="565521"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2" name="Google Shape;8752;p28"/>
            <p:cNvSpPr/>
            <p:nvPr/>
          </p:nvSpPr>
          <p:spPr>
            <a:xfrm>
              <a:off x="57374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3" name="Google Shape;8753;p28"/>
            <p:cNvSpPr/>
            <p:nvPr/>
          </p:nvSpPr>
          <p:spPr>
            <a:xfrm>
              <a:off x="565521"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4" name="Google Shape;8754;p28"/>
            <p:cNvSpPr/>
            <p:nvPr/>
          </p:nvSpPr>
          <p:spPr>
            <a:xfrm>
              <a:off x="573748"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5" name="Google Shape;8755;p28"/>
            <p:cNvSpPr/>
            <p:nvPr/>
          </p:nvSpPr>
          <p:spPr>
            <a:xfrm>
              <a:off x="565521"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6" name="Google Shape;8756;p28"/>
            <p:cNvSpPr/>
            <p:nvPr/>
          </p:nvSpPr>
          <p:spPr>
            <a:xfrm>
              <a:off x="573748"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7" name="Google Shape;8757;p28"/>
            <p:cNvSpPr/>
            <p:nvPr/>
          </p:nvSpPr>
          <p:spPr>
            <a:xfrm>
              <a:off x="565521"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8" name="Google Shape;8758;p28"/>
            <p:cNvSpPr/>
            <p:nvPr/>
          </p:nvSpPr>
          <p:spPr>
            <a:xfrm>
              <a:off x="565521"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9" name="Google Shape;8759;p28"/>
            <p:cNvSpPr/>
            <p:nvPr/>
          </p:nvSpPr>
          <p:spPr>
            <a:xfrm>
              <a:off x="573748"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0" name="Google Shape;8760;p28"/>
            <p:cNvSpPr/>
            <p:nvPr/>
          </p:nvSpPr>
          <p:spPr>
            <a:xfrm>
              <a:off x="853412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1" name="Google Shape;8761;p28"/>
            <p:cNvSpPr/>
            <p:nvPr/>
          </p:nvSpPr>
          <p:spPr>
            <a:xfrm>
              <a:off x="853412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2" name="Google Shape;8762;p28"/>
            <p:cNvSpPr/>
            <p:nvPr/>
          </p:nvSpPr>
          <p:spPr>
            <a:xfrm>
              <a:off x="8534126"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3" name="Google Shape;8763;p28"/>
            <p:cNvSpPr/>
            <p:nvPr/>
          </p:nvSpPr>
          <p:spPr>
            <a:xfrm>
              <a:off x="8525900"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4" name="Google Shape;8764;p28"/>
            <p:cNvSpPr/>
            <p:nvPr/>
          </p:nvSpPr>
          <p:spPr>
            <a:xfrm>
              <a:off x="8525900"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5" name="Google Shape;8765;p28"/>
            <p:cNvSpPr/>
            <p:nvPr/>
          </p:nvSpPr>
          <p:spPr>
            <a:xfrm>
              <a:off x="8534126"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6" name="Google Shape;8766;p28"/>
            <p:cNvSpPr/>
            <p:nvPr/>
          </p:nvSpPr>
          <p:spPr>
            <a:xfrm>
              <a:off x="8525900"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7" name="Google Shape;8767;p28"/>
            <p:cNvSpPr/>
            <p:nvPr/>
          </p:nvSpPr>
          <p:spPr>
            <a:xfrm>
              <a:off x="8534126"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8" name="Google Shape;8768;p28"/>
            <p:cNvSpPr/>
            <p:nvPr/>
          </p:nvSpPr>
          <p:spPr>
            <a:xfrm>
              <a:off x="8525900"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9" name="Google Shape;8769;p28"/>
            <p:cNvSpPr/>
            <p:nvPr/>
          </p:nvSpPr>
          <p:spPr>
            <a:xfrm>
              <a:off x="8525900"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0" name="Google Shape;8770;p28"/>
            <p:cNvSpPr/>
            <p:nvPr/>
          </p:nvSpPr>
          <p:spPr>
            <a:xfrm>
              <a:off x="8534126"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1" name="Google Shape;8771;p28"/>
            <p:cNvSpPr/>
            <p:nvPr/>
          </p:nvSpPr>
          <p:spPr>
            <a:xfrm>
              <a:off x="8534126"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2" name="Google Shape;8772;p28"/>
            <p:cNvSpPr/>
            <p:nvPr/>
          </p:nvSpPr>
          <p:spPr>
            <a:xfrm>
              <a:off x="8534126"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3" name="Google Shape;8773;p28"/>
            <p:cNvSpPr/>
            <p:nvPr/>
          </p:nvSpPr>
          <p:spPr>
            <a:xfrm>
              <a:off x="8525900"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4" name="Google Shape;8774;p28"/>
            <p:cNvSpPr/>
            <p:nvPr/>
          </p:nvSpPr>
          <p:spPr>
            <a:xfrm>
              <a:off x="8534126"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5" name="Google Shape;8775;p28"/>
            <p:cNvSpPr/>
            <p:nvPr/>
          </p:nvSpPr>
          <p:spPr>
            <a:xfrm>
              <a:off x="8534126"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6" name="Google Shape;8776;p28"/>
            <p:cNvSpPr/>
            <p:nvPr/>
          </p:nvSpPr>
          <p:spPr>
            <a:xfrm>
              <a:off x="8525900"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7" name="Google Shape;8777;p28"/>
            <p:cNvSpPr/>
            <p:nvPr/>
          </p:nvSpPr>
          <p:spPr>
            <a:xfrm>
              <a:off x="8534126"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8" name="Google Shape;8778;p28"/>
            <p:cNvSpPr/>
            <p:nvPr/>
          </p:nvSpPr>
          <p:spPr>
            <a:xfrm>
              <a:off x="8525900"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9" name="Google Shape;8779;p28"/>
            <p:cNvSpPr/>
            <p:nvPr/>
          </p:nvSpPr>
          <p:spPr>
            <a:xfrm>
              <a:off x="8534126"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0" name="Google Shape;8780;p28"/>
            <p:cNvSpPr/>
            <p:nvPr/>
          </p:nvSpPr>
          <p:spPr>
            <a:xfrm>
              <a:off x="8525900"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1" name="Google Shape;8781;p28"/>
            <p:cNvSpPr/>
            <p:nvPr/>
          </p:nvSpPr>
          <p:spPr>
            <a:xfrm>
              <a:off x="8534126"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2" name="Google Shape;8782;p28"/>
            <p:cNvSpPr/>
            <p:nvPr/>
          </p:nvSpPr>
          <p:spPr>
            <a:xfrm>
              <a:off x="8525900"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3" name="Google Shape;8783;p28"/>
            <p:cNvSpPr/>
            <p:nvPr/>
          </p:nvSpPr>
          <p:spPr>
            <a:xfrm>
              <a:off x="8525900"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4" name="Google Shape;8784;p28"/>
            <p:cNvSpPr/>
            <p:nvPr/>
          </p:nvSpPr>
          <p:spPr>
            <a:xfrm>
              <a:off x="8534126"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85" name="Google Shape;8785;p28"/>
            <p:cNvGrpSpPr/>
            <p:nvPr/>
          </p:nvGrpSpPr>
          <p:grpSpPr>
            <a:xfrm>
              <a:off x="34718" y="206"/>
              <a:ext cx="53295" cy="4852321"/>
              <a:chOff x="62135" y="206"/>
              <a:chExt cx="53295" cy="4852321"/>
            </a:xfrm>
          </p:grpSpPr>
          <p:sp>
            <p:nvSpPr>
              <p:cNvPr id="8786" name="Google Shape;8786;p28"/>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7" name="Google Shape;8787;p28"/>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8" name="Google Shape;8788;p28"/>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9" name="Google Shape;8789;p28"/>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0" name="Google Shape;8790;p28"/>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1" name="Google Shape;8791;p28"/>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2" name="Google Shape;8792;p28"/>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3" name="Google Shape;8793;p28"/>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4" name="Google Shape;8794;p28"/>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5" name="Google Shape;8795;p28"/>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6" name="Google Shape;8796;p28"/>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7" name="Google Shape;8797;p28"/>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8" name="Google Shape;8798;p28"/>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9" name="Google Shape;8799;p28"/>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0" name="Google Shape;8800;p28"/>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1" name="Google Shape;8801;p28"/>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2" name="Google Shape;8802;p28"/>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3" name="Google Shape;8803;p28"/>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4" name="Google Shape;8804;p28"/>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5" name="Google Shape;8805;p28"/>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6" name="Google Shape;8806;p28"/>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7" name="Google Shape;8807;p28"/>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8" name="Google Shape;8808;p28"/>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9" name="Google Shape;8809;p28"/>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0" name="Google Shape;8810;p28"/>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1" name="Google Shape;8811;p28"/>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2" name="Google Shape;8812;p28"/>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3" name="Google Shape;8813;p28"/>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4" name="Google Shape;8814;p28"/>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5" name="Google Shape;8815;p28"/>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6" name="Google Shape;8816;p28"/>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7" name="Google Shape;8817;p28"/>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8" name="Google Shape;8818;p28"/>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9" name="Google Shape;8819;p28"/>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20" name="Google Shape;8820;p28"/>
            <p:cNvGrpSpPr/>
            <p:nvPr/>
          </p:nvGrpSpPr>
          <p:grpSpPr>
            <a:xfrm>
              <a:off x="300060" y="206"/>
              <a:ext cx="53414" cy="4562956"/>
              <a:chOff x="418506" y="206"/>
              <a:chExt cx="53414" cy="4562956"/>
            </a:xfrm>
          </p:grpSpPr>
          <p:sp>
            <p:nvSpPr>
              <p:cNvPr id="8821" name="Google Shape;8821;p28"/>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2" name="Google Shape;8822;p28"/>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3" name="Google Shape;8823;p28"/>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4" name="Google Shape;8824;p28"/>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5" name="Google Shape;8825;p28"/>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6" name="Google Shape;8826;p28"/>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7" name="Google Shape;8827;p28"/>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8" name="Google Shape;8828;p28"/>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9" name="Google Shape;8829;p28"/>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0" name="Google Shape;8830;p28"/>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1" name="Google Shape;8831;p28"/>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2" name="Google Shape;8832;p28"/>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3" name="Google Shape;8833;p28"/>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4" name="Google Shape;8834;p28"/>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5" name="Google Shape;8835;p28"/>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6" name="Google Shape;8836;p28"/>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7" name="Google Shape;8837;p28"/>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8" name="Google Shape;8838;p28"/>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9" name="Google Shape;8839;p28"/>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0" name="Google Shape;8840;p28"/>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1" name="Google Shape;8841;p28"/>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2" name="Google Shape;8842;p28"/>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3" name="Google Shape;8843;p28"/>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4" name="Google Shape;8844;p28"/>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5" name="Google Shape;8845;p28"/>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6" name="Google Shape;8846;p28"/>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7" name="Google Shape;8847;p28"/>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8" name="Google Shape;8848;p28"/>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9" name="Google Shape;8849;p28"/>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0" name="Google Shape;8850;p28"/>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1" name="Google Shape;8851;p28"/>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2" name="Google Shape;8852;p28"/>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53" name="Google Shape;8853;p28"/>
            <p:cNvSpPr/>
            <p:nvPr/>
          </p:nvSpPr>
          <p:spPr>
            <a:xfrm>
              <a:off x="839090"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4" name="Google Shape;8854;p28"/>
            <p:cNvSpPr/>
            <p:nvPr/>
          </p:nvSpPr>
          <p:spPr>
            <a:xfrm>
              <a:off x="839090"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5" name="Google Shape;8855;p28"/>
            <p:cNvSpPr/>
            <p:nvPr/>
          </p:nvSpPr>
          <p:spPr>
            <a:xfrm>
              <a:off x="839090"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6" name="Google Shape;8856;p28"/>
            <p:cNvSpPr/>
            <p:nvPr/>
          </p:nvSpPr>
          <p:spPr>
            <a:xfrm>
              <a:off x="839090"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7" name="Google Shape;8857;p28"/>
            <p:cNvSpPr/>
            <p:nvPr/>
          </p:nvSpPr>
          <p:spPr>
            <a:xfrm>
              <a:off x="830863"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8" name="Google Shape;8858;p28"/>
            <p:cNvSpPr/>
            <p:nvPr/>
          </p:nvSpPr>
          <p:spPr>
            <a:xfrm>
              <a:off x="830863"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9" name="Google Shape;8859;p28"/>
            <p:cNvSpPr/>
            <p:nvPr/>
          </p:nvSpPr>
          <p:spPr>
            <a:xfrm>
              <a:off x="839090"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60" name="Google Shape;8860;p28"/>
            <p:cNvGrpSpPr/>
            <p:nvPr/>
          </p:nvGrpSpPr>
          <p:grpSpPr>
            <a:xfrm>
              <a:off x="9056822" y="206"/>
              <a:ext cx="52460" cy="4852321"/>
              <a:chOff x="8855639" y="206"/>
              <a:chExt cx="52460" cy="4852321"/>
            </a:xfrm>
          </p:grpSpPr>
          <p:sp>
            <p:nvSpPr>
              <p:cNvPr id="8861" name="Google Shape;8861;p28"/>
              <p:cNvSpPr/>
              <p:nvPr/>
            </p:nvSpPr>
            <p:spPr>
              <a:xfrm>
                <a:off x="8863032"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2" name="Google Shape;8862;p28"/>
              <p:cNvSpPr/>
              <p:nvPr/>
            </p:nvSpPr>
            <p:spPr>
              <a:xfrm>
                <a:off x="8863032"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3" name="Google Shape;8863;p28"/>
              <p:cNvSpPr/>
              <p:nvPr/>
            </p:nvSpPr>
            <p:spPr>
              <a:xfrm>
                <a:off x="8863032"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4" name="Google Shape;8864;p28"/>
              <p:cNvSpPr/>
              <p:nvPr/>
            </p:nvSpPr>
            <p:spPr>
              <a:xfrm>
                <a:off x="8863032"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5" name="Google Shape;8865;p28"/>
              <p:cNvSpPr/>
              <p:nvPr/>
            </p:nvSpPr>
            <p:spPr>
              <a:xfrm>
                <a:off x="885563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6" name="Google Shape;8866;p28"/>
              <p:cNvSpPr/>
              <p:nvPr/>
            </p:nvSpPr>
            <p:spPr>
              <a:xfrm>
                <a:off x="885563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7" name="Google Shape;8867;p28"/>
              <p:cNvSpPr/>
              <p:nvPr/>
            </p:nvSpPr>
            <p:spPr>
              <a:xfrm>
                <a:off x="8863032"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8" name="Google Shape;8868;p28"/>
              <p:cNvSpPr/>
              <p:nvPr/>
            </p:nvSpPr>
            <p:spPr>
              <a:xfrm>
                <a:off x="885563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9" name="Google Shape;8869;p28"/>
              <p:cNvSpPr/>
              <p:nvPr/>
            </p:nvSpPr>
            <p:spPr>
              <a:xfrm>
                <a:off x="8863032"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0" name="Google Shape;8870;p28"/>
              <p:cNvSpPr/>
              <p:nvPr/>
            </p:nvSpPr>
            <p:spPr>
              <a:xfrm>
                <a:off x="885563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1" name="Google Shape;8871;p28"/>
              <p:cNvSpPr/>
              <p:nvPr/>
            </p:nvSpPr>
            <p:spPr>
              <a:xfrm>
                <a:off x="8863032"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2" name="Google Shape;8872;p28"/>
              <p:cNvSpPr/>
              <p:nvPr/>
            </p:nvSpPr>
            <p:spPr>
              <a:xfrm>
                <a:off x="885563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3" name="Google Shape;8873;p28"/>
              <p:cNvSpPr/>
              <p:nvPr/>
            </p:nvSpPr>
            <p:spPr>
              <a:xfrm>
                <a:off x="8863032"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4" name="Google Shape;8874;p28"/>
              <p:cNvSpPr/>
              <p:nvPr/>
            </p:nvSpPr>
            <p:spPr>
              <a:xfrm>
                <a:off x="885563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5" name="Google Shape;8875;p28"/>
              <p:cNvSpPr/>
              <p:nvPr/>
            </p:nvSpPr>
            <p:spPr>
              <a:xfrm>
                <a:off x="8863032"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6" name="Google Shape;8876;p28"/>
              <p:cNvSpPr/>
              <p:nvPr/>
            </p:nvSpPr>
            <p:spPr>
              <a:xfrm>
                <a:off x="8863032"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7" name="Google Shape;8877;p28"/>
              <p:cNvSpPr/>
              <p:nvPr/>
            </p:nvSpPr>
            <p:spPr>
              <a:xfrm>
                <a:off x="885563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8" name="Google Shape;8878;p28"/>
              <p:cNvSpPr/>
              <p:nvPr/>
            </p:nvSpPr>
            <p:spPr>
              <a:xfrm>
                <a:off x="885563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9" name="Google Shape;8879;p28"/>
              <p:cNvSpPr/>
              <p:nvPr/>
            </p:nvSpPr>
            <p:spPr>
              <a:xfrm>
                <a:off x="8863032" y="260449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0" name="Google Shape;8880;p28"/>
              <p:cNvSpPr/>
              <p:nvPr/>
            </p:nvSpPr>
            <p:spPr>
              <a:xfrm>
                <a:off x="8855639" y="274780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1" name="Google Shape;8881;p28"/>
              <p:cNvSpPr/>
              <p:nvPr/>
            </p:nvSpPr>
            <p:spPr>
              <a:xfrm>
                <a:off x="8863032" y="2893858"/>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2" name="Google Shape;8882;p28"/>
              <p:cNvSpPr/>
              <p:nvPr/>
            </p:nvSpPr>
            <p:spPr>
              <a:xfrm>
                <a:off x="8863032" y="303812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3" name="Google Shape;8883;p28"/>
              <p:cNvSpPr/>
              <p:nvPr/>
            </p:nvSpPr>
            <p:spPr>
              <a:xfrm>
                <a:off x="8855639" y="3181315"/>
                <a:ext cx="52460" cy="81075"/>
              </a:xfrm>
              <a:custGeom>
                <a:rect b="b" l="l" r="r" t="t"/>
                <a:pathLst>
                  <a:path extrusionOk="0" h="680" w="440">
                    <a:moveTo>
                      <a:pt x="224" y="70"/>
                    </a:moveTo>
                    <a:cubicBezTo>
                      <a:pt x="316" y="70"/>
                      <a:pt x="355" y="170"/>
                      <a:pt x="355" y="340"/>
                    </a:cubicBezTo>
                    <a:cubicBezTo>
                      <a:pt x="355" y="510"/>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4" name="Google Shape;8884;p28"/>
              <p:cNvSpPr/>
              <p:nvPr/>
            </p:nvSpPr>
            <p:spPr>
              <a:xfrm>
                <a:off x="8855639" y="3326535"/>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5" name="Google Shape;8885;p28"/>
              <p:cNvSpPr/>
              <p:nvPr/>
            </p:nvSpPr>
            <p:spPr>
              <a:xfrm>
                <a:off x="8855639" y="3470800"/>
                <a:ext cx="52460" cy="80955"/>
              </a:xfrm>
              <a:custGeom>
                <a:rect b="b" l="l" r="r" t="t"/>
                <a:pathLst>
                  <a:path extrusionOk="0" h="679" w="440">
                    <a:moveTo>
                      <a:pt x="224" y="69"/>
                    </a:moveTo>
                    <a:cubicBezTo>
                      <a:pt x="316" y="69"/>
                      <a:pt x="355" y="170"/>
                      <a:pt x="355" y="339"/>
                    </a:cubicBezTo>
                    <a:cubicBezTo>
                      <a:pt x="355" y="501"/>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2"/>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6" name="Google Shape;8886;p28"/>
              <p:cNvSpPr/>
              <p:nvPr/>
            </p:nvSpPr>
            <p:spPr>
              <a:xfrm>
                <a:off x="8863032" y="3616853"/>
                <a:ext cx="26707" cy="78094"/>
              </a:xfrm>
              <a:custGeom>
                <a:rect b="b" l="l" r="r" t="t"/>
                <a:pathLst>
                  <a:path extrusionOk="0" h="655"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7" name="Google Shape;8887;p28"/>
              <p:cNvSpPr/>
              <p:nvPr/>
            </p:nvSpPr>
            <p:spPr>
              <a:xfrm>
                <a:off x="8863032" y="3761953"/>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8" name="Google Shape;8888;p28"/>
              <p:cNvSpPr/>
              <p:nvPr/>
            </p:nvSpPr>
            <p:spPr>
              <a:xfrm>
                <a:off x="8863032" y="3906219"/>
                <a:ext cx="26707" cy="78213"/>
              </a:xfrm>
              <a:custGeom>
                <a:rect b="b" l="l" r="r" t="t"/>
                <a:pathLst>
                  <a:path extrusionOk="0" h="656" w="224">
                    <a:moveTo>
                      <a:pt x="147" y="0"/>
                    </a:moveTo>
                    <a:lnTo>
                      <a:pt x="0" y="77"/>
                    </a:lnTo>
                    <a:lnTo>
                      <a:pt x="23" y="146"/>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9" name="Google Shape;8889;p28"/>
              <p:cNvSpPr/>
              <p:nvPr/>
            </p:nvSpPr>
            <p:spPr>
              <a:xfrm>
                <a:off x="8855639" y="404953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62"/>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0" name="Google Shape;8890;p28"/>
              <p:cNvSpPr/>
              <p:nvPr/>
            </p:nvSpPr>
            <p:spPr>
              <a:xfrm>
                <a:off x="8863032" y="419558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1" name="Google Shape;8891;p28"/>
              <p:cNvSpPr/>
              <p:nvPr/>
            </p:nvSpPr>
            <p:spPr>
              <a:xfrm>
                <a:off x="8855639" y="4338895"/>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2" name="Google Shape;8892;p28"/>
              <p:cNvSpPr/>
              <p:nvPr/>
            </p:nvSpPr>
            <p:spPr>
              <a:xfrm>
                <a:off x="8863032" y="4484949"/>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3" name="Google Shape;8893;p28"/>
              <p:cNvSpPr/>
              <p:nvPr/>
            </p:nvSpPr>
            <p:spPr>
              <a:xfrm>
                <a:off x="8855639" y="4628260"/>
                <a:ext cx="52460" cy="80955"/>
              </a:xfrm>
              <a:custGeom>
                <a:rect b="b" l="l" r="r" t="t"/>
                <a:pathLst>
                  <a:path extrusionOk="0" h="679" w="440">
                    <a:moveTo>
                      <a:pt x="224" y="69"/>
                    </a:moveTo>
                    <a:cubicBezTo>
                      <a:pt x="316" y="69"/>
                      <a:pt x="355" y="170"/>
                      <a:pt x="355" y="339"/>
                    </a:cubicBezTo>
                    <a:cubicBezTo>
                      <a:pt x="355" y="509"/>
                      <a:pt x="309" y="609"/>
                      <a:pt x="216" y="609"/>
                    </a:cubicBezTo>
                    <a:cubicBezTo>
                      <a:pt x="139" y="609"/>
                      <a:pt x="85" y="516"/>
                      <a:pt x="85" y="347"/>
                    </a:cubicBezTo>
                    <a:cubicBezTo>
                      <a:pt x="85" y="170"/>
                      <a:pt x="139" y="69"/>
                      <a:pt x="224" y="69"/>
                    </a:cubicBezTo>
                    <a:close/>
                    <a:moveTo>
                      <a:pt x="224" y="0"/>
                    </a:moveTo>
                    <a:cubicBezTo>
                      <a:pt x="93" y="0"/>
                      <a:pt x="0" y="123"/>
                      <a:pt x="0" y="339"/>
                    </a:cubicBezTo>
                    <a:cubicBezTo>
                      <a:pt x="0" y="563"/>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4" name="Google Shape;8894;p28"/>
              <p:cNvSpPr/>
              <p:nvPr/>
            </p:nvSpPr>
            <p:spPr>
              <a:xfrm>
                <a:off x="8863032" y="4774314"/>
                <a:ext cx="26707" cy="78213"/>
              </a:xfrm>
              <a:custGeom>
                <a:rect b="b" l="l" r="r" t="t"/>
                <a:pathLst>
                  <a:path extrusionOk="0" h="656" w="224">
                    <a:moveTo>
                      <a:pt x="147" y="0"/>
                    </a:moveTo>
                    <a:lnTo>
                      <a:pt x="0" y="77"/>
                    </a:lnTo>
                    <a:lnTo>
                      <a:pt x="23" y="147"/>
                    </a:lnTo>
                    <a:lnTo>
                      <a:pt x="139" y="85"/>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95" name="Google Shape;8895;p28"/>
            <p:cNvSpPr/>
            <p:nvPr/>
          </p:nvSpPr>
          <p:spPr>
            <a:xfrm>
              <a:off x="826878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6" name="Google Shape;8896;p28"/>
            <p:cNvSpPr/>
            <p:nvPr/>
          </p:nvSpPr>
          <p:spPr>
            <a:xfrm>
              <a:off x="826878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7" name="Google Shape;8897;p28"/>
            <p:cNvSpPr/>
            <p:nvPr/>
          </p:nvSpPr>
          <p:spPr>
            <a:xfrm>
              <a:off x="826878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8" name="Google Shape;8898;p28"/>
            <p:cNvSpPr/>
            <p:nvPr/>
          </p:nvSpPr>
          <p:spPr>
            <a:xfrm>
              <a:off x="8268784"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9" name="Google Shape;8899;p28"/>
            <p:cNvSpPr/>
            <p:nvPr/>
          </p:nvSpPr>
          <p:spPr>
            <a:xfrm>
              <a:off x="8261392"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0" name="Google Shape;8900;p28"/>
            <p:cNvSpPr/>
            <p:nvPr/>
          </p:nvSpPr>
          <p:spPr>
            <a:xfrm>
              <a:off x="8261392"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1" name="Google Shape;8901;p28"/>
            <p:cNvSpPr/>
            <p:nvPr/>
          </p:nvSpPr>
          <p:spPr>
            <a:xfrm>
              <a:off x="8268784"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2" name="Google Shape;8902;p28"/>
            <p:cNvGrpSpPr/>
            <p:nvPr/>
          </p:nvGrpSpPr>
          <p:grpSpPr>
            <a:xfrm>
              <a:off x="8791361" y="206"/>
              <a:ext cx="53414" cy="5143474"/>
              <a:chOff x="8712171" y="206"/>
              <a:chExt cx="53414" cy="5143474"/>
            </a:xfrm>
          </p:grpSpPr>
          <p:sp>
            <p:nvSpPr>
              <p:cNvPr id="8903" name="Google Shape;8903;p28"/>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4" name="Google Shape;8904;p28"/>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5" name="Google Shape;8905;p28"/>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6" name="Google Shape;8906;p28"/>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7" name="Google Shape;8907;p28"/>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8" name="Google Shape;8908;p28"/>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9" name="Google Shape;8909;p28"/>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0" name="Google Shape;8910;p28"/>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1" name="Google Shape;8911;p28"/>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2" name="Google Shape;8912;p28"/>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3" name="Google Shape;8913;p28"/>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4" name="Google Shape;8914;p28"/>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5" name="Google Shape;8915;p28"/>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6" name="Google Shape;8916;p28"/>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7" name="Google Shape;8917;p28"/>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8" name="Google Shape;8918;p28"/>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9" name="Google Shape;8919;p28"/>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0" name="Google Shape;8920;p28"/>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1" name="Google Shape;8921;p28"/>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2" name="Google Shape;8922;p28"/>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3" name="Google Shape;8923;p28"/>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4" name="Google Shape;8924;p28"/>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5" name="Google Shape;8925;p28"/>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6" name="Google Shape;8926;p28"/>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7" name="Google Shape;8927;p28"/>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8" name="Google Shape;8928;p28"/>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9" name="Google Shape;8929;p28"/>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0" name="Google Shape;8930;p28"/>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1" name="Google Shape;8931;p28"/>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2" name="Google Shape;8932;p28"/>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3" name="Google Shape;8933;p28"/>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4" name="Google Shape;8934;p28"/>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5" name="Google Shape;8935;p28"/>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6" name="Google Shape;8936;p28"/>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7" name="Google Shape;8937;p28"/>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8" name="Google Shape;8938;p28"/>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2_1">
    <p:spTree>
      <p:nvGrpSpPr>
        <p:cNvPr id="8939" name="Shape 8939"/>
        <p:cNvGrpSpPr/>
        <p:nvPr/>
      </p:nvGrpSpPr>
      <p:grpSpPr>
        <a:xfrm>
          <a:off x="0" y="0"/>
          <a:ext cx="0" cy="0"/>
          <a:chOff x="0" y="0"/>
          <a:chExt cx="0" cy="0"/>
        </a:xfrm>
      </p:grpSpPr>
      <p:grpSp>
        <p:nvGrpSpPr>
          <p:cNvPr id="8940" name="Google Shape;8940;p29"/>
          <p:cNvGrpSpPr/>
          <p:nvPr/>
        </p:nvGrpSpPr>
        <p:grpSpPr>
          <a:xfrm>
            <a:off x="189" y="52"/>
            <a:ext cx="9144013" cy="5143533"/>
            <a:chOff x="4088025" y="1324225"/>
            <a:chExt cx="1348575" cy="1101800"/>
          </a:xfrm>
        </p:grpSpPr>
        <p:sp>
          <p:nvSpPr>
            <p:cNvPr id="8941" name="Google Shape;8941;p29"/>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2" name="Google Shape;8942;p29"/>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3" name="Google Shape;8943;p29"/>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4" name="Google Shape;8944;p29"/>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5" name="Google Shape;8945;p29"/>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6" name="Google Shape;8946;p29"/>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7" name="Google Shape;8947;p29"/>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8" name="Google Shape;8948;p29"/>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9" name="Google Shape;8949;p29"/>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0" name="Google Shape;8950;p29"/>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1" name="Google Shape;8951;p29"/>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2" name="Google Shape;8952;p29"/>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3" name="Google Shape;8953;p29"/>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4" name="Google Shape;8954;p29"/>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5" name="Google Shape;8955;p29"/>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6" name="Google Shape;8956;p29"/>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7" name="Google Shape;8957;p29"/>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8" name="Google Shape;8958;p29"/>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9" name="Google Shape;8959;p29"/>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0" name="Google Shape;8960;p29"/>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1" name="Google Shape;8961;p29"/>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2" name="Google Shape;8962;p29"/>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3" name="Google Shape;8963;p29"/>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4" name="Google Shape;8964;p29"/>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5" name="Google Shape;8965;p29"/>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6" name="Google Shape;8966;p29"/>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7" name="Google Shape;8967;p29"/>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8" name="Google Shape;8968;p29"/>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9" name="Google Shape;8969;p29"/>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0" name="Google Shape;8970;p29"/>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1" name="Google Shape;8971;p29"/>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2" name="Google Shape;8972;p29"/>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3" name="Google Shape;8973;p29"/>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4" name="Google Shape;8974;p29"/>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5" name="Google Shape;8975;p29"/>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6" name="Google Shape;8976;p29"/>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7" name="Google Shape;8977;p29"/>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8" name="Google Shape;8978;p29"/>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9" name="Google Shape;8979;p29"/>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0" name="Google Shape;8980;p29"/>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1" name="Google Shape;8981;p29"/>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2" name="Google Shape;8982;p29"/>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3" name="Google Shape;8983;p29"/>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4" name="Google Shape;8984;p29"/>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5" name="Google Shape;8985;p29"/>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6" name="Google Shape;8986;p29"/>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7" name="Google Shape;8987;p29"/>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8" name="Google Shape;8988;p29"/>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9" name="Google Shape;8989;p29"/>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0" name="Google Shape;8990;p29"/>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91" name="Google Shape;8991;p29"/>
          <p:cNvSpPr txBox="1"/>
          <p:nvPr>
            <p:ph type="title"/>
          </p:nvPr>
        </p:nvSpPr>
        <p:spPr>
          <a:xfrm>
            <a:off x="722375" y="594516"/>
            <a:ext cx="4538100" cy="972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000"/>
              <a:buNone/>
              <a:defRPr sz="5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992" name="Google Shape;8992;p29"/>
          <p:cNvSpPr txBox="1"/>
          <p:nvPr>
            <p:ph idx="1" type="subTitle"/>
          </p:nvPr>
        </p:nvSpPr>
        <p:spPr>
          <a:xfrm>
            <a:off x="722375" y="1424863"/>
            <a:ext cx="4538100" cy="109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8993" name="Google Shape;8993;p29"/>
          <p:cNvSpPr txBox="1"/>
          <p:nvPr/>
        </p:nvSpPr>
        <p:spPr>
          <a:xfrm>
            <a:off x="1066625" y="3419513"/>
            <a:ext cx="3849600" cy="6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Rubik"/>
                <a:ea typeface="Rubik"/>
                <a:cs typeface="Rubik"/>
                <a:sym typeface="Rubik"/>
              </a:rPr>
              <a:t>CREDITS: This presentation template was created by </a:t>
            </a:r>
            <a:r>
              <a:rPr b="1" lang="en" sz="1200">
                <a:solidFill>
                  <a:schemeClr val="dk1"/>
                </a:solidFill>
                <a:uFill>
                  <a:noFill/>
                </a:uFill>
                <a:latin typeface="Rubik"/>
                <a:ea typeface="Rubik"/>
                <a:cs typeface="Rubik"/>
                <a:sym typeface="Rubik"/>
                <a:hlinkClick r:id="rId2">
                  <a:extLst>
                    <a:ext uri="{A12FA001-AC4F-418D-AE19-62706E023703}">
                      <ahyp:hlinkClr val="tx"/>
                    </a:ext>
                  </a:extLst>
                </a:hlinkClick>
              </a:rPr>
              <a:t>Slidesgo</a:t>
            </a:r>
            <a:r>
              <a:rPr lang="en" sz="1200">
                <a:solidFill>
                  <a:schemeClr val="dk1"/>
                </a:solidFill>
                <a:latin typeface="Rubik"/>
                <a:ea typeface="Rubik"/>
                <a:cs typeface="Rubik"/>
                <a:sym typeface="Rubik"/>
              </a:rPr>
              <a:t>, including icons by </a:t>
            </a:r>
            <a:r>
              <a:rPr b="1" lang="en" sz="1200">
                <a:solidFill>
                  <a:schemeClr val="dk1"/>
                </a:solidFill>
                <a:uFill>
                  <a:noFill/>
                </a:uFill>
                <a:latin typeface="Rubik"/>
                <a:ea typeface="Rubik"/>
                <a:cs typeface="Rubik"/>
                <a:sym typeface="Rubik"/>
                <a:hlinkClick r:id="rId3">
                  <a:extLst>
                    <a:ext uri="{A12FA001-AC4F-418D-AE19-62706E023703}">
                      <ahyp:hlinkClr val="tx"/>
                    </a:ext>
                  </a:extLst>
                </a:hlinkClick>
              </a:rPr>
              <a:t>Flaticon</a:t>
            </a:r>
            <a:r>
              <a:rPr b="1" lang="en" sz="1200">
                <a:solidFill>
                  <a:schemeClr val="dk1"/>
                </a:solidFill>
                <a:latin typeface="Rubik"/>
                <a:ea typeface="Rubik"/>
                <a:cs typeface="Rubik"/>
                <a:sym typeface="Rubik"/>
              </a:rPr>
              <a:t> </a:t>
            </a:r>
            <a:r>
              <a:rPr lang="en" sz="1200">
                <a:solidFill>
                  <a:schemeClr val="dk1"/>
                </a:solidFill>
                <a:latin typeface="Rubik"/>
                <a:ea typeface="Rubik"/>
                <a:cs typeface="Rubik"/>
                <a:sym typeface="Rubik"/>
              </a:rPr>
              <a:t>and infographics &amp; images by </a:t>
            </a:r>
            <a:r>
              <a:rPr b="1" lang="en" sz="1200">
                <a:solidFill>
                  <a:schemeClr val="dk1"/>
                </a:solidFill>
                <a:uFill>
                  <a:noFill/>
                </a:uFill>
                <a:latin typeface="Rubik"/>
                <a:ea typeface="Rubik"/>
                <a:cs typeface="Rubik"/>
                <a:sym typeface="Rubik"/>
                <a:hlinkClick r:id="rId4">
                  <a:extLst>
                    <a:ext uri="{A12FA001-AC4F-418D-AE19-62706E023703}">
                      <ahyp:hlinkClr val="tx"/>
                    </a:ext>
                  </a:extLst>
                </a:hlinkClick>
              </a:rPr>
              <a:t>Freepik</a:t>
            </a:r>
            <a:endParaRPr sz="1200">
              <a:solidFill>
                <a:schemeClr val="dk1"/>
              </a:solidFill>
              <a:latin typeface="Rubik"/>
              <a:ea typeface="Rubik"/>
              <a:cs typeface="Rubik"/>
              <a:sym typeface="Rubik"/>
            </a:endParaRPr>
          </a:p>
        </p:txBody>
      </p:sp>
      <p:grpSp>
        <p:nvGrpSpPr>
          <p:cNvPr id="8994" name="Google Shape;8994;p29"/>
          <p:cNvGrpSpPr/>
          <p:nvPr/>
        </p:nvGrpSpPr>
        <p:grpSpPr>
          <a:xfrm>
            <a:off x="110918" y="206"/>
            <a:ext cx="8903803" cy="5143474"/>
            <a:chOff x="110918" y="206"/>
            <a:chExt cx="8903803" cy="5143474"/>
          </a:xfrm>
        </p:grpSpPr>
        <p:sp>
          <p:nvSpPr>
            <p:cNvPr id="8995" name="Google Shape;8995;p29"/>
            <p:cNvSpPr/>
            <p:nvPr/>
          </p:nvSpPr>
          <p:spPr>
            <a:xfrm>
              <a:off x="387913"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6" name="Google Shape;8996;p29"/>
            <p:cNvSpPr/>
            <p:nvPr/>
          </p:nvSpPr>
          <p:spPr>
            <a:xfrm>
              <a:off x="387913"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7" name="Google Shape;8997;p29"/>
            <p:cNvSpPr/>
            <p:nvPr/>
          </p:nvSpPr>
          <p:spPr>
            <a:xfrm>
              <a:off x="387913"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8" name="Google Shape;8998;p29"/>
            <p:cNvSpPr/>
            <p:nvPr/>
          </p:nvSpPr>
          <p:spPr>
            <a:xfrm>
              <a:off x="379686"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9" name="Google Shape;8999;p29"/>
            <p:cNvSpPr/>
            <p:nvPr/>
          </p:nvSpPr>
          <p:spPr>
            <a:xfrm>
              <a:off x="379686"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0" name="Google Shape;9000;p29"/>
            <p:cNvSpPr/>
            <p:nvPr/>
          </p:nvSpPr>
          <p:spPr>
            <a:xfrm>
              <a:off x="387913"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1" name="Google Shape;9001;p29"/>
            <p:cNvSpPr/>
            <p:nvPr/>
          </p:nvSpPr>
          <p:spPr>
            <a:xfrm>
              <a:off x="379686"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2" name="Google Shape;9002;p29"/>
            <p:cNvSpPr/>
            <p:nvPr/>
          </p:nvSpPr>
          <p:spPr>
            <a:xfrm>
              <a:off x="387913"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3" name="Google Shape;9003;p29"/>
            <p:cNvSpPr/>
            <p:nvPr/>
          </p:nvSpPr>
          <p:spPr>
            <a:xfrm>
              <a:off x="379686"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4" name="Google Shape;9004;p29"/>
            <p:cNvSpPr/>
            <p:nvPr/>
          </p:nvSpPr>
          <p:spPr>
            <a:xfrm>
              <a:off x="379686"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5" name="Google Shape;9005;p29"/>
            <p:cNvSpPr/>
            <p:nvPr/>
          </p:nvSpPr>
          <p:spPr>
            <a:xfrm>
              <a:off x="387913"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6" name="Google Shape;9006;p29"/>
            <p:cNvSpPr/>
            <p:nvPr/>
          </p:nvSpPr>
          <p:spPr>
            <a:xfrm>
              <a:off x="387913"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7" name="Google Shape;9007;p29"/>
            <p:cNvSpPr/>
            <p:nvPr/>
          </p:nvSpPr>
          <p:spPr>
            <a:xfrm>
              <a:off x="387913"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8" name="Google Shape;9008;p29"/>
            <p:cNvSpPr/>
            <p:nvPr/>
          </p:nvSpPr>
          <p:spPr>
            <a:xfrm>
              <a:off x="379686"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9" name="Google Shape;9009;p29"/>
            <p:cNvSpPr/>
            <p:nvPr/>
          </p:nvSpPr>
          <p:spPr>
            <a:xfrm>
              <a:off x="387913"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0" name="Google Shape;9010;p29"/>
            <p:cNvSpPr/>
            <p:nvPr/>
          </p:nvSpPr>
          <p:spPr>
            <a:xfrm>
              <a:off x="387913"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1" name="Google Shape;9011;p29"/>
            <p:cNvSpPr/>
            <p:nvPr/>
          </p:nvSpPr>
          <p:spPr>
            <a:xfrm>
              <a:off x="379686"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2" name="Google Shape;9012;p29"/>
            <p:cNvSpPr/>
            <p:nvPr/>
          </p:nvSpPr>
          <p:spPr>
            <a:xfrm>
              <a:off x="387913"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3" name="Google Shape;9013;p29"/>
            <p:cNvSpPr/>
            <p:nvPr/>
          </p:nvSpPr>
          <p:spPr>
            <a:xfrm>
              <a:off x="379686" y="2602704"/>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4" name="Google Shape;9014;p29"/>
            <p:cNvSpPr/>
            <p:nvPr/>
          </p:nvSpPr>
          <p:spPr>
            <a:xfrm>
              <a:off x="387913" y="274875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5" name="Google Shape;9015;p29"/>
            <p:cNvSpPr/>
            <p:nvPr/>
          </p:nvSpPr>
          <p:spPr>
            <a:xfrm>
              <a:off x="379686" y="2892069"/>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2"/>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6" name="Google Shape;9016;p29"/>
            <p:cNvSpPr/>
            <p:nvPr/>
          </p:nvSpPr>
          <p:spPr>
            <a:xfrm>
              <a:off x="387913" y="303812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7" name="Google Shape;9017;p29"/>
            <p:cNvSpPr/>
            <p:nvPr/>
          </p:nvSpPr>
          <p:spPr>
            <a:xfrm>
              <a:off x="379686" y="3181435"/>
              <a:ext cx="53295" cy="80955"/>
            </a:xfrm>
            <a:custGeom>
              <a:rect b="b" l="l" r="r" t="t"/>
              <a:pathLst>
                <a:path extrusionOk="0" h="679" w="447">
                  <a:moveTo>
                    <a:pt x="223" y="69"/>
                  </a:moveTo>
                  <a:cubicBezTo>
                    <a:pt x="316" y="69"/>
                    <a:pt x="362" y="170"/>
                    <a:pt x="362" y="339"/>
                  </a:cubicBezTo>
                  <a:cubicBezTo>
                    <a:pt x="362" y="509"/>
                    <a:pt x="316" y="616"/>
                    <a:pt x="223" y="616"/>
                  </a:cubicBezTo>
                  <a:cubicBezTo>
                    <a:pt x="146" y="616"/>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8" name="Google Shape;9018;p29"/>
            <p:cNvSpPr/>
            <p:nvPr/>
          </p:nvSpPr>
          <p:spPr>
            <a:xfrm>
              <a:off x="379686" y="332653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9" name="Google Shape;9019;p29"/>
            <p:cNvSpPr/>
            <p:nvPr/>
          </p:nvSpPr>
          <p:spPr>
            <a:xfrm>
              <a:off x="387913" y="3472588"/>
              <a:ext cx="26707" cy="78213"/>
            </a:xfrm>
            <a:custGeom>
              <a:rect b="b" l="l" r="r" t="t"/>
              <a:pathLst>
                <a:path extrusionOk="0" h="656" w="224">
                  <a:moveTo>
                    <a:pt x="147" y="0"/>
                  </a:moveTo>
                  <a:lnTo>
                    <a:pt x="0" y="78"/>
                  </a:lnTo>
                  <a:lnTo>
                    <a:pt x="23" y="139"/>
                  </a:lnTo>
                  <a:lnTo>
                    <a:pt x="131"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0" name="Google Shape;9020;p29"/>
            <p:cNvSpPr/>
            <p:nvPr/>
          </p:nvSpPr>
          <p:spPr>
            <a:xfrm>
              <a:off x="379686" y="361590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1" name="Google Shape;9021;p29"/>
            <p:cNvSpPr/>
            <p:nvPr/>
          </p:nvSpPr>
          <p:spPr>
            <a:xfrm>
              <a:off x="379686" y="3760165"/>
              <a:ext cx="53295" cy="80955"/>
            </a:xfrm>
            <a:custGeom>
              <a:rect b="b" l="l" r="r" t="t"/>
              <a:pathLst>
                <a:path extrusionOk="0" h="679" w="447">
                  <a:moveTo>
                    <a:pt x="223" y="69"/>
                  </a:moveTo>
                  <a:cubicBezTo>
                    <a:pt x="316" y="69"/>
                    <a:pt x="362" y="170"/>
                    <a:pt x="362" y="339"/>
                  </a:cubicBezTo>
                  <a:cubicBezTo>
                    <a:pt x="362" y="509"/>
                    <a:pt x="316" y="609"/>
                    <a:pt x="223" y="609"/>
                  </a:cubicBezTo>
                  <a:cubicBezTo>
                    <a:pt x="146" y="609"/>
                    <a:pt x="92" y="516"/>
                    <a:pt x="92" y="347"/>
                  </a:cubicBezTo>
                  <a:cubicBezTo>
                    <a:pt x="92" y="170"/>
                    <a:pt x="146" y="69"/>
                    <a:pt x="223" y="69"/>
                  </a:cubicBezTo>
                  <a:close/>
                  <a:moveTo>
                    <a:pt x="231" y="0"/>
                  </a:moveTo>
                  <a:cubicBezTo>
                    <a:pt x="100" y="0"/>
                    <a:pt x="0" y="123"/>
                    <a:pt x="0" y="347"/>
                  </a:cubicBezTo>
                  <a:cubicBezTo>
                    <a:pt x="8" y="563"/>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2" name="Google Shape;9022;p29"/>
            <p:cNvSpPr/>
            <p:nvPr/>
          </p:nvSpPr>
          <p:spPr>
            <a:xfrm>
              <a:off x="379686" y="390526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3" name="Google Shape;9023;p29"/>
            <p:cNvSpPr/>
            <p:nvPr/>
          </p:nvSpPr>
          <p:spPr>
            <a:xfrm>
              <a:off x="387913" y="4051318"/>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4" name="Google Shape;9024;p29"/>
            <p:cNvSpPr/>
            <p:nvPr/>
          </p:nvSpPr>
          <p:spPr>
            <a:xfrm>
              <a:off x="387913" y="4195584"/>
              <a:ext cx="26707" cy="78213"/>
            </a:xfrm>
            <a:custGeom>
              <a:rect b="b" l="l" r="r" t="t"/>
              <a:pathLst>
                <a:path extrusionOk="0" h="656" w="224">
                  <a:moveTo>
                    <a:pt x="147" y="0"/>
                  </a:moveTo>
                  <a:lnTo>
                    <a:pt x="0" y="77"/>
                  </a:lnTo>
                  <a:lnTo>
                    <a:pt x="23" y="147"/>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5" name="Google Shape;9025;p29"/>
            <p:cNvSpPr/>
            <p:nvPr/>
          </p:nvSpPr>
          <p:spPr>
            <a:xfrm>
              <a:off x="387913" y="4340684"/>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6" name="Google Shape;9026;p29"/>
            <p:cNvSpPr/>
            <p:nvPr/>
          </p:nvSpPr>
          <p:spPr>
            <a:xfrm>
              <a:off x="379686" y="448399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7" name="Google Shape;9027;p29"/>
            <p:cNvSpPr/>
            <p:nvPr/>
          </p:nvSpPr>
          <p:spPr>
            <a:xfrm>
              <a:off x="387913" y="4630049"/>
              <a:ext cx="26707" cy="78213"/>
            </a:xfrm>
            <a:custGeom>
              <a:rect b="b" l="l" r="r" t="t"/>
              <a:pathLst>
                <a:path extrusionOk="0" h="656" w="224">
                  <a:moveTo>
                    <a:pt x="147" y="1"/>
                  </a:moveTo>
                  <a:lnTo>
                    <a:pt x="0" y="78"/>
                  </a:lnTo>
                  <a:lnTo>
                    <a:pt x="23" y="139"/>
                  </a:lnTo>
                  <a:lnTo>
                    <a:pt x="131"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8" name="Google Shape;9028;p29"/>
            <p:cNvSpPr/>
            <p:nvPr/>
          </p:nvSpPr>
          <p:spPr>
            <a:xfrm>
              <a:off x="379686" y="4773360"/>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9" name="Google Shape;9029;p29"/>
            <p:cNvSpPr/>
            <p:nvPr/>
          </p:nvSpPr>
          <p:spPr>
            <a:xfrm>
              <a:off x="387913" y="4919414"/>
              <a:ext cx="26707" cy="78213"/>
            </a:xfrm>
            <a:custGeom>
              <a:rect b="b" l="l" r="r" t="t"/>
              <a:pathLst>
                <a:path extrusionOk="0" h="656" w="224">
                  <a:moveTo>
                    <a:pt x="147" y="1"/>
                  </a:moveTo>
                  <a:lnTo>
                    <a:pt x="0" y="78"/>
                  </a:lnTo>
                  <a:lnTo>
                    <a:pt x="23" y="139"/>
                  </a:lnTo>
                  <a:lnTo>
                    <a:pt x="131"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0" name="Google Shape;9030;p29"/>
            <p:cNvSpPr/>
            <p:nvPr/>
          </p:nvSpPr>
          <p:spPr>
            <a:xfrm>
              <a:off x="379686" y="5062725"/>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40"/>
                  </a:cubicBezTo>
                  <a:cubicBezTo>
                    <a:pt x="92" y="162"/>
                    <a:pt x="146" y="70"/>
                    <a:pt x="223" y="70"/>
                  </a:cubicBezTo>
                  <a:close/>
                  <a:moveTo>
                    <a:pt x="231" y="1"/>
                  </a:moveTo>
                  <a:cubicBezTo>
                    <a:pt x="100" y="1"/>
                    <a:pt x="0" y="116"/>
                    <a:pt x="0" y="340"/>
                  </a:cubicBezTo>
                  <a:cubicBezTo>
                    <a:pt x="8" y="555"/>
                    <a:pt x="92" y="679"/>
                    <a:pt x="223" y="679"/>
                  </a:cubicBezTo>
                  <a:cubicBezTo>
                    <a:pt x="362" y="679"/>
                    <a:pt x="447" y="555"/>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1" name="Google Shape;9031;p29"/>
            <p:cNvSpPr/>
            <p:nvPr/>
          </p:nvSpPr>
          <p:spPr>
            <a:xfrm>
              <a:off x="925687"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2" name="Google Shape;9032;p29"/>
            <p:cNvSpPr/>
            <p:nvPr/>
          </p:nvSpPr>
          <p:spPr>
            <a:xfrm>
              <a:off x="925687"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3" name="Google Shape;9033;p29"/>
            <p:cNvSpPr/>
            <p:nvPr/>
          </p:nvSpPr>
          <p:spPr>
            <a:xfrm>
              <a:off x="925687"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4" name="Google Shape;9034;p29"/>
            <p:cNvSpPr/>
            <p:nvPr/>
          </p:nvSpPr>
          <p:spPr>
            <a:xfrm>
              <a:off x="91734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5" name="Google Shape;9035;p29"/>
            <p:cNvSpPr/>
            <p:nvPr/>
          </p:nvSpPr>
          <p:spPr>
            <a:xfrm>
              <a:off x="917341"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6" name="Google Shape;9036;p29"/>
            <p:cNvSpPr/>
            <p:nvPr/>
          </p:nvSpPr>
          <p:spPr>
            <a:xfrm>
              <a:off x="925687" y="72308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7" name="Google Shape;9037;p29"/>
            <p:cNvSpPr/>
            <p:nvPr/>
          </p:nvSpPr>
          <p:spPr>
            <a:xfrm>
              <a:off x="917341" y="866394"/>
              <a:ext cx="53414" cy="80955"/>
            </a:xfrm>
            <a:custGeom>
              <a:rect b="b" l="l" r="r" t="t"/>
              <a:pathLst>
                <a:path extrusionOk="0" h="679" w="448">
                  <a:moveTo>
                    <a:pt x="224" y="70"/>
                  </a:moveTo>
                  <a:cubicBezTo>
                    <a:pt x="317" y="70"/>
                    <a:pt x="355" y="170"/>
                    <a:pt x="355" y="340"/>
                  </a:cubicBezTo>
                  <a:cubicBezTo>
                    <a:pt x="355" y="509"/>
                    <a:pt x="309" y="617"/>
                    <a:pt x="224" y="617"/>
                  </a:cubicBezTo>
                  <a:cubicBezTo>
                    <a:pt x="140" y="617"/>
                    <a:pt x="86" y="517"/>
                    <a:pt x="86" y="348"/>
                  </a:cubicBezTo>
                  <a:cubicBezTo>
                    <a:pt x="86" y="170"/>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8" name="Google Shape;9038;p29"/>
            <p:cNvSpPr/>
            <p:nvPr/>
          </p:nvSpPr>
          <p:spPr>
            <a:xfrm>
              <a:off x="925687" y="101244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9" name="Google Shape;9039;p29"/>
            <p:cNvSpPr/>
            <p:nvPr/>
          </p:nvSpPr>
          <p:spPr>
            <a:xfrm>
              <a:off x="917341" y="115575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63"/>
                    <a:pt x="147" y="70"/>
                    <a:pt x="224" y="70"/>
                  </a:cubicBezTo>
                  <a:close/>
                  <a:moveTo>
                    <a:pt x="224" y="1"/>
                  </a:moveTo>
                  <a:cubicBezTo>
                    <a:pt x="93" y="1"/>
                    <a:pt x="1" y="124"/>
                    <a:pt x="1" y="348"/>
                  </a:cubicBezTo>
                  <a:cubicBezTo>
                    <a:pt x="1" y="563"/>
                    <a:pt x="93"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0" name="Google Shape;9040;p29"/>
            <p:cNvSpPr/>
            <p:nvPr/>
          </p:nvSpPr>
          <p:spPr>
            <a:xfrm>
              <a:off x="917341" y="1300979"/>
              <a:ext cx="53414" cy="80955"/>
            </a:xfrm>
            <a:custGeom>
              <a:rect b="b" l="l" r="r" t="t"/>
              <a:pathLst>
                <a:path extrusionOk="0" h="679" w="448">
                  <a:moveTo>
                    <a:pt x="224" y="70"/>
                  </a:moveTo>
                  <a:cubicBezTo>
                    <a:pt x="317" y="70"/>
                    <a:pt x="355" y="170"/>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1" name="Google Shape;9041;p29"/>
            <p:cNvSpPr/>
            <p:nvPr/>
          </p:nvSpPr>
          <p:spPr>
            <a:xfrm>
              <a:off x="925687" y="144703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2" name="Google Shape;9042;p29"/>
            <p:cNvSpPr/>
            <p:nvPr/>
          </p:nvSpPr>
          <p:spPr>
            <a:xfrm>
              <a:off x="925687" y="159117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3" name="Google Shape;9043;p29"/>
            <p:cNvSpPr/>
            <p:nvPr/>
          </p:nvSpPr>
          <p:spPr>
            <a:xfrm>
              <a:off x="925687" y="1736397"/>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4" name="Google Shape;9044;p29"/>
            <p:cNvSpPr/>
            <p:nvPr/>
          </p:nvSpPr>
          <p:spPr>
            <a:xfrm>
              <a:off x="917341" y="1879709"/>
              <a:ext cx="53414" cy="80955"/>
            </a:xfrm>
            <a:custGeom>
              <a:rect b="b" l="l" r="r" t="t"/>
              <a:pathLst>
                <a:path extrusionOk="0" h="679" w="448">
                  <a:moveTo>
                    <a:pt x="224" y="70"/>
                  </a:moveTo>
                  <a:cubicBezTo>
                    <a:pt x="317" y="70"/>
                    <a:pt x="355" y="162"/>
                    <a:pt x="355" y="332"/>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93" y="678"/>
                    <a:pt x="217" y="678"/>
                  </a:cubicBezTo>
                  <a:cubicBezTo>
                    <a:pt x="363" y="678"/>
                    <a:pt x="448" y="555"/>
                    <a:pt x="448" y="332"/>
                  </a:cubicBezTo>
                  <a:cubicBezTo>
                    <a:pt x="448" y="124"/>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5" name="Google Shape;9045;p29"/>
            <p:cNvSpPr/>
            <p:nvPr/>
          </p:nvSpPr>
          <p:spPr>
            <a:xfrm>
              <a:off x="925687" y="202576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6" name="Google Shape;9046;p29"/>
            <p:cNvSpPr/>
            <p:nvPr/>
          </p:nvSpPr>
          <p:spPr>
            <a:xfrm>
              <a:off x="119445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7" name="Google Shape;9047;p29"/>
            <p:cNvSpPr/>
            <p:nvPr/>
          </p:nvSpPr>
          <p:spPr>
            <a:xfrm>
              <a:off x="119445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8" name="Google Shape;9048;p29"/>
            <p:cNvSpPr/>
            <p:nvPr/>
          </p:nvSpPr>
          <p:spPr>
            <a:xfrm>
              <a:off x="1194455" y="289572"/>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9" name="Google Shape;9049;p29"/>
            <p:cNvSpPr/>
            <p:nvPr/>
          </p:nvSpPr>
          <p:spPr>
            <a:xfrm>
              <a:off x="1186229" y="432883"/>
              <a:ext cx="53295" cy="80955"/>
            </a:xfrm>
            <a:custGeom>
              <a:rect b="b" l="l" r="r" t="t"/>
              <a:pathLst>
                <a:path extrusionOk="0" h="679" w="447">
                  <a:moveTo>
                    <a:pt x="224" y="70"/>
                  </a:moveTo>
                  <a:cubicBezTo>
                    <a:pt x="316" y="70"/>
                    <a:pt x="355" y="162"/>
                    <a:pt x="355" y="331"/>
                  </a:cubicBezTo>
                  <a:cubicBezTo>
                    <a:pt x="355" y="501"/>
                    <a:pt x="308" y="609"/>
                    <a:pt x="216" y="609"/>
                  </a:cubicBezTo>
                  <a:cubicBezTo>
                    <a:pt x="139" y="609"/>
                    <a:pt x="85" y="509"/>
                    <a:pt x="85" y="339"/>
                  </a:cubicBezTo>
                  <a:cubicBezTo>
                    <a:pt x="85" y="162"/>
                    <a:pt x="146"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55"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0" name="Google Shape;9050;p29"/>
            <p:cNvSpPr/>
            <p:nvPr/>
          </p:nvSpPr>
          <p:spPr>
            <a:xfrm>
              <a:off x="8451074"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1" name="Google Shape;9051;p29"/>
            <p:cNvSpPr/>
            <p:nvPr/>
          </p:nvSpPr>
          <p:spPr>
            <a:xfrm>
              <a:off x="8451074"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2" name="Google Shape;9052;p29"/>
            <p:cNvSpPr/>
            <p:nvPr/>
          </p:nvSpPr>
          <p:spPr>
            <a:xfrm>
              <a:off x="8451074"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3" name="Google Shape;9053;p29"/>
            <p:cNvSpPr/>
            <p:nvPr/>
          </p:nvSpPr>
          <p:spPr>
            <a:xfrm>
              <a:off x="1463223" y="206"/>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4" name="Google Shape;9054;p29"/>
            <p:cNvSpPr/>
            <p:nvPr/>
          </p:nvSpPr>
          <p:spPr>
            <a:xfrm>
              <a:off x="1463223" y="144353"/>
              <a:ext cx="25872" cy="78213"/>
            </a:xfrm>
            <a:custGeom>
              <a:rect b="b" l="l" r="r" t="t"/>
              <a:pathLst>
                <a:path extrusionOk="0" h="656" w="217">
                  <a:moveTo>
                    <a:pt x="147"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5" name="Google Shape;9055;p29"/>
            <p:cNvSpPr/>
            <p:nvPr/>
          </p:nvSpPr>
          <p:spPr>
            <a:xfrm>
              <a:off x="1463223" y="289572"/>
              <a:ext cx="25872" cy="78213"/>
            </a:xfrm>
            <a:custGeom>
              <a:rect b="b" l="l" r="r" t="t"/>
              <a:pathLst>
                <a:path extrusionOk="0" h="656" w="217">
                  <a:moveTo>
                    <a:pt x="147"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6" name="Google Shape;9056;p29"/>
            <p:cNvSpPr/>
            <p:nvPr/>
          </p:nvSpPr>
          <p:spPr>
            <a:xfrm>
              <a:off x="6570055"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7" name="Google Shape;9057;p29"/>
            <p:cNvSpPr/>
            <p:nvPr/>
          </p:nvSpPr>
          <p:spPr>
            <a:xfrm>
              <a:off x="6570055"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8" name="Google Shape;9058;p29"/>
            <p:cNvSpPr/>
            <p:nvPr/>
          </p:nvSpPr>
          <p:spPr>
            <a:xfrm>
              <a:off x="6570055"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9" name="Google Shape;9059;p29"/>
            <p:cNvSpPr/>
            <p:nvPr/>
          </p:nvSpPr>
          <p:spPr>
            <a:xfrm>
              <a:off x="6561709"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0" name="Google Shape;9060;p29"/>
            <p:cNvSpPr/>
            <p:nvPr/>
          </p:nvSpPr>
          <p:spPr>
            <a:xfrm>
              <a:off x="6561709" y="577029"/>
              <a:ext cx="53414" cy="80955"/>
            </a:xfrm>
            <a:custGeom>
              <a:rect b="b" l="l" r="r" t="t"/>
              <a:pathLst>
                <a:path extrusionOk="0" h="679" w="448">
                  <a:moveTo>
                    <a:pt x="224" y="70"/>
                  </a:moveTo>
                  <a:cubicBezTo>
                    <a:pt x="317" y="70"/>
                    <a:pt x="355" y="170"/>
                    <a:pt x="355" y="340"/>
                  </a:cubicBezTo>
                  <a:cubicBezTo>
                    <a:pt x="355" y="509"/>
                    <a:pt x="309" y="610"/>
                    <a:pt x="224" y="610"/>
                  </a:cubicBezTo>
                  <a:cubicBezTo>
                    <a:pt x="140" y="610"/>
                    <a:pt x="86" y="517"/>
                    <a:pt x="86" y="348"/>
                  </a:cubicBezTo>
                  <a:cubicBezTo>
                    <a:pt x="86" y="170"/>
                    <a:pt x="147" y="70"/>
                    <a:pt x="224" y="70"/>
                  </a:cubicBezTo>
                  <a:close/>
                  <a:moveTo>
                    <a:pt x="224" y="1"/>
                  </a:moveTo>
                  <a:cubicBezTo>
                    <a:pt x="93" y="1"/>
                    <a:pt x="1" y="124"/>
                    <a:pt x="1" y="348"/>
                  </a:cubicBezTo>
                  <a:cubicBezTo>
                    <a:pt x="1" y="563"/>
                    <a:pt x="86" y="679"/>
                    <a:pt x="217" y="679"/>
                  </a:cubicBezTo>
                  <a:cubicBezTo>
                    <a:pt x="363" y="679"/>
                    <a:pt x="448" y="556"/>
                    <a:pt x="448" y="332"/>
                  </a:cubicBezTo>
                  <a:cubicBezTo>
                    <a:pt x="448" y="124"/>
                    <a:pt x="363"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1" name="Google Shape;9061;p29"/>
            <p:cNvSpPr/>
            <p:nvPr/>
          </p:nvSpPr>
          <p:spPr>
            <a:xfrm>
              <a:off x="7645485"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2" name="Google Shape;9062;p29"/>
            <p:cNvSpPr/>
            <p:nvPr/>
          </p:nvSpPr>
          <p:spPr>
            <a:xfrm>
              <a:off x="7645485"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3" name="Google Shape;9063;p29"/>
            <p:cNvSpPr/>
            <p:nvPr/>
          </p:nvSpPr>
          <p:spPr>
            <a:xfrm>
              <a:off x="8719961"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4" name="Google Shape;9064;p29"/>
            <p:cNvSpPr/>
            <p:nvPr/>
          </p:nvSpPr>
          <p:spPr>
            <a:xfrm>
              <a:off x="8719961"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5" name="Google Shape;9065;p29"/>
            <p:cNvSpPr/>
            <p:nvPr/>
          </p:nvSpPr>
          <p:spPr>
            <a:xfrm>
              <a:off x="119145"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6" name="Google Shape;9066;p29"/>
            <p:cNvSpPr/>
            <p:nvPr/>
          </p:nvSpPr>
          <p:spPr>
            <a:xfrm>
              <a:off x="119145"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7" name="Google Shape;9067;p29"/>
            <p:cNvSpPr/>
            <p:nvPr/>
          </p:nvSpPr>
          <p:spPr>
            <a:xfrm>
              <a:off x="119145"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8" name="Google Shape;9068;p29"/>
            <p:cNvSpPr/>
            <p:nvPr/>
          </p:nvSpPr>
          <p:spPr>
            <a:xfrm>
              <a:off x="119145"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9" name="Google Shape;9069;p29"/>
            <p:cNvSpPr/>
            <p:nvPr/>
          </p:nvSpPr>
          <p:spPr>
            <a:xfrm>
              <a:off x="110918"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0" name="Google Shape;9070;p29"/>
            <p:cNvSpPr/>
            <p:nvPr/>
          </p:nvSpPr>
          <p:spPr>
            <a:xfrm>
              <a:off x="110918"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1" name="Google Shape;9071;p29"/>
            <p:cNvSpPr/>
            <p:nvPr/>
          </p:nvSpPr>
          <p:spPr>
            <a:xfrm>
              <a:off x="119145"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2" name="Google Shape;9072;p29"/>
            <p:cNvSpPr/>
            <p:nvPr/>
          </p:nvSpPr>
          <p:spPr>
            <a:xfrm>
              <a:off x="110918"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3" name="Google Shape;9073;p29"/>
            <p:cNvSpPr/>
            <p:nvPr/>
          </p:nvSpPr>
          <p:spPr>
            <a:xfrm>
              <a:off x="119145"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4" name="Google Shape;9074;p29"/>
            <p:cNvSpPr/>
            <p:nvPr/>
          </p:nvSpPr>
          <p:spPr>
            <a:xfrm>
              <a:off x="110918"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5" name="Google Shape;9075;p29"/>
            <p:cNvSpPr/>
            <p:nvPr/>
          </p:nvSpPr>
          <p:spPr>
            <a:xfrm>
              <a:off x="119145"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6" name="Google Shape;9076;p29"/>
            <p:cNvSpPr/>
            <p:nvPr/>
          </p:nvSpPr>
          <p:spPr>
            <a:xfrm>
              <a:off x="110918"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7" name="Google Shape;9077;p29"/>
            <p:cNvSpPr/>
            <p:nvPr/>
          </p:nvSpPr>
          <p:spPr>
            <a:xfrm>
              <a:off x="119145"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8" name="Google Shape;9078;p29"/>
            <p:cNvSpPr/>
            <p:nvPr/>
          </p:nvSpPr>
          <p:spPr>
            <a:xfrm>
              <a:off x="110918"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9" name="Google Shape;9079;p29"/>
            <p:cNvSpPr/>
            <p:nvPr/>
          </p:nvSpPr>
          <p:spPr>
            <a:xfrm>
              <a:off x="119145"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0" name="Google Shape;9080;p29"/>
            <p:cNvSpPr/>
            <p:nvPr/>
          </p:nvSpPr>
          <p:spPr>
            <a:xfrm>
              <a:off x="119145"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1" name="Google Shape;9081;p29"/>
            <p:cNvSpPr/>
            <p:nvPr/>
          </p:nvSpPr>
          <p:spPr>
            <a:xfrm>
              <a:off x="110918"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2" name="Google Shape;9082;p29"/>
            <p:cNvSpPr/>
            <p:nvPr/>
          </p:nvSpPr>
          <p:spPr>
            <a:xfrm>
              <a:off x="110918"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3" name="Google Shape;9083;p29"/>
            <p:cNvSpPr/>
            <p:nvPr/>
          </p:nvSpPr>
          <p:spPr>
            <a:xfrm>
              <a:off x="119145"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4" name="Google Shape;9084;p29"/>
            <p:cNvSpPr/>
            <p:nvPr/>
          </p:nvSpPr>
          <p:spPr>
            <a:xfrm>
              <a:off x="110918"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5" name="Google Shape;9085;p29"/>
            <p:cNvSpPr/>
            <p:nvPr/>
          </p:nvSpPr>
          <p:spPr>
            <a:xfrm>
              <a:off x="119145"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6" name="Google Shape;9086;p29"/>
            <p:cNvSpPr/>
            <p:nvPr/>
          </p:nvSpPr>
          <p:spPr>
            <a:xfrm>
              <a:off x="119145"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7" name="Google Shape;9087;p29"/>
            <p:cNvSpPr/>
            <p:nvPr/>
          </p:nvSpPr>
          <p:spPr>
            <a:xfrm>
              <a:off x="110918"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8" name="Google Shape;9088;p29"/>
            <p:cNvSpPr/>
            <p:nvPr/>
          </p:nvSpPr>
          <p:spPr>
            <a:xfrm>
              <a:off x="110918"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9" name="Google Shape;9089;p29"/>
            <p:cNvSpPr/>
            <p:nvPr/>
          </p:nvSpPr>
          <p:spPr>
            <a:xfrm>
              <a:off x="110918"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0" name="Google Shape;9090;p29"/>
            <p:cNvSpPr/>
            <p:nvPr/>
          </p:nvSpPr>
          <p:spPr>
            <a:xfrm>
              <a:off x="119145"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1" name="Google Shape;9091;p29"/>
            <p:cNvSpPr/>
            <p:nvPr/>
          </p:nvSpPr>
          <p:spPr>
            <a:xfrm>
              <a:off x="119145"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2" name="Google Shape;9092;p29"/>
            <p:cNvSpPr/>
            <p:nvPr/>
          </p:nvSpPr>
          <p:spPr>
            <a:xfrm>
              <a:off x="119145"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3" name="Google Shape;9093;p29"/>
            <p:cNvSpPr/>
            <p:nvPr/>
          </p:nvSpPr>
          <p:spPr>
            <a:xfrm>
              <a:off x="110918"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4" name="Google Shape;9094;p29"/>
            <p:cNvSpPr/>
            <p:nvPr/>
          </p:nvSpPr>
          <p:spPr>
            <a:xfrm>
              <a:off x="119145"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5" name="Google Shape;9095;p29"/>
            <p:cNvSpPr/>
            <p:nvPr/>
          </p:nvSpPr>
          <p:spPr>
            <a:xfrm>
              <a:off x="110918"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6" name="Google Shape;9096;p29"/>
            <p:cNvSpPr/>
            <p:nvPr/>
          </p:nvSpPr>
          <p:spPr>
            <a:xfrm>
              <a:off x="119145"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7" name="Google Shape;9097;p29"/>
            <p:cNvSpPr/>
            <p:nvPr/>
          </p:nvSpPr>
          <p:spPr>
            <a:xfrm>
              <a:off x="110918"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8" name="Google Shape;9098;p29"/>
            <p:cNvSpPr/>
            <p:nvPr/>
          </p:nvSpPr>
          <p:spPr>
            <a:xfrm>
              <a:off x="119145"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9" name="Google Shape;9099;p29"/>
            <p:cNvSpPr/>
            <p:nvPr/>
          </p:nvSpPr>
          <p:spPr>
            <a:xfrm>
              <a:off x="1732111"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0" name="Google Shape;9100;p29"/>
            <p:cNvSpPr/>
            <p:nvPr/>
          </p:nvSpPr>
          <p:spPr>
            <a:xfrm>
              <a:off x="1732111"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1" name="Google Shape;9101;p29"/>
            <p:cNvSpPr/>
            <p:nvPr/>
          </p:nvSpPr>
          <p:spPr>
            <a:xfrm>
              <a:off x="1732111"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2" name="Google Shape;9102;p29"/>
            <p:cNvSpPr/>
            <p:nvPr/>
          </p:nvSpPr>
          <p:spPr>
            <a:xfrm>
              <a:off x="1732111"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3" name="Google Shape;9103;p29"/>
            <p:cNvSpPr/>
            <p:nvPr/>
          </p:nvSpPr>
          <p:spPr>
            <a:xfrm>
              <a:off x="2000998"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4" name="Google Shape;9104;p29"/>
            <p:cNvSpPr/>
            <p:nvPr/>
          </p:nvSpPr>
          <p:spPr>
            <a:xfrm>
              <a:off x="2000998"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5" name="Google Shape;9105;p29"/>
            <p:cNvSpPr/>
            <p:nvPr/>
          </p:nvSpPr>
          <p:spPr>
            <a:xfrm>
              <a:off x="2000998"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6" name="Google Shape;9106;p29"/>
            <p:cNvSpPr/>
            <p:nvPr/>
          </p:nvSpPr>
          <p:spPr>
            <a:xfrm>
              <a:off x="2000998"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7" name="Google Shape;9107;p29"/>
            <p:cNvSpPr/>
            <p:nvPr/>
          </p:nvSpPr>
          <p:spPr>
            <a:xfrm>
              <a:off x="2270005"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8" name="Google Shape;9108;p29"/>
            <p:cNvSpPr/>
            <p:nvPr/>
          </p:nvSpPr>
          <p:spPr>
            <a:xfrm>
              <a:off x="2270005"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9" name="Google Shape;9109;p29"/>
            <p:cNvSpPr/>
            <p:nvPr/>
          </p:nvSpPr>
          <p:spPr>
            <a:xfrm>
              <a:off x="2270005"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0" name="Google Shape;9110;p29"/>
            <p:cNvSpPr/>
            <p:nvPr/>
          </p:nvSpPr>
          <p:spPr>
            <a:xfrm>
              <a:off x="388213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1" name="Google Shape;9111;p29"/>
            <p:cNvSpPr/>
            <p:nvPr/>
          </p:nvSpPr>
          <p:spPr>
            <a:xfrm>
              <a:off x="388213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2" name="Google Shape;9112;p29"/>
            <p:cNvSpPr/>
            <p:nvPr/>
          </p:nvSpPr>
          <p:spPr>
            <a:xfrm>
              <a:off x="495685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3" name="Google Shape;9113;p29"/>
            <p:cNvSpPr/>
            <p:nvPr/>
          </p:nvSpPr>
          <p:spPr>
            <a:xfrm>
              <a:off x="495685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4" name="Google Shape;9114;p29"/>
            <p:cNvSpPr/>
            <p:nvPr/>
          </p:nvSpPr>
          <p:spPr>
            <a:xfrm>
              <a:off x="495685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5" name="Google Shape;9115;p29"/>
            <p:cNvSpPr/>
            <p:nvPr/>
          </p:nvSpPr>
          <p:spPr>
            <a:xfrm>
              <a:off x="495685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6" name="Google Shape;9116;p29"/>
            <p:cNvSpPr/>
            <p:nvPr/>
          </p:nvSpPr>
          <p:spPr>
            <a:xfrm>
              <a:off x="494945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7" name="Google Shape;9117;p29"/>
            <p:cNvSpPr/>
            <p:nvPr/>
          </p:nvSpPr>
          <p:spPr>
            <a:xfrm>
              <a:off x="494945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8" name="Google Shape;9118;p29"/>
            <p:cNvSpPr/>
            <p:nvPr/>
          </p:nvSpPr>
          <p:spPr>
            <a:xfrm>
              <a:off x="65668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9" name="Google Shape;9119;p29"/>
            <p:cNvSpPr/>
            <p:nvPr/>
          </p:nvSpPr>
          <p:spPr>
            <a:xfrm>
              <a:off x="65668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0" name="Google Shape;9120;p29"/>
            <p:cNvSpPr/>
            <p:nvPr/>
          </p:nvSpPr>
          <p:spPr>
            <a:xfrm>
              <a:off x="65668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1" name="Google Shape;9121;p29"/>
            <p:cNvSpPr/>
            <p:nvPr/>
          </p:nvSpPr>
          <p:spPr>
            <a:xfrm>
              <a:off x="656681"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2" name="Google Shape;9122;p29"/>
            <p:cNvSpPr/>
            <p:nvPr/>
          </p:nvSpPr>
          <p:spPr>
            <a:xfrm>
              <a:off x="648454"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3" name="Google Shape;9123;p29"/>
            <p:cNvSpPr/>
            <p:nvPr/>
          </p:nvSpPr>
          <p:spPr>
            <a:xfrm>
              <a:off x="648454"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4" name="Google Shape;9124;p29"/>
            <p:cNvSpPr/>
            <p:nvPr/>
          </p:nvSpPr>
          <p:spPr>
            <a:xfrm>
              <a:off x="656681"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5" name="Google Shape;9125;p29"/>
            <p:cNvSpPr/>
            <p:nvPr/>
          </p:nvSpPr>
          <p:spPr>
            <a:xfrm>
              <a:off x="648454"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6" name="Google Shape;9126;p29"/>
            <p:cNvSpPr/>
            <p:nvPr/>
          </p:nvSpPr>
          <p:spPr>
            <a:xfrm>
              <a:off x="656681" y="1156713"/>
              <a:ext cx="26826" cy="79167"/>
            </a:xfrm>
            <a:custGeom>
              <a:rect b="b" l="l" r="r" t="t"/>
              <a:pathLst>
                <a:path extrusionOk="0" h="664" w="225">
                  <a:moveTo>
                    <a:pt x="147" y="1"/>
                  </a:moveTo>
                  <a:lnTo>
                    <a:pt x="1" y="85"/>
                  </a:lnTo>
                  <a:lnTo>
                    <a:pt x="16" y="147"/>
                  </a:lnTo>
                  <a:lnTo>
                    <a:pt x="132"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7" name="Google Shape;9127;p29"/>
            <p:cNvSpPr/>
            <p:nvPr/>
          </p:nvSpPr>
          <p:spPr>
            <a:xfrm>
              <a:off x="648454" y="1300979"/>
              <a:ext cx="53414" cy="80955"/>
            </a:xfrm>
            <a:custGeom>
              <a:rect b="b" l="l" r="r" t="t"/>
              <a:pathLst>
                <a:path extrusionOk="0" h="679" w="448">
                  <a:moveTo>
                    <a:pt x="224" y="70"/>
                  </a:moveTo>
                  <a:cubicBezTo>
                    <a:pt x="316" y="70"/>
                    <a:pt x="362" y="170"/>
                    <a:pt x="362" y="331"/>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8" name="Google Shape;9128;p29"/>
            <p:cNvSpPr/>
            <p:nvPr/>
          </p:nvSpPr>
          <p:spPr>
            <a:xfrm>
              <a:off x="656681" y="144703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9" name="Google Shape;9129;p29"/>
            <p:cNvSpPr/>
            <p:nvPr/>
          </p:nvSpPr>
          <p:spPr>
            <a:xfrm>
              <a:off x="648454" y="159034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0" name="Google Shape;9130;p29"/>
            <p:cNvSpPr/>
            <p:nvPr/>
          </p:nvSpPr>
          <p:spPr>
            <a:xfrm>
              <a:off x="656681" y="1736397"/>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1" name="Google Shape;9131;p29"/>
            <p:cNvSpPr/>
            <p:nvPr/>
          </p:nvSpPr>
          <p:spPr>
            <a:xfrm>
              <a:off x="648454" y="1879709"/>
              <a:ext cx="53414" cy="80955"/>
            </a:xfrm>
            <a:custGeom>
              <a:rect b="b" l="l" r="r" t="t"/>
              <a:pathLst>
                <a:path extrusionOk="0" h="679" w="448">
                  <a:moveTo>
                    <a:pt x="224" y="62"/>
                  </a:moveTo>
                  <a:cubicBezTo>
                    <a:pt x="316" y="62"/>
                    <a:pt x="362" y="162"/>
                    <a:pt x="362" y="332"/>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2" name="Google Shape;9132;p29"/>
            <p:cNvSpPr/>
            <p:nvPr/>
          </p:nvSpPr>
          <p:spPr>
            <a:xfrm>
              <a:off x="656681" y="202576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3" name="Google Shape;9133;p29"/>
            <p:cNvSpPr/>
            <p:nvPr/>
          </p:nvSpPr>
          <p:spPr>
            <a:xfrm>
              <a:off x="656681" y="2169909"/>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4" name="Google Shape;9134;p29"/>
            <p:cNvSpPr/>
            <p:nvPr/>
          </p:nvSpPr>
          <p:spPr>
            <a:xfrm>
              <a:off x="648454" y="2313220"/>
              <a:ext cx="53414" cy="80955"/>
            </a:xfrm>
            <a:custGeom>
              <a:rect b="b" l="l" r="r" t="t"/>
              <a:pathLst>
                <a:path extrusionOk="0" h="679" w="448">
                  <a:moveTo>
                    <a:pt x="224" y="70"/>
                  </a:moveTo>
                  <a:cubicBezTo>
                    <a:pt x="316" y="70"/>
                    <a:pt x="362" y="170"/>
                    <a:pt x="362" y="340"/>
                  </a:cubicBezTo>
                  <a:cubicBezTo>
                    <a:pt x="362" y="509"/>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5" name="Google Shape;9135;p29"/>
            <p:cNvSpPr/>
            <p:nvPr/>
          </p:nvSpPr>
          <p:spPr>
            <a:xfrm>
              <a:off x="648454" y="2458439"/>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6" name="Google Shape;9136;p29"/>
            <p:cNvSpPr/>
            <p:nvPr/>
          </p:nvSpPr>
          <p:spPr>
            <a:xfrm>
              <a:off x="656681" y="2604493"/>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7" name="Google Shape;9137;p29"/>
            <p:cNvSpPr/>
            <p:nvPr/>
          </p:nvSpPr>
          <p:spPr>
            <a:xfrm>
              <a:off x="648454" y="2747804"/>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8" name="Google Shape;9138;p29"/>
            <p:cNvSpPr/>
            <p:nvPr/>
          </p:nvSpPr>
          <p:spPr>
            <a:xfrm>
              <a:off x="656681" y="2893858"/>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9" name="Google Shape;9139;p29"/>
            <p:cNvSpPr/>
            <p:nvPr/>
          </p:nvSpPr>
          <p:spPr>
            <a:xfrm>
              <a:off x="656681" y="303812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0" name="Google Shape;9140;p29"/>
            <p:cNvSpPr/>
            <p:nvPr/>
          </p:nvSpPr>
          <p:spPr>
            <a:xfrm>
              <a:off x="648454" y="3181315"/>
              <a:ext cx="53414" cy="81075"/>
            </a:xfrm>
            <a:custGeom>
              <a:rect b="b" l="l" r="r" t="t"/>
              <a:pathLst>
                <a:path extrusionOk="0" h="680" w="448">
                  <a:moveTo>
                    <a:pt x="224" y="70"/>
                  </a:moveTo>
                  <a:cubicBezTo>
                    <a:pt x="316" y="70"/>
                    <a:pt x="362" y="170"/>
                    <a:pt x="362" y="340"/>
                  </a:cubicBezTo>
                  <a:cubicBezTo>
                    <a:pt x="362" y="510"/>
                    <a:pt x="316" y="610"/>
                    <a:pt x="224" y="610"/>
                  </a:cubicBezTo>
                  <a:cubicBezTo>
                    <a:pt x="147" y="610"/>
                    <a:pt x="93" y="517"/>
                    <a:pt x="93" y="348"/>
                  </a:cubicBezTo>
                  <a:cubicBezTo>
                    <a:pt x="93" y="170"/>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1" name="Google Shape;9141;p29"/>
            <p:cNvSpPr/>
            <p:nvPr/>
          </p:nvSpPr>
          <p:spPr>
            <a:xfrm>
              <a:off x="648454" y="3326535"/>
              <a:ext cx="53414" cy="80955"/>
            </a:xfrm>
            <a:custGeom>
              <a:rect b="b" l="l" r="r" t="t"/>
              <a:pathLst>
                <a:path extrusionOk="0" h="679" w="448">
                  <a:moveTo>
                    <a:pt x="224" y="70"/>
                  </a:moveTo>
                  <a:cubicBezTo>
                    <a:pt x="316" y="70"/>
                    <a:pt x="362" y="170"/>
                    <a:pt x="362" y="332"/>
                  </a:cubicBezTo>
                  <a:cubicBezTo>
                    <a:pt x="362" y="501"/>
                    <a:pt x="316" y="609"/>
                    <a:pt x="224" y="609"/>
                  </a:cubicBezTo>
                  <a:cubicBezTo>
                    <a:pt x="147" y="609"/>
                    <a:pt x="93" y="509"/>
                    <a:pt x="93" y="339"/>
                  </a:cubicBezTo>
                  <a:cubicBezTo>
                    <a:pt x="93" y="162"/>
                    <a:pt x="147" y="70"/>
                    <a:pt x="224" y="70"/>
                  </a:cubicBezTo>
                  <a:close/>
                  <a:moveTo>
                    <a:pt x="231" y="0"/>
                  </a:moveTo>
                  <a:cubicBezTo>
                    <a:pt x="101"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2" name="Google Shape;9142;p29"/>
            <p:cNvSpPr/>
            <p:nvPr/>
          </p:nvSpPr>
          <p:spPr>
            <a:xfrm>
              <a:off x="648454" y="3470800"/>
              <a:ext cx="53414" cy="80955"/>
            </a:xfrm>
            <a:custGeom>
              <a:rect b="b" l="l" r="r" t="t"/>
              <a:pathLst>
                <a:path extrusionOk="0" h="679" w="448">
                  <a:moveTo>
                    <a:pt x="224" y="69"/>
                  </a:moveTo>
                  <a:cubicBezTo>
                    <a:pt x="316" y="69"/>
                    <a:pt x="362" y="170"/>
                    <a:pt x="362" y="339"/>
                  </a:cubicBezTo>
                  <a:cubicBezTo>
                    <a:pt x="362" y="501"/>
                    <a:pt x="316" y="609"/>
                    <a:pt x="224" y="609"/>
                  </a:cubicBezTo>
                  <a:cubicBezTo>
                    <a:pt x="147" y="609"/>
                    <a:pt x="93" y="516"/>
                    <a:pt x="93" y="347"/>
                  </a:cubicBezTo>
                  <a:cubicBezTo>
                    <a:pt x="93" y="162"/>
                    <a:pt x="147" y="69"/>
                    <a:pt x="224" y="69"/>
                  </a:cubicBezTo>
                  <a:close/>
                  <a:moveTo>
                    <a:pt x="231" y="0"/>
                  </a:moveTo>
                  <a:cubicBezTo>
                    <a:pt x="101"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3" name="Google Shape;9143;p29"/>
            <p:cNvSpPr/>
            <p:nvPr/>
          </p:nvSpPr>
          <p:spPr>
            <a:xfrm>
              <a:off x="656681" y="3616853"/>
              <a:ext cx="26826" cy="78094"/>
            </a:xfrm>
            <a:custGeom>
              <a:rect b="b" l="l" r="r" t="t"/>
              <a:pathLst>
                <a:path extrusionOk="0" h="655" w="225">
                  <a:moveTo>
                    <a:pt x="147" y="0"/>
                  </a:moveTo>
                  <a:lnTo>
                    <a:pt x="1" y="77"/>
                  </a:lnTo>
                  <a:lnTo>
                    <a:pt x="16" y="146"/>
                  </a:lnTo>
                  <a:lnTo>
                    <a:pt x="132"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4" name="Google Shape;9144;p29"/>
            <p:cNvSpPr/>
            <p:nvPr/>
          </p:nvSpPr>
          <p:spPr>
            <a:xfrm>
              <a:off x="2807660"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5" name="Google Shape;9145;p29"/>
            <p:cNvSpPr/>
            <p:nvPr/>
          </p:nvSpPr>
          <p:spPr>
            <a:xfrm>
              <a:off x="2807660"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6" name="Google Shape;9146;p29"/>
            <p:cNvSpPr/>
            <p:nvPr/>
          </p:nvSpPr>
          <p:spPr>
            <a:xfrm>
              <a:off x="2807660"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7" name="Google Shape;9147;p29"/>
            <p:cNvSpPr/>
            <p:nvPr/>
          </p:nvSpPr>
          <p:spPr>
            <a:xfrm>
              <a:off x="33443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8" name="Google Shape;9148;p29"/>
            <p:cNvSpPr/>
            <p:nvPr/>
          </p:nvSpPr>
          <p:spPr>
            <a:xfrm>
              <a:off x="33443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9" name="Google Shape;9149;p29"/>
            <p:cNvSpPr/>
            <p:nvPr/>
          </p:nvSpPr>
          <p:spPr>
            <a:xfrm>
              <a:off x="33443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0" name="Google Shape;9150;p29"/>
            <p:cNvSpPr/>
            <p:nvPr/>
          </p:nvSpPr>
          <p:spPr>
            <a:xfrm>
              <a:off x="5494506"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1" name="Google Shape;9151;p29"/>
            <p:cNvSpPr/>
            <p:nvPr/>
          </p:nvSpPr>
          <p:spPr>
            <a:xfrm>
              <a:off x="5494506"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2" name="Google Shape;9152;p29"/>
            <p:cNvSpPr/>
            <p:nvPr/>
          </p:nvSpPr>
          <p:spPr>
            <a:xfrm>
              <a:off x="5494506"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3" name="Google Shape;9153;p29"/>
            <p:cNvSpPr/>
            <p:nvPr/>
          </p:nvSpPr>
          <p:spPr>
            <a:xfrm>
              <a:off x="5494506"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4" name="Google Shape;9154;p29"/>
            <p:cNvSpPr/>
            <p:nvPr/>
          </p:nvSpPr>
          <p:spPr>
            <a:xfrm>
              <a:off x="5486279"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1" y="1"/>
                  </a:moveTo>
                  <a:cubicBezTo>
                    <a:pt x="93" y="1"/>
                    <a:pt x="0" y="124"/>
                    <a:pt x="0" y="340"/>
                  </a:cubicBezTo>
                  <a:cubicBezTo>
                    <a:pt x="0" y="563"/>
                    <a:pt x="85" y="679"/>
                    <a:pt x="216" y="679"/>
                  </a:cubicBezTo>
                  <a:cubicBezTo>
                    <a:pt x="362" y="679"/>
                    <a:pt x="447" y="556"/>
                    <a:pt x="447" y="332"/>
                  </a:cubicBezTo>
                  <a:cubicBezTo>
                    <a:pt x="447" y="124"/>
                    <a:pt x="362"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5" name="Google Shape;9155;p29"/>
            <p:cNvSpPr/>
            <p:nvPr/>
          </p:nvSpPr>
          <p:spPr>
            <a:xfrm>
              <a:off x="6032161"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6" name="Google Shape;9156;p29"/>
            <p:cNvSpPr/>
            <p:nvPr/>
          </p:nvSpPr>
          <p:spPr>
            <a:xfrm>
              <a:off x="6032161"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7" name="Google Shape;9157;p29"/>
            <p:cNvSpPr/>
            <p:nvPr/>
          </p:nvSpPr>
          <p:spPr>
            <a:xfrm>
              <a:off x="6032161"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8" name="Google Shape;9158;p29"/>
            <p:cNvSpPr/>
            <p:nvPr/>
          </p:nvSpPr>
          <p:spPr>
            <a:xfrm>
              <a:off x="6032161"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9" name="Google Shape;9159;p29"/>
            <p:cNvSpPr/>
            <p:nvPr/>
          </p:nvSpPr>
          <p:spPr>
            <a:xfrm>
              <a:off x="6023935"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32" y="1"/>
                  </a:moveTo>
                  <a:cubicBezTo>
                    <a:pt x="93" y="1"/>
                    <a:pt x="1" y="124"/>
                    <a:pt x="1" y="340"/>
                  </a:cubicBezTo>
                  <a:cubicBezTo>
                    <a:pt x="1" y="563"/>
                    <a:pt x="85" y="679"/>
                    <a:pt x="216" y="679"/>
                  </a:cubicBezTo>
                  <a:cubicBezTo>
                    <a:pt x="363" y="679"/>
                    <a:pt x="447" y="556"/>
                    <a:pt x="447" y="332"/>
                  </a:cubicBezTo>
                  <a:cubicBezTo>
                    <a:pt x="447" y="124"/>
                    <a:pt x="363" y="1"/>
                    <a:pt x="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0" name="Google Shape;9160;p29"/>
            <p:cNvSpPr/>
            <p:nvPr/>
          </p:nvSpPr>
          <p:spPr>
            <a:xfrm>
              <a:off x="7107830"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1" name="Google Shape;9161;p29"/>
            <p:cNvSpPr/>
            <p:nvPr/>
          </p:nvSpPr>
          <p:spPr>
            <a:xfrm>
              <a:off x="7107830"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2" name="Google Shape;9162;p29"/>
            <p:cNvSpPr/>
            <p:nvPr/>
          </p:nvSpPr>
          <p:spPr>
            <a:xfrm>
              <a:off x="7107830"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3" name="Google Shape;9163;p29"/>
            <p:cNvSpPr/>
            <p:nvPr/>
          </p:nvSpPr>
          <p:spPr>
            <a:xfrm>
              <a:off x="7107830"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4" name="Google Shape;9164;p29"/>
            <p:cNvSpPr/>
            <p:nvPr/>
          </p:nvSpPr>
          <p:spPr>
            <a:xfrm>
              <a:off x="791425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5" name="Google Shape;9165;p29"/>
            <p:cNvSpPr/>
            <p:nvPr/>
          </p:nvSpPr>
          <p:spPr>
            <a:xfrm>
              <a:off x="791425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6" name="Google Shape;9166;p29"/>
            <p:cNvSpPr/>
            <p:nvPr/>
          </p:nvSpPr>
          <p:spPr>
            <a:xfrm>
              <a:off x="7914253"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7" name="Google Shape;9167;p29"/>
            <p:cNvSpPr/>
            <p:nvPr/>
          </p:nvSpPr>
          <p:spPr>
            <a:xfrm>
              <a:off x="8988014"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8" name="Google Shape;9168;p29"/>
            <p:cNvSpPr/>
            <p:nvPr/>
          </p:nvSpPr>
          <p:spPr>
            <a:xfrm>
              <a:off x="8988014"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9" name="Google Shape;9169;p29"/>
            <p:cNvSpPr/>
            <p:nvPr/>
          </p:nvSpPr>
          <p:spPr>
            <a:xfrm>
              <a:off x="8988014"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0" name="Google Shape;9170;p29"/>
            <p:cNvSpPr/>
            <p:nvPr/>
          </p:nvSpPr>
          <p:spPr>
            <a:xfrm>
              <a:off x="4419911"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1" name="Google Shape;9171;p29"/>
            <p:cNvSpPr/>
            <p:nvPr/>
          </p:nvSpPr>
          <p:spPr>
            <a:xfrm>
              <a:off x="4419911"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2" name="Google Shape;9172;p29"/>
            <p:cNvSpPr/>
            <p:nvPr/>
          </p:nvSpPr>
          <p:spPr>
            <a:xfrm>
              <a:off x="4419911"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3" name="Google Shape;9173;p29"/>
            <p:cNvSpPr/>
            <p:nvPr/>
          </p:nvSpPr>
          <p:spPr>
            <a:xfrm>
              <a:off x="6838823"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4" name="Google Shape;9174;p29"/>
            <p:cNvSpPr/>
            <p:nvPr/>
          </p:nvSpPr>
          <p:spPr>
            <a:xfrm>
              <a:off x="6838823"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5" name="Google Shape;9175;p29"/>
            <p:cNvSpPr/>
            <p:nvPr/>
          </p:nvSpPr>
          <p:spPr>
            <a:xfrm>
              <a:off x="6838823"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6" name="Google Shape;9176;p29"/>
            <p:cNvSpPr/>
            <p:nvPr/>
          </p:nvSpPr>
          <p:spPr>
            <a:xfrm>
              <a:off x="6830597"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7" name="Google Shape;9177;p29"/>
            <p:cNvSpPr/>
            <p:nvPr/>
          </p:nvSpPr>
          <p:spPr>
            <a:xfrm>
              <a:off x="4688917" y="206"/>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8" name="Google Shape;9178;p29"/>
            <p:cNvSpPr/>
            <p:nvPr/>
          </p:nvSpPr>
          <p:spPr>
            <a:xfrm>
              <a:off x="4688917" y="144353"/>
              <a:ext cx="25753" cy="78213"/>
            </a:xfrm>
            <a:custGeom>
              <a:rect b="b" l="l" r="r" t="t"/>
              <a:pathLst>
                <a:path extrusionOk="0" h="656" w="216">
                  <a:moveTo>
                    <a:pt x="139" y="1"/>
                  </a:moveTo>
                  <a:lnTo>
                    <a:pt x="0" y="78"/>
                  </a:lnTo>
                  <a:lnTo>
                    <a:pt x="16" y="147"/>
                  </a:lnTo>
                  <a:lnTo>
                    <a:pt x="131" y="86"/>
                  </a:lnTo>
                  <a:lnTo>
                    <a:pt x="131"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9" name="Google Shape;9179;p29"/>
            <p:cNvSpPr/>
            <p:nvPr/>
          </p:nvSpPr>
          <p:spPr>
            <a:xfrm>
              <a:off x="4688917" y="289572"/>
              <a:ext cx="25753" cy="78213"/>
            </a:xfrm>
            <a:custGeom>
              <a:rect b="b" l="l" r="r" t="t"/>
              <a:pathLst>
                <a:path extrusionOk="0" h="656" w="216">
                  <a:moveTo>
                    <a:pt x="139" y="0"/>
                  </a:moveTo>
                  <a:lnTo>
                    <a:pt x="0" y="77"/>
                  </a:lnTo>
                  <a:lnTo>
                    <a:pt x="16" y="139"/>
                  </a:lnTo>
                  <a:lnTo>
                    <a:pt x="131" y="77"/>
                  </a:lnTo>
                  <a:lnTo>
                    <a:pt x="131"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0" name="Google Shape;9180;p29"/>
            <p:cNvSpPr/>
            <p:nvPr/>
          </p:nvSpPr>
          <p:spPr>
            <a:xfrm>
              <a:off x="4680571" y="432883"/>
              <a:ext cx="53414" cy="80955"/>
            </a:xfrm>
            <a:custGeom>
              <a:rect b="b" l="l" r="r" t="t"/>
              <a:pathLst>
                <a:path extrusionOk="0" h="679" w="448">
                  <a:moveTo>
                    <a:pt x="224" y="70"/>
                  </a:moveTo>
                  <a:cubicBezTo>
                    <a:pt x="317" y="70"/>
                    <a:pt x="355" y="162"/>
                    <a:pt x="355" y="331"/>
                  </a:cubicBezTo>
                  <a:cubicBezTo>
                    <a:pt x="355" y="501"/>
                    <a:pt x="309" y="609"/>
                    <a:pt x="224" y="609"/>
                  </a:cubicBezTo>
                  <a:cubicBezTo>
                    <a:pt x="140" y="609"/>
                    <a:pt x="86" y="509"/>
                    <a:pt x="86" y="339"/>
                  </a:cubicBezTo>
                  <a:cubicBezTo>
                    <a:pt x="86" y="162"/>
                    <a:pt x="147" y="70"/>
                    <a:pt x="224" y="70"/>
                  </a:cubicBezTo>
                  <a:close/>
                  <a:moveTo>
                    <a:pt x="224" y="0"/>
                  </a:moveTo>
                  <a:cubicBezTo>
                    <a:pt x="93" y="0"/>
                    <a:pt x="1" y="116"/>
                    <a:pt x="1" y="339"/>
                  </a:cubicBezTo>
                  <a:cubicBezTo>
                    <a:pt x="1" y="555"/>
                    <a:pt x="86" y="678"/>
                    <a:pt x="217" y="678"/>
                  </a:cubicBezTo>
                  <a:cubicBezTo>
                    <a:pt x="363" y="678"/>
                    <a:pt x="448" y="555"/>
                    <a:pt x="448" y="331"/>
                  </a:cubicBezTo>
                  <a:cubicBezTo>
                    <a:pt x="448" y="123"/>
                    <a:pt x="363"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1" name="Google Shape;9181;p29"/>
            <p:cNvSpPr/>
            <p:nvPr/>
          </p:nvSpPr>
          <p:spPr>
            <a:xfrm>
              <a:off x="5763393" y="206"/>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2" name="Google Shape;9182;p29"/>
            <p:cNvSpPr/>
            <p:nvPr/>
          </p:nvSpPr>
          <p:spPr>
            <a:xfrm>
              <a:off x="5763393" y="144353"/>
              <a:ext cx="26707" cy="78213"/>
            </a:xfrm>
            <a:custGeom>
              <a:rect b="b" l="l" r="r" t="t"/>
              <a:pathLst>
                <a:path extrusionOk="0" h="656" w="224">
                  <a:moveTo>
                    <a:pt x="147" y="1"/>
                  </a:moveTo>
                  <a:lnTo>
                    <a:pt x="0" y="78"/>
                  </a:lnTo>
                  <a:lnTo>
                    <a:pt x="24"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3" name="Google Shape;9183;p29"/>
            <p:cNvSpPr/>
            <p:nvPr/>
          </p:nvSpPr>
          <p:spPr>
            <a:xfrm>
              <a:off x="5763393" y="289572"/>
              <a:ext cx="26707" cy="78213"/>
            </a:xfrm>
            <a:custGeom>
              <a:rect b="b" l="l" r="r" t="t"/>
              <a:pathLst>
                <a:path extrusionOk="0" h="656" w="224">
                  <a:moveTo>
                    <a:pt x="147" y="0"/>
                  </a:moveTo>
                  <a:lnTo>
                    <a:pt x="0" y="77"/>
                  </a:lnTo>
                  <a:lnTo>
                    <a:pt x="24"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4" name="Google Shape;9184;p29"/>
            <p:cNvSpPr/>
            <p:nvPr/>
          </p:nvSpPr>
          <p:spPr>
            <a:xfrm>
              <a:off x="5755167" y="432883"/>
              <a:ext cx="53295" cy="80955"/>
            </a:xfrm>
            <a:custGeom>
              <a:rect b="b" l="l" r="r" t="t"/>
              <a:pathLst>
                <a:path extrusionOk="0" h="679" w="447">
                  <a:moveTo>
                    <a:pt x="224" y="70"/>
                  </a:moveTo>
                  <a:cubicBezTo>
                    <a:pt x="316" y="70"/>
                    <a:pt x="362" y="162"/>
                    <a:pt x="362" y="331"/>
                  </a:cubicBezTo>
                  <a:cubicBezTo>
                    <a:pt x="362" y="501"/>
                    <a:pt x="316" y="609"/>
                    <a:pt x="224" y="609"/>
                  </a:cubicBezTo>
                  <a:cubicBezTo>
                    <a:pt x="147" y="609"/>
                    <a:pt x="93" y="509"/>
                    <a:pt x="93" y="339"/>
                  </a:cubicBezTo>
                  <a:cubicBezTo>
                    <a:pt x="93" y="162"/>
                    <a:pt x="147" y="70"/>
                    <a:pt x="224" y="70"/>
                  </a:cubicBezTo>
                  <a:close/>
                  <a:moveTo>
                    <a:pt x="231" y="0"/>
                  </a:moveTo>
                  <a:cubicBezTo>
                    <a:pt x="100" y="0"/>
                    <a:pt x="0" y="116"/>
                    <a:pt x="0" y="339"/>
                  </a:cubicBezTo>
                  <a:cubicBezTo>
                    <a:pt x="8" y="555"/>
                    <a:pt x="93" y="678"/>
                    <a:pt x="224" y="678"/>
                  </a:cubicBezTo>
                  <a:cubicBezTo>
                    <a:pt x="370"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5" name="Google Shape;9185;p29"/>
            <p:cNvSpPr/>
            <p:nvPr/>
          </p:nvSpPr>
          <p:spPr>
            <a:xfrm>
              <a:off x="73765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6" name="Google Shape;9186;p29"/>
            <p:cNvSpPr/>
            <p:nvPr/>
          </p:nvSpPr>
          <p:spPr>
            <a:xfrm>
              <a:off x="73765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7" name="Google Shape;9187;p29"/>
            <p:cNvSpPr/>
            <p:nvPr/>
          </p:nvSpPr>
          <p:spPr>
            <a:xfrm>
              <a:off x="73765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8" name="Google Shape;9188;p29"/>
            <p:cNvSpPr/>
            <p:nvPr/>
          </p:nvSpPr>
          <p:spPr>
            <a:xfrm>
              <a:off x="3075593"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9" name="Google Shape;9189;p29"/>
            <p:cNvSpPr/>
            <p:nvPr/>
          </p:nvSpPr>
          <p:spPr>
            <a:xfrm>
              <a:off x="3075593"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0" name="Google Shape;9190;p29"/>
            <p:cNvSpPr/>
            <p:nvPr/>
          </p:nvSpPr>
          <p:spPr>
            <a:xfrm>
              <a:off x="3075593"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1" name="Google Shape;9191;p29"/>
            <p:cNvSpPr/>
            <p:nvPr/>
          </p:nvSpPr>
          <p:spPr>
            <a:xfrm>
              <a:off x="3075593"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2" name="Google Shape;9192;p29"/>
            <p:cNvSpPr/>
            <p:nvPr/>
          </p:nvSpPr>
          <p:spPr>
            <a:xfrm>
              <a:off x="36132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3" name="Google Shape;9193;p29"/>
            <p:cNvSpPr/>
            <p:nvPr/>
          </p:nvSpPr>
          <p:spPr>
            <a:xfrm>
              <a:off x="36132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4" name="Google Shape;9194;p29"/>
            <p:cNvSpPr/>
            <p:nvPr/>
          </p:nvSpPr>
          <p:spPr>
            <a:xfrm>
              <a:off x="36132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5" name="Google Shape;9195;p29"/>
            <p:cNvSpPr/>
            <p:nvPr/>
          </p:nvSpPr>
          <p:spPr>
            <a:xfrm>
              <a:off x="361324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6" name="Google Shape;9196;p29"/>
            <p:cNvSpPr/>
            <p:nvPr/>
          </p:nvSpPr>
          <p:spPr>
            <a:xfrm>
              <a:off x="415102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7" name="Google Shape;9197;p29"/>
            <p:cNvSpPr/>
            <p:nvPr/>
          </p:nvSpPr>
          <p:spPr>
            <a:xfrm>
              <a:off x="415102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8" name="Google Shape;9198;p29"/>
            <p:cNvSpPr/>
            <p:nvPr/>
          </p:nvSpPr>
          <p:spPr>
            <a:xfrm>
              <a:off x="415102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9" name="Google Shape;9199;p29"/>
            <p:cNvSpPr/>
            <p:nvPr/>
          </p:nvSpPr>
          <p:spPr>
            <a:xfrm>
              <a:off x="415102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0" name="Google Shape;9200;p29"/>
            <p:cNvSpPr/>
            <p:nvPr/>
          </p:nvSpPr>
          <p:spPr>
            <a:xfrm>
              <a:off x="5225738" y="206"/>
              <a:ext cx="25872" cy="78213"/>
            </a:xfrm>
            <a:custGeom>
              <a:rect b="b" l="l" r="r" t="t"/>
              <a:pathLst>
                <a:path extrusionOk="0" h="656" w="217">
                  <a:moveTo>
                    <a:pt x="139" y="0"/>
                  </a:moveTo>
                  <a:lnTo>
                    <a:pt x="0" y="77"/>
                  </a:lnTo>
                  <a:lnTo>
                    <a:pt x="16" y="139"/>
                  </a:lnTo>
                  <a:lnTo>
                    <a:pt x="131" y="77"/>
                  </a:lnTo>
                  <a:lnTo>
                    <a:pt x="131"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1" name="Google Shape;9201;p29"/>
            <p:cNvSpPr/>
            <p:nvPr/>
          </p:nvSpPr>
          <p:spPr>
            <a:xfrm>
              <a:off x="5225738" y="144353"/>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2" name="Google Shape;9202;p29"/>
            <p:cNvSpPr/>
            <p:nvPr/>
          </p:nvSpPr>
          <p:spPr>
            <a:xfrm>
              <a:off x="5225738" y="288618"/>
              <a:ext cx="25872" cy="79167"/>
            </a:xfrm>
            <a:custGeom>
              <a:rect b="b" l="l" r="r" t="t"/>
              <a:pathLst>
                <a:path extrusionOk="0" h="664" w="217">
                  <a:moveTo>
                    <a:pt x="139" y="0"/>
                  </a:moveTo>
                  <a:lnTo>
                    <a:pt x="0" y="85"/>
                  </a:lnTo>
                  <a:lnTo>
                    <a:pt x="16" y="147"/>
                  </a:lnTo>
                  <a:lnTo>
                    <a:pt x="131" y="85"/>
                  </a:lnTo>
                  <a:lnTo>
                    <a:pt x="131"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3" name="Google Shape;9203;p29"/>
            <p:cNvSpPr/>
            <p:nvPr/>
          </p:nvSpPr>
          <p:spPr>
            <a:xfrm>
              <a:off x="5225738" y="433718"/>
              <a:ext cx="25872" cy="78213"/>
            </a:xfrm>
            <a:custGeom>
              <a:rect b="b" l="l" r="r" t="t"/>
              <a:pathLst>
                <a:path extrusionOk="0" h="656" w="217">
                  <a:moveTo>
                    <a:pt x="139" y="1"/>
                  </a:moveTo>
                  <a:lnTo>
                    <a:pt x="0" y="78"/>
                  </a:lnTo>
                  <a:lnTo>
                    <a:pt x="16" y="147"/>
                  </a:lnTo>
                  <a:lnTo>
                    <a:pt x="131" y="86"/>
                  </a:lnTo>
                  <a:lnTo>
                    <a:pt x="131"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4" name="Google Shape;9204;p29"/>
            <p:cNvSpPr/>
            <p:nvPr/>
          </p:nvSpPr>
          <p:spPr>
            <a:xfrm>
              <a:off x="630104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5" name="Google Shape;9205;p29"/>
            <p:cNvSpPr/>
            <p:nvPr/>
          </p:nvSpPr>
          <p:spPr>
            <a:xfrm>
              <a:off x="630104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6" name="Google Shape;9206;p29"/>
            <p:cNvSpPr/>
            <p:nvPr/>
          </p:nvSpPr>
          <p:spPr>
            <a:xfrm>
              <a:off x="630104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7" name="Google Shape;9207;p29"/>
            <p:cNvSpPr/>
            <p:nvPr/>
          </p:nvSpPr>
          <p:spPr>
            <a:xfrm>
              <a:off x="8182306"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8" name="Google Shape;9208;p29"/>
            <p:cNvSpPr/>
            <p:nvPr/>
          </p:nvSpPr>
          <p:spPr>
            <a:xfrm>
              <a:off x="8182306"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9" name="Google Shape;9209;p29"/>
            <p:cNvSpPr/>
            <p:nvPr/>
          </p:nvSpPr>
          <p:spPr>
            <a:xfrm>
              <a:off x="2538773"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0" name="Google Shape;9210;p29"/>
            <p:cNvSpPr/>
            <p:nvPr/>
          </p:nvSpPr>
          <p:spPr>
            <a:xfrm>
              <a:off x="2538773"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4">
    <p:spTree>
      <p:nvGrpSpPr>
        <p:cNvPr id="9211" name="Shape 9211"/>
        <p:cNvGrpSpPr/>
        <p:nvPr/>
      </p:nvGrpSpPr>
      <p:grpSpPr>
        <a:xfrm>
          <a:off x="0" y="0"/>
          <a:ext cx="0" cy="0"/>
          <a:chOff x="0" y="0"/>
          <a:chExt cx="0" cy="0"/>
        </a:xfrm>
      </p:grpSpPr>
      <p:grpSp>
        <p:nvGrpSpPr>
          <p:cNvPr id="9212" name="Google Shape;9212;p30"/>
          <p:cNvGrpSpPr/>
          <p:nvPr/>
        </p:nvGrpSpPr>
        <p:grpSpPr>
          <a:xfrm>
            <a:off x="189" y="52"/>
            <a:ext cx="9144013" cy="5143533"/>
            <a:chOff x="4088025" y="1324225"/>
            <a:chExt cx="1348575" cy="1101800"/>
          </a:xfrm>
        </p:grpSpPr>
        <p:sp>
          <p:nvSpPr>
            <p:cNvPr id="9213" name="Google Shape;9213;p30"/>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4" name="Google Shape;9214;p30"/>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5" name="Google Shape;9215;p30"/>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6" name="Google Shape;9216;p30"/>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7" name="Google Shape;9217;p30"/>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8" name="Google Shape;9218;p30"/>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9" name="Google Shape;9219;p30"/>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0" name="Google Shape;9220;p30"/>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1" name="Google Shape;9221;p30"/>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2" name="Google Shape;9222;p30"/>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3" name="Google Shape;9223;p30"/>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4" name="Google Shape;9224;p30"/>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5" name="Google Shape;9225;p30"/>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6" name="Google Shape;9226;p30"/>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7" name="Google Shape;9227;p30"/>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8" name="Google Shape;9228;p30"/>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9" name="Google Shape;9229;p30"/>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0" name="Google Shape;9230;p30"/>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1" name="Google Shape;9231;p30"/>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2" name="Google Shape;9232;p30"/>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3" name="Google Shape;9233;p30"/>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4" name="Google Shape;9234;p30"/>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5" name="Google Shape;9235;p30"/>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6" name="Google Shape;9236;p30"/>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7" name="Google Shape;9237;p30"/>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8" name="Google Shape;9238;p30"/>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9" name="Google Shape;9239;p30"/>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0" name="Google Shape;9240;p30"/>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1" name="Google Shape;9241;p30"/>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2" name="Google Shape;9242;p30"/>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3" name="Google Shape;9243;p30"/>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4" name="Google Shape;9244;p30"/>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5" name="Google Shape;9245;p30"/>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6" name="Google Shape;9246;p30"/>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7" name="Google Shape;9247;p30"/>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8" name="Google Shape;9248;p30"/>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9" name="Google Shape;9249;p30"/>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0" name="Google Shape;9250;p30"/>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1" name="Google Shape;9251;p30"/>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2" name="Google Shape;9252;p30"/>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3" name="Google Shape;9253;p30"/>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4" name="Google Shape;9254;p30"/>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5" name="Google Shape;9255;p30"/>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6" name="Google Shape;9256;p30"/>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7" name="Google Shape;9257;p30"/>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8" name="Google Shape;9258;p30"/>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9" name="Google Shape;9259;p30"/>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0" name="Google Shape;9260;p30"/>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1" name="Google Shape;9261;p30"/>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2" name="Google Shape;9262;p30"/>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rgbClr val="3D4D52">
                <a:alpha val="326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3" name="Google Shape;9263;p30"/>
          <p:cNvGrpSpPr/>
          <p:nvPr/>
        </p:nvGrpSpPr>
        <p:grpSpPr>
          <a:xfrm>
            <a:off x="110918" y="206"/>
            <a:ext cx="8922164" cy="5143474"/>
            <a:chOff x="110918" y="206"/>
            <a:chExt cx="8922164" cy="5143474"/>
          </a:xfrm>
        </p:grpSpPr>
        <p:sp>
          <p:nvSpPr>
            <p:cNvPr id="9264" name="Google Shape;9264;p30"/>
            <p:cNvSpPr/>
            <p:nvPr/>
          </p:nvSpPr>
          <p:spPr>
            <a:xfrm>
              <a:off x="665978" y="206"/>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5" name="Google Shape;9265;p30"/>
            <p:cNvSpPr/>
            <p:nvPr/>
          </p:nvSpPr>
          <p:spPr>
            <a:xfrm>
              <a:off x="665978" y="14435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6" name="Google Shape;9266;p30"/>
            <p:cNvSpPr/>
            <p:nvPr/>
          </p:nvSpPr>
          <p:spPr>
            <a:xfrm>
              <a:off x="665978" y="28957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7" name="Google Shape;9267;p30"/>
            <p:cNvSpPr/>
            <p:nvPr/>
          </p:nvSpPr>
          <p:spPr>
            <a:xfrm>
              <a:off x="657752" y="432883"/>
              <a:ext cx="53295" cy="80955"/>
            </a:xfrm>
            <a:custGeom>
              <a:rect b="b" l="l" r="r" t="t"/>
              <a:pathLst>
                <a:path extrusionOk="0" h="679" w="447">
                  <a:moveTo>
                    <a:pt x="223" y="70"/>
                  </a:moveTo>
                  <a:cubicBezTo>
                    <a:pt x="316" y="70"/>
                    <a:pt x="362" y="162"/>
                    <a:pt x="362" y="331"/>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1"/>
                  </a:cubicBezTo>
                  <a:cubicBezTo>
                    <a:pt x="447" y="123"/>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8" name="Google Shape;9268;p30"/>
            <p:cNvSpPr/>
            <p:nvPr/>
          </p:nvSpPr>
          <p:spPr>
            <a:xfrm>
              <a:off x="657752" y="57702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9" name="Google Shape;9269;p30"/>
            <p:cNvSpPr/>
            <p:nvPr/>
          </p:nvSpPr>
          <p:spPr>
            <a:xfrm>
              <a:off x="665978" y="723083"/>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0" name="Google Shape;9270;p30"/>
            <p:cNvSpPr/>
            <p:nvPr/>
          </p:nvSpPr>
          <p:spPr>
            <a:xfrm>
              <a:off x="657752" y="866394"/>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1" name="Google Shape;9271;p30"/>
            <p:cNvSpPr/>
            <p:nvPr/>
          </p:nvSpPr>
          <p:spPr>
            <a:xfrm>
              <a:off x="665978" y="101244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2" name="Google Shape;9272;p30"/>
            <p:cNvSpPr/>
            <p:nvPr/>
          </p:nvSpPr>
          <p:spPr>
            <a:xfrm>
              <a:off x="657752" y="1155759"/>
              <a:ext cx="53295" cy="80955"/>
            </a:xfrm>
            <a:custGeom>
              <a:rect b="b" l="l" r="r" t="t"/>
              <a:pathLst>
                <a:path extrusionOk="0" h="679" w="447">
                  <a:moveTo>
                    <a:pt x="223" y="70"/>
                  </a:moveTo>
                  <a:cubicBezTo>
                    <a:pt x="316" y="70"/>
                    <a:pt x="362" y="170"/>
                    <a:pt x="362" y="340"/>
                  </a:cubicBezTo>
                  <a:cubicBezTo>
                    <a:pt x="362" y="509"/>
                    <a:pt x="316" y="610"/>
                    <a:pt x="223" y="610"/>
                  </a:cubicBezTo>
                  <a:cubicBezTo>
                    <a:pt x="146" y="610"/>
                    <a:pt x="92" y="517"/>
                    <a:pt x="92" y="348"/>
                  </a:cubicBezTo>
                  <a:cubicBezTo>
                    <a:pt x="92" y="163"/>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3" name="Google Shape;9273;p30"/>
            <p:cNvSpPr/>
            <p:nvPr/>
          </p:nvSpPr>
          <p:spPr>
            <a:xfrm>
              <a:off x="657752" y="1300979"/>
              <a:ext cx="53295" cy="80955"/>
            </a:xfrm>
            <a:custGeom>
              <a:rect b="b" l="l" r="r" t="t"/>
              <a:pathLst>
                <a:path extrusionOk="0" h="679" w="447">
                  <a:moveTo>
                    <a:pt x="223" y="70"/>
                  </a:moveTo>
                  <a:cubicBezTo>
                    <a:pt x="316" y="70"/>
                    <a:pt x="362" y="170"/>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4" name="Google Shape;9274;p30"/>
            <p:cNvSpPr/>
            <p:nvPr/>
          </p:nvSpPr>
          <p:spPr>
            <a:xfrm>
              <a:off x="665978" y="144703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5" name="Google Shape;9275;p30"/>
            <p:cNvSpPr/>
            <p:nvPr/>
          </p:nvSpPr>
          <p:spPr>
            <a:xfrm>
              <a:off x="665978" y="1591178"/>
              <a:ext cx="26707" cy="78213"/>
            </a:xfrm>
            <a:custGeom>
              <a:rect b="b" l="l" r="r" t="t"/>
              <a:pathLst>
                <a:path extrusionOk="0" h="656" w="224">
                  <a:moveTo>
                    <a:pt x="147" y="1"/>
                  </a:moveTo>
                  <a:lnTo>
                    <a:pt x="0" y="78"/>
                  </a:lnTo>
                  <a:lnTo>
                    <a:pt x="23" y="147"/>
                  </a:lnTo>
                  <a:lnTo>
                    <a:pt x="131"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6" name="Google Shape;9276;p30"/>
            <p:cNvSpPr/>
            <p:nvPr/>
          </p:nvSpPr>
          <p:spPr>
            <a:xfrm>
              <a:off x="665978" y="1736397"/>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7" name="Google Shape;9277;p30"/>
            <p:cNvSpPr/>
            <p:nvPr/>
          </p:nvSpPr>
          <p:spPr>
            <a:xfrm>
              <a:off x="657752" y="1879709"/>
              <a:ext cx="53295" cy="80955"/>
            </a:xfrm>
            <a:custGeom>
              <a:rect b="b" l="l" r="r" t="t"/>
              <a:pathLst>
                <a:path extrusionOk="0" h="679" w="447">
                  <a:moveTo>
                    <a:pt x="223" y="70"/>
                  </a:moveTo>
                  <a:cubicBezTo>
                    <a:pt x="316" y="70"/>
                    <a:pt x="362" y="162"/>
                    <a:pt x="362" y="332"/>
                  </a:cubicBezTo>
                  <a:cubicBezTo>
                    <a:pt x="362" y="501"/>
                    <a:pt x="316" y="609"/>
                    <a:pt x="223" y="609"/>
                  </a:cubicBezTo>
                  <a:cubicBezTo>
                    <a:pt x="146" y="609"/>
                    <a:pt x="92" y="509"/>
                    <a:pt x="92" y="339"/>
                  </a:cubicBezTo>
                  <a:cubicBezTo>
                    <a:pt x="92" y="162"/>
                    <a:pt x="146" y="70"/>
                    <a:pt x="223" y="70"/>
                  </a:cubicBezTo>
                  <a:close/>
                  <a:moveTo>
                    <a:pt x="231" y="0"/>
                  </a:moveTo>
                  <a:cubicBezTo>
                    <a:pt x="100" y="0"/>
                    <a:pt x="0" y="116"/>
                    <a:pt x="0" y="339"/>
                  </a:cubicBezTo>
                  <a:cubicBezTo>
                    <a:pt x="8" y="555"/>
                    <a:pt x="92" y="678"/>
                    <a:pt x="223" y="678"/>
                  </a:cubicBezTo>
                  <a:cubicBezTo>
                    <a:pt x="362" y="678"/>
                    <a:pt x="447" y="555"/>
                    <a:pt x="447" y="332"/>
                  </a:cubicBezTo>
                  <a:cubicBezTo>
                    <a:pt x="447" y="124"/>
                    <a:pt x="362" y="0"/>
                    <a:pt x="231"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8" name="Google Shape;9278;p30"/>
            <p:cNvSpPr/>
            <p:nvPr/>
          </p:nvSpPr>
          <p:spPr>
            <a:xfrm>
              <a:off x="665978" y="2025762"/>
              <a:ext cx="26707" cy="78213"/>
            </a:xfrm>
            <a:custGeom>
              <a:rect b="b" l="l" r="r" t="t"/>
              <a:pathLst>
                <a:path extrusionOk="0" h="656" w="224">
                  <a:moveTo>
                    <a:pt x="147" y="0"/>
                  </a:moveTo>
                  <a:lnTo>
                    <a:pt x="0" y="77"/>
                  </a:lnTo>
                  <a:lnTo>
                    <a:pt x="23" y="139"/>
                  </a:lnTo>
                  <a:lnTo>
                    <a:pt x="131"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9" name="Google Shape;9279;p30"/>
            <p:cNvSpPr/>
            <p:nvPr/>
          </p:nvSpPr>
          <p:spPr>
            <a:xfrm>
              <a:off x="665978" y="2170028"/>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0" name="Google Shape;9280;p30"/>
            <p:cNvSpPr/>
            <p:nvPr/>
          </p:nvSpPr>
          <p:spPr>
            <a:xfrm>
              <a:off x="657752" y="2313220"/>
              <a:ext cx="53295" cy="80955"/>
            </a:xfrm>
            <a:custGeom>
              <a:rect b="b" l="l" r="r" t="t"/>
              <a:pathLst>
                <a:path extrusionOk="0" h="679" w="447">
                  <a:moveTo>
                    <a:pt x="223" y="70"/>
                  </a:moveTo>
                  <a:cubicBezTo>
                    <a:pt x="316" y="70"/>
                    <a:pt x="362" y="170"/>
                    <a:pt x="362" y="340"/>
                  </a:cubicBezTo>
                  <a:cubicBezTo>
                    <a:pt x="362" y="509"/>
                    <a:pt x="316" y="617"/>
                    <a:pt x="223" y="617"/>
                  </a:cubicBezTo>
                  <a:cubicBezTo>
                    <a:pt x="146" y="617"/>
                    <a:pt x="92" y="517"/>
                    <a:pt x="92" y="348"/>
                  </a:cubicBezTo>
                  <a:cubicBezTo>
                    <a:pt x="92" y="170"/>
                    <a:pt x="146" y="70"/>
                    <a:pt x="223" y="70"/>
                  </a:cubicBezTo>
                  <a:close/>
                  <a:moveTo>
                    <a:pt x="231" y="1"/>
                  </a:moveTo>
                  <a:cubicBezTo>
                    <a:pt x="100" y="1"/>
                    <a:pt x="0" y="124"/>
                    <a:pt x="0" y="348"/>
                  </a:cubicBezTo>
                  <a:cubicBezTo>
                    <a:pt x="8" y="563"/>
                    <a:pt x="92" y="679"/>
                    <a:pt x="223" y="679"/>
                  </a:cubicBezTo>
                  <a:cubicBezTo>
                    <a:pt x="362" y="679"/>
                    <a:pt x="447" y="556"/>
                    <a:pt x="447" y="332"/>
                  </a:cubicBezTo>
                  <a:cubicBezTo>
                    <a:pt x="447" y="124"/>
                    <a:pt x="362" y="1"/>
                    <a:pt x="231"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1" name="Google Shape;9281;p30"/>
            <p:cNvSpPr/>
            <p:nvPr/>
          </p:nvSpPr>
          <p:spPr>
            <a:xfrm>
              <a:off x="665978" y="2459393"/>
              <a:ext cx="26707" cy="78094"/>
            </a:xfrm>
            <a:custGeom>
              <a:rect b="b" l="l" r="r" t="t"/>
              <a:pathLst>
                <a:path extrusionOk="0" h="655" w="224">
                  <a:moveTo>
                    <a:pt x="147" y="0"/>
                  </a:moveTo>
                  <a:lnTo>
                    <a:pt x="0" y="77"/>
                  </a:lnTo>
                  <a:lnTo>
                    <a:pt x="23" y="146"/>
                  </a:lnTo>
                  <a:lnTo>
                    <a:pt x="131"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82" name="Google Shape;9282;p30"/>
            <p:cNvGrpSpPr/>
            <p:nvPr/>
          </p:nvGrpSpPr>
          <p:grpSpPr>
            <a:xfrm>
              <a:off x="8706192" y="206"/>
              <a:ext cx="53414" cy="5143474"/>
              <a:chOff x="8511811" y="206"/>
              <a:chExt cx="53414" cy="5143474"/>
            </a:xfrm>
          </p:grpSpPr>
          <p:sp>
            <p:nvSpPr>
              <p:cNvPr id="9283" name="Google Shape;9283;p30"/>
              <p:cNvSpPr/>
              <p:nvPr/>
            </p:nvSpPr>
            <p:spPr>
              <a:xfrm>
                <a:off x="8520038"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4" name="Google Shape;9284;p30"/>
              <p:cNvSpPr/>
              <p:nvPr/>
            </p:nvSpPr>
            <p:spPr>
              <a:xfrm>
                <a:off x="8520038"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5" name="Google Shape;9285;p30"/>
              <p:cNvSpPr/>
              <p:nvPr/>
            </p:nvSpPr>
            <p:spPr>
              <a:xfrm>
                <a:off x="8520038" y="28957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6" name="Google Shape;9286;p30"/>
              <p:cNvSpPr/>
              <p:nvPr/>
            </p:nvSpPr>
            <p:spPr>
              <a:xfrm>
                <a:off x="8511811" y="432883"/>
                <a:ext cx="53414" cy="80955"/>
              </a:xfrm>
              <a:custGeom>
                <a:rect b="b" l="l" r="r" t="t"/>
                <a:pathLst>
                  <a:path extrusionOk="0" h="679" w="448">
                    <a:moveTo>
                      <a:pt x="224" y="70"/>
                    </a:moveTo>
                    <a:cubicBezTo>
                      <a:pt x="316" y="70"/>
                      <a:pt x="355" y="162"/>
                      <a:pt x="355" y="331"/>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7" name="Google Shape;9287;p30"/>
              <p:cNvSpPr/>
              <p:nvPr/>
            </p:nvSpPr>
            <p:spPr>
              <a:xfrm>
                <a:off x="8511811" y="57702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8" name="Google Shape;9288;p30"/>
              <p:cNvSpPr/>
              <p:nvPr/>
            </p:nvSpPr>
            <p:spPr>
              <a:xfrm>
                <a:off x="8520038" y="72308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9" name="Google Shape;9289;p30"/>
              <p:cNvSpPr/>
              <p:nvPr/>
            </p:nvSpPr>
            <p:spPr>
              <a:xfrm>
                <a:off x="8511811" y="866394"/>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0" name="Google Shape;9290;p30"/>
              <p:cNvSpPr/>
              <p:nvPr/>
            </p:nvSpPr>
            <p:spPr>
              <a:xfrm>
                <a:off x="8520038" y="101244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1" name="Google Shape;9291;p30"/>
              <p:cNvSpPr/>
              <p:nvPr/>
            </p:nvSpPr>
            <p:spPr>
              <a:xfrm>
                <a:off x="8511811" y="1155759"/>
                <a:ext cx="53414" cy="80955"/>
              </a:xfrm>
              <a:custGeom>
                <a:rect b="b" l="l" r="r" t="t"/>
                <a:pathLst>
                  <a:path extrusionOk="0" h="679" w="448">
                    <a:moveTo>
                      <a:pt x="224" y="70"/>
                    </a:moveTo>
                    <a:cubicBezTo>
                      <a:pt x="316" y="70"/>
                      <a:pt x="355" y="170"/>
                      <a:pt x="355" y="340"/>
                    </a:cubicBezTo>
                    <a:cubicBezTo>
                      <a:pt x="355" y="509"/>
                      <a:pt x="316" y="610"/>
                      <a:pt x="224" y="610"/>
                    </a:cubicBezTo>
                    <a:cubicBezTo>
                      <a:pt x="139" y="610"/>
                      <a:pt x="85" y="517"/>
                      <a:pt x="85" y="348"/>
                    </a:cubicBezTo>
                    <a:cubicBezTo>
                      <a:pt x="85" y="163"/>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2" name="Google Shape;9292;p30"/>
              <p:cNvSpPr/>
              <p:nvPr/>
            </p:nvSpPr>
            <p:spPr>
              <a:xfrm>
                <a:off x="8511811" y="1300979"/>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3" name="Google Shape;9293;p30"/>
              <p:cNvSpPr/>
              <p:nvPr/>
            </p:nvSpPr>
            <p:spPr>
              <a:xfrm>
                <a:off x="8520038" y="144703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4" name="Google Shape;9294;p30"/>
              <p:cNvSpPr/>
              <p:nvPr/>
            </p:nvSpPr>
            <p:spPr>
              <a:xfrm>
                <a:off x="8520038" y="159117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5" name="Google Shape;9295;p30"/>
              <p:cNvSpPr/>
              <p:nvPr/>
            </p:nvSpPr>
            <p:spPr>
              <a:xfrm>
                <a:off x="8520038" y="1736397"/>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6" name="Google Shape;9296;p30"/>
              <p:cNvSpPr/>
              <p:nvPr/>
            </p:nvSpPr>
            <p:spPr>
              <a:xfrm>
                <a:off x="8511811" y="1879709"/>
                <a:ext cx="53414" cy="80955"/>
              </a:xfrm>
              <a:custGeom>
                <a:rect b="b" l="l" r="r" t="t"/>
                <a:pathLst>
                  <a:path extrusionOk="0" h="679" w="448">
                    <a:moveTo>
                      <a:pt x="224" y="70"/>
                    </a:moveTo>
                    <a:cubicBezTo>
                      <a:pt x="316" y="70"/>
                      <a:pt x="355" y="162"/>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7" name="Google Shape;9297;p30"/>
              <p:cNvSpPr/>
              <p:nvPr/>
            </p:nvSpPr>
            <p:spPr>
              <a:xfrm>
                <a:off x="8520038" y="202576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8" name="Google Shape;9298;p30"/>
              <p:cNvSpPr/>
              <p:nvPr/>
            </p:nvSpPr>
            <p:spPr>
              <a:xfrm>
                <a:off x="8520038" y="217002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9" name="Google Shape;9299;p30"/>
              <p:cNvSpPr/>
              <p:nvPr/>
            </p:nvSpPr>
            <p:spPr>
              <a:xfrm>
                <a:off x="8511811" y="2313220"/>
                <a:ext cx="53414" cy="80955"/>
              </a:xfrm>
              <a:custGeom>
                <a:rect b="b" l="l" r="r" t="t"/>
                <a:pathLst>
                  <a:path extrusionOk="0" h="679" w="448">
                    <a:moveTo>
                      <a:pt x="224" y="70"/>
                    </a:moveTo>
                    <a:cubicBezTo>
                      <a:pt x="316" y="70"/>
                      <a:pt x="355" y="170"/>
                      <a:pt x="355" y="340"/>
                    </a:cubicBezTo>
                    <a:cubicBezTo>
                      <a:pt x="355" y="509"/>
                      <a:pt x="316" y="617"/>
                      <a:pt x="224" y="617"/>
                    </a:cubicBezTo>
                    <a:cubicBezTo>
                      <a:pt x="139" y="617"/>
                      <a:pt x="85" y="517"/>
                      <a:pt x="85" y="348"/>
                    </a:cubicBezTo>
                    <a:cubicBezTo>
                      <a:pt x="85" y="170"/>
                      <a:pt x="147" y="70"/>
                      <a:pt x="224" y="70"/>
                    </a:cubicBezTo>
                    <a:close/>
                    <a:moveTo>
                      <a:pt x="224" y="1"/>
                    </a:moveTo>
                    <a:cubicBezTo>
                      <a:pt x="93" y="1"/>
                      <a:pt x="0" y="124"/>
                      <a:pt x="0" y="348"/>
                    </a:cubicBezTo>
                    <a:cubicBezTo>
                      <a:pt x="0" y="563"/>
                      <a:pt x="85" y="679"/>
                      <a:pt x="216" y="679"/>
                    </a:cubicBezTo>
                    <a:cubicBezTo>
                      <a:pt x="362" y="679"/>
                      <a:pt x="447" y="556"/>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0" name="Google Shape;9300;p30"/>
              <p:cNvSpPr/>
              <p:nvPr/>
            </p:nvSpPr>
            <p:spPr>
              <a:xfrm>
                <a:off x="8520038" y="245939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1" name="Google Shape;9301;p30"/>
              <p:cNvSpPr/>
              <p:nvPr/>
            </p:nvSpPr>
            <p:spPr>
              <a:xfrm>
                <a:off x="8511811" y="2602704"/>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2" name="Google Shape;9302;p30"/>
              <p:cNvSpPr/>
              <p:nvPr/>
            </p:nvSpPr>
            <p:spPr>
              <a:xfrm>
                <a:off x="8520038" y="2748758"/>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3" name="Google Shape;9303;p30"/>
              <p:cNvSpPr/>
              <p:nvPr/>
            </p:nvSpPr>
            <p:spPr>
              <a:xfrm>
                <a:off x="8511811" y="2892069"/>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2"/>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4" name="Google Shape;9304;p30"/>
              <p:cNvSpPr/>
              <p:nvPr/>
            </p:nvSpPr>
            <p:spPr>
              <a:xfrm>
                <a:off x="8520038" y="3038123"/>
                <a:ext cx="25872" cy="78094"/>
              </a:xfrm>
              <a:custGeom>
                <a:rect b="b" l="l" r="r" t="t"/>
                <a:pathLst>
                  <a:path extrusionOk="0" h="655" w="217">
                    <a:moveTo>
                      <a:pt x="139" y="0"/>
                    </a:moveTo>
                    <a:lnTo>
                      <a:pt x="1" y="77"/>
                    </a:lnTo>
                    <a:lnTo>
                      <a:pt x="16" y="146"/>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5" name="Google Shape;9305;p30"/>
              <p:cNvSpPr/>
              <p:nvPr/>
            </p:nvSpPr>
            <p:spPr>
              <a:xfrm>
                <a:off x="8511811" y="3181435"/>
                <a:ext cx="53414" cy="80955"/>
              </a:xfrm>
              <a:custGeom>
                <a:rect b="b" l="l" r="r" t="t"/>
                <a:pathLst>
                  <a:path extrusionOk="0" h="679" w="448">
                    <a:moveTo>
                      <a:pt x="224" y="69"/>
                    </a:moveTo>
                    <a:cubicBezTo>
                      <a:pt x="316" y="69"/>
                      <a:pt x="355" y="170"/>
                      <a:pt x="355" y="339"/>
                    </a:cubicBezTo>
                    <a:cubicBezTo>
                      <a:pt x="355" y="509"/>
                      <a:pt x="316" y="616"/>
                      <a:pt x="224" y="616"/>
                    </a:cubicBezTo>
                    <a:cubicBezTo>
                      <a:pt x="139" y="616"/>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6" name="Google Shape;9306;p30"/>
              <p:cNvSpPr/>
              <p:nvPr/>
            </p:nvSpPr>
            <p:spPr>
              <a:xfrm>
                <a:off x="8511811" y="332653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7" name="Google Shape;9307;p30"/>
              <p:cNvSpPr/>
              <p:nvPr/>
            </p:nvSpPr>
            <p:spPr>
              <a:xfrm>
                <a:off x="8520038" y="3472588"/>
                <a:ext cx="25872" cy="78213"/>
              </a:xfrm>
              <a:custGeom>
                <a:rect b="b" l="l" r="r" t="t"/>
                <a:pathLst>
                  <a:path extrusionOk="0" h="656" w="217">
                    <a:moveTo>
                      <a:pt x="139" y="0"/>
                    </a:moveTo>
                    <a:lnTo>
                      <a:pt x="1" y="78"/>
                    </a:lnTo>
                    <a:lnTo>
                      <a:pt x="16" y="139"/>
                    </a:lnTo>
                    <a:lnTo>
                      <a:pt x="132" y="78"/>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8" name="Google Shape;9308;p30"/>
              <p:cNvSpPr/>
              <p:nvPr/>
            </p:nvSpPr>
            <p:spPr>
              <a:xfrm>
                <a:off x="8511811" y="361590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9" name="Google Shape;9309;p30"/>
              <p:cNvSpPr/>
              <p:nvPr/>
            </p:nvSpPr>
            <p:spPr>
              <a:xfrm>
                <a:off x="8511811" y="3760165"/>
                <a:ext cx="53414" cy="80955"/>
              </a:xfrm>
              <a:custGeom>
                <a:rect b="b" l="l" r="r" t="t"/>
                <a:pathLst>
                  <a:path extrusionOk="0" h="679" w="448">
                    <a:moveTo>
                      <a:pt x="224" y="69"/>
                    </a:moveTo>
                    <a:cubicBezTo>
                      <a:pt x="316" y="69"/>
                      <a:pt x="355" y="170"/>
                      <a:pt x="355" y="339"/>
                    </a:cubicBezTo>
                    <a:cubicBezTo>
                      <a:pt x="355" y="509"/>
                      <a:pt x="316" y="609"/>
                      <a:pt x="224" y="609"/>
                    </a:cubicBezTo>
                    <a:cubicBezTo>
                      <a:pt x="139" y="609"/>
                      <a:pt x="85" y="516"/>
                      <a:pt x="85" y="347"/>
                    </a:cubicBezTo>
                    <a:cubicBezTo>
                      <a:pt x="85" y="170"/>
                      <a:pt x="147" y="69"/>
                      <a:pt x="224" y="69"/>
                    </a:cubicBezTo>
                    <a:close/>
                    <a:moveTo>
                      <a:pt x="224" y="0"/>
                    </a:moveTo>
                    <a:cubicBezTo>
                      <a:pt x="93" y="0"/>
                      <a:pt x="0" y="123"/>
                      <a:pt x="0" y="347"/>
                    </a:cubicBezTo>
                    <a:cubicBezTo>
                      <a:pt x="0" y="563"/>
                      <a:pt x="85" y="678"/>
                      <a:pt x="216" y="678"/>
                    </a:cubicBezTo>
                    <a:cubicBezTo>
                      <a:pt x="362" y="678"/>
                      <a:pt x="447" y="555"/>
                      <a:pt x="447" y="331"/>
                    </a:cubicBezTo>
                    <a:cubicBezTo>
                      <a:pt x="447" y="123"/>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0" name="Google Shape;9310;p30"/>
              <p:cNvSpPr/>
              <p:nvPr/>
            </p:nvSpPr>
            <p:spPr>
              <a:xfrm>
                <a:off x="8511811" y="390526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39"/>
                    </a:cubicBezTo>
                    <a:cubicBezTo>
                      <a:pt x="85" y="162"/>
                      <a:pt x="147" y="70"/>
                      <a:pt x="224" y="70"/>
                    </a:cubicBezTo>
                    <a:close/>
                    <a:moveTo>
                      <a:pt x="224" y="0"/>
                    </a:moveTo>
                    <a:cubicBezTo>
                      <a:pt x="93" y="0"/>
                      <a:pt x="0" y="116"/>
                      <a:pt x="0" y="339"/>
                    </a:cubicBezTo>
                    <a:cubicBezTo>
                      <a:pt x="0" y="555"/>
                      <a:pt x="85" y="678"/>
                      <a:pt x="216" y="678"/>
                    </a:cubicBezTo>
                    <a:cubicBezTo>
                      <a:pt x="362" y="678"/>
                      <a:pt x="447" y="555"/>
                      <a:pt x="447" y="332"/>
                    </a:cubicBezTo>
                    <a:cubicBezTo>
                      <a:pt x="447" y="124"/>
                      <a:pt x="362" y="0"/>
                      <a:pt x="224"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1" name="Google Shape;9311;p30"/>
              <p:cNvSpPr/>
              <p:nvPr/>
            </p:nvSpPr>
            <p:spPr>
              <a:xfrm>
                <a:off x="8520038" y="4051318"/>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2" name="Google Shape;9312;p30"/>
              <p:cNvSpPr/>
              <p:nvPr/>
            </p:nvSpPr>
            <p:spPr>
              <a:xfrm>
                <a:off x="8520038" y="4195584"/>
                <a:ext cx="25872" cy="78213"/>
              </a:xfrm>
              <a:custGeom>
                <a:rect b="b" l="l" r="r" t="t"/>
                <a:pathLst>
                  <a:path extrusionOk="0" h="656" w="217">
                    <a:moveTo>
                      <a:pt x="139" y="0"/>
                    </a:moveTo>
                    <a:lnTo>
                      <a:pt x="1" y="77"/>
                    </a:lnTo>
                    <a:lnTo>
                      <a:pt x="16" y="147"/>
                    </a:lnTo>
                    <a:lnTo>
                      <a:pt x="132" y="85"/>
                    </a:lnTo>
                    <a:lnTo>
                      <a:pt x="132" y="655"/>
                    </a:lnTo>
                    <a:lnTo>
                      <a:pt x="216" y="655"/>
                    </a:lnTo>
                    <a:lnTo>
                      <a:pt x="216"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3" name="Google Shape;9313;p30"/>
              <p:cNvSpPr/>
              <p:nvPr/>
            </p:nvSpPr>
            <p:spPr>
              <a:xfrm>
                <a:off x="8520038" y="4340684"/>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4" name="Google Shape;9314;p30"/>
              <p:cNvSpPr/>
              <p:nvPr/>
            </p:nvSpPr>
            <p:spPr>
              <a:xfrm>
                <a:off x="8511811" y="448399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5" name="Google Shape;9315;p30"/>
              <p:cNvSpPr/>
              <p:nvPr/>
            </p:nvSpPr>
            <p:spPr>
              <a:xfrm>
                <a:off x="8520038" y="4630049"/>
                <a:ext cx="25872" cy="78213"/>
              </a:xfrm>
              <a:custGeom>
                <a:rect b="b" l="l" r="r" t="t"/>
                <a:pathLst>
                  <a:path extrusionOk="0" h="656" w="217">
                    <a:moveTo>
                      <a:pt x="139" y="1"/>
                    </a:moveTo>
                    <a:lnTo>
                      <a:pt x="1" y="78"/>
                    </a:lnTo>
                    <a:lnTo>
                      <a:pt x="16" y="139"/>
                    </a:lnTo>
                    <a:lnTo>
                      <a:pt x="132" y="78"/>
                    </a:lnTo>
                    <a:lnTo>
                      <a:pt x="132" y="655"/>
                    </a:lnTo>
                    <a:lnTo>
                      <a:pt x="216" y="655"/>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6" name="Google Shape;9316;p30"/>
              <p:cNvSpPr/>
              <p:nvPr/>
            </p:nvSpPr>
            <p:spPr>
              <a:xfrm>
                <a:off x="8511811" y="4773360"/>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7" name="Google Shape;9317;p30"/>
              <p:cNvSpPr/>
              <p:nvPr/>
            </p:nvSpPr>
            <p:spPr>
              <a:xfrm>
                <a:off x="8520038" y="4919414"/>
                <a:ext cx="25872" cy="78213"/>
              </a:xfrm>
              <a:custGeom>
                <a:rect b="b" l="l" r="r" t="t"/>
                <a:pathLst>
                  <a:path extrusionOk="0" h="656" w="217">
                    <a:moveTo>
                      <a:pt x="139" y="1"/>
                    </a:moveTo>
                    <a:lnTo>
                      <a:pt x="1" y="78"/>
                    </a:lnTo>
                    <a:lnTo>
                      <a:pt x="16" y="139"/>
                    </a:lnTo>
                    <a:lnTo>
                      <a:pt x="132" y="78"/>
                    </a:lnTo>
                    <a:lnTo>
                      <a:pt x="132" y="656"/>
                    </a:lnTo>
                    <a:lnTo>
                      <a:pt x="216" y="656"/>
                    </a:lnTo>
                    <a:lnTo>
                      <a:pt x="216"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8" name="Google Shape;9318;p30"/>
              <p:cNvSpPr/>
              <p:nvPr/>
            </p:nvSpPr>
            <p:spPr>
              <a:xfrm>
                <a:off x="8511811" y="5062725"/>
                <a:ext cx="53414" cy="80955"/>
              </a:xfrm>
              <a:custGeom>
                <a:rect b="b" l="l" r="r" t="t"/>
                <a:pathLst>
                  <a:path extrusionOk="0" h="679" w="448">
                    <a:moveTo>
                      <a:pt x="224" y="70"/>
                    </a:moveTo>
                    <a:cubicBezTo>
                      <a:pt x="316" y="70"/>
                      <a:pt x="355" y="170"/>
                      <a:pt x="355" y="332"/>
                    </a:cubicBezTo>
                    <a:cubicBezTo>
                      <a:pt x="355" y="501"/>
                      <a:pt x="316" y="609"/>
                      <a:pt x="224" y="609"/>
                    </a:cubicBezTo>
                    <a:cubicBezTo>
                      <a:pt x="139" y="609"/>
                      <a:pt x="85" y="509"/>
                      <a:pt x="85" y="340"/>
                    </a:cubicBezTo>
                    <a:cubicBezTo>
                      <a:pt x="85" y="162"/>
                      <a:pt x="147" y="70"/>
                      <a:pt x="224" y="70"/>
                    </a:cubicBezTo>
                    <a:close/>
                    <a:moveTo>
                      <a:pt x="224" y="1"/>
                    </a:moveTo>
                    <a:cubicBezTo>
                      <a:pt x="93" y="1"/>
                      <a:pt x="0" y="116"/>
                      <a:pt x="0" y="340"/>
                    </a:cubicBezTo>
                    <a:cubicBezTo>
                      <a:pt x="0" y="555"/>
                      <a:pt x="85" y="679"/>
                      <a:pt x="216" y="679"/>
                    </a:cubicBezTo>
                    <a:cubicBezTo>
                      <a:pt x="362" y="679"/>
                      <a:pt x="447" y="555"/>
                      <a:pt x="447" y="332"/>
                    </a:cubicBezTo>
                    <a:cubicBezTo>
                      <a:pt x="447" y="124"/>
                      <a:pt x="362" y="1"/>
                      <a:pt x="224"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9" name="Google Shape;9319;p30"/>
            <p:cNvGrpSpPr/>
            <p:nvPr/>
          </p:nvGrpSpPr>
          <p:grpSpPr>
            <a:xfrm>
              <a:off x="8979668" y="206"/>
              <a:ext cx="53414" cy="5143474"/>
              <a:chOff x="8712171" y="206"/>
              <a:chExt cx="53414" cy="5143474"/>
            </a:xfrm>
          </p:grpSpPr>
          <p:sp>
            <p:nvSpPr>
              <p:cNvPr id="9320" name="Google Shape;9320;p30"/>
              <p:cNvSpPr/>
              <p:nvPr/>
            </p:nvSpPr>
            <p:spPr>
              <a:xfrm>
                <a:off x="8720398" y="206"/>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1" name="Google Shape;9321;p30"/>
              <p:cNvSpPr/>
              <p:nvPr/>
            </p:nvSpPr>
            <p:spPr>
              <a:xfrm>
                <a:off x="8720398" y="14435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2" name="Google Shape;9322;p30"/>
              <p:cNvSpPr/>
              <p:nvPr/>
            </p:nvSpPr>
            <p:spPr>
              <a:xfrm>
                <a:off x="8720398" y="28957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3" name="Google Shape;9323;p30"/>
              <p:cNvSpPr/>
              <p:nvPr/>
            </p:nvSpPr>
            <p:spPr>
              <a:xfrm>
                <a:off x="8712171" y="432883"/>
                <a:ext cx="53414" cy="80955"/>
              </a:xfrm>
              <a:custGeom>
                <a:rect b="b" l="l" r="r" t="t"/>
                <a:pathLst>
                  <a:path extrusionOk="0" h="679" w="448">
                    <a:moveTo>
                      <a:pt x="224" y="70"/>
                    </a:moveTo>
                    <a:cubicBezTo>
                      <a:pt x="316" y="70"/>
                      <a:pt x="363" y="162"/>
                      <a:pt x="363" y="331"/>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4" name="Google Shape;9324;p30"/>
              <p:cNvSpPr/>
              <p:nvPr/>
            </p:nvSpPr>
            <p:spPr>
              <a:xfrm>
                <a:off x="8712171" y="57702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5" name="Google Shape;9325;p30"/>
              <p:cNvSpPr/>
              <p:nvPr/>
            </p:nvSpPr>
            <p:spPr>
              <a:xfrm>
                <a:off x="8720398" y="723083"/>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6" name="Google Shape;9326;p30"/>
              <p:cNvSpPr/>
              <p:nvPr/>
            </p:nvSpPr>
            <p:spPr>
              <a:xfrm>
                <a:off x="8712171" y="866394"/>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7" name="Google Shape;9327;p30"/>
              <p:cNvSpPr/>
              <p:nvPr/>
            </p:nvSpPr>
            <p:spPr>
              <a:xfrm>
                <a:off x="8720398" y="101244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8" name="Google Shape;9328;p30"/>
              <p:cNvSpPr/>
              <p:nvPr/>
            </p:nvSpPr>
            <p:spPr>
              <a:xfrm>
                <a:off x="8712171" y="1155759"/>
                <a:ext cx="53414" cy="80955"/>
              </a:xfrm>
              <a:custGeom>
                <a:rect b="b" l="l" r="r" t="t"/>
                <a:pathLst>
                  <a:path extrusionOk="0" h="679" w="448">
                    <a:moveTo>
                      <a:pt x="224" y="70"/>
                    </a:moveTo>
                    <a:cubicBezTo>
                      <a:pt x="316" y="70"/>
                      <a:pt x="363" y="170"/>
                      <a:pt x="363" y="340"/>
                    </a:cubicBezTo>
                    <a:cubicBezTo>
                      <a:pt x="363" y="509"/>
                      <a:pt x="316" y="610"/>
                      <a:pt x="224" y="610"/>
                    </a:cubicBezTo>
                    <a:cubicBezTo>
                      <a:pt x="147" y="610"/>
                      <a:pt x="93" y="517"/>
                      <a:pt x="93" y="348"/>
                    </a:cubicBezTo>
                    <a:cubicBezTo>
                      <a:pt x="93" y="163"/>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9" name="Google Shape;9329;p30"/>
              <p:cNvSpPr/>
              <p:nvPr/>
            </p:nvSpPr>
            <p:spPr>
              <a:xfrm>
                <a:off x="8712171" y="1300979"/>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0" name="Google Shape;9330;p30"/>
              <p:cNvSpPr/>
              <p:nvPr/>
            </p:nvSpPr>
            <p:spPr>
              <a:xfrm>
                <a:off x="8720398" y="144703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1" name="Google Shape;9331;p30"/>
              <p:cNvSpPr/>
              <p:nvPr/>
            </p:nvSpPr>
            <p:spPr>
              <a:xfrm>
                <a:off x="8720398" y="1591178"/>
                <a:ext cx="26826" cy="78213"/>
              </a:xfrm>
              <a:custGeom>
                <a:rect b="b" l="l" r="r" t="t"/>
                <a:pathLst>
                  <a:path extrusionOk="0" h="656" w="225">
                    <a:moveTo>
                      <a:pt x="147" y="1"/>
                    </a:moveTo>
                    <a:lnTo>
                      <a:pt x="1" y="78"/>
                    </a:lnTo>
                    <a:lnTo>
                      <a:pt x="24" y="147"/>
                    </a:lnTo>
                    <a:lnTo>
                      <a:pt x="132" y="86"/>
                    </a:lnTo>
                    <a:lnTo>
                      <a:pt x="139" y="86"/>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2" name="Google Shape;9332;p30"/>
              <p:cNvSpPr/>
              <p:nvPr/>
            </p:nvSpPr>
            <p:spPr>
              <a:xfrm>
                <a:off x="8720398" y="1736397"/>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3" name="Google Shape;9333;p30"/>
              <p:cNvSpPr/>
              <p:nvPr/>
            </p:nvSpPr>
            <p:spPr>
              <a:xfrm>
                <a:off x="8712171" y="1879709"/>
                <a:ext cx="53414" cy="80955"/>
              </a:xfrm>
              <a:custGeom>
                <a:rect b="b" l="l" r="r" t="t"/>
                <a:pathLst>
                  <a:path extrusionOk="0" h="679" w="448">
                    <a:moveTo>
                      <a:pt x="224" y="70"/>
                    </a:moveTo>
                    <a:cubicBezTo>
                      <a:pt x="316" y="70"/>
                      <a:pt x="363" y="162"/>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4" name="Google Shape;9334;p30"/>
              <p:cNvSpPr/>
              <p:nvPr/>
            </p:nvSpPr>
            <p:spPr>
              <a:xfrm>
                <a:off x="8720398" y="2025762"/>
                <a:ext cx="26826" cy="78213"/>
              </a:xfrm>
              <a:custGeom>
                <a:rect b="b" l="l" r="r" t="t"/>
                <a:pathLst>
                  <a:path extrusionOk="0" h="656" w="225">
                    <a:moveTo>
                      <a:pt x="147" y="0"/>
                    </a:moveTo>
                    <a:lnTo>
                      <a:pt x="1" y="77"/>
                    </a:lnTo>
                    <a:lnTo>
                      <a:pt x="24" y="139"/>
                    </a:lnTo>
                    <a:lnTo>
                      <a:pt x="132" y="77"/>
                    </a:lnTo>
                    <a:lnTo>
                      <a:pt x="139" y="77"/>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5" name="Google Shape;9335;p30"/>
              <p:cNvSpPr/>
              <p:nvPr/>
            </p:nvSpPr>
            <p:spPr>
              <a:xfrm>
                <a:off x="8720398" y="217002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6" name="Google Shape;9336;p30"/>
              <p:cNvSpPr/>
              <p:nvPr/>
            </p:nvSpPr>
            <p:spPr>
              <a:xfrm>
                <a:off x="8712171" y="2313220"/>
                <a:ext cx="53414" cy="80955"/>
              </a:xfrm>
              <a:custGeom>
                <a:rect b="b" l="l" r="r" t="t"/>
                <a:pathLst>
                  <a:path extrusionOk="0" h="679" w="448">
                    <a:moveTo>
                      <a:pt x="224" y="70"/>
                    </a:moveTo>
                    <a:cubicBezTo>
                      <a:pt x="316" y="70"/>
                      <a:pt x="363" y="170"/>
                      <a:pt x="363" y="340"/>
                    </a:cubicBezTo>
                    <a:cubicBezTo>
                      <a:pt x="363" y="509"/>
                      <a:pt x="316" y="617"/>
                      <a:pt x="224" y="617"/>
                    </a:cubicBezTo>
                    <a:cubicBezTo>
                      <a:pt x="147" y="617"/>
                      <a:pt x="93" y="517"/>
                      <a:pt x="93" y="348"/>
                    </a:cubicBezTo>
                    <a:cubicBezTo>
                      <a:pt x="93" y="170"/>
                      <a:pt x="147" y="70"/>
                      <a:pt x="224" y="70"/>
                    </a:cubicBezTo>
                    <a:close/>
                    <a:moveTo>
                      <a:pt x="232" y="1"/>
                    </a:moveTo>
                    <a:cubicBezTo>
                      <a:pt x="101" y="1"/>
                      <a:pt x="0" y="124"/>
                      <a:pt x="0" y="348"/>
                    </a:cubicBezTo>
                    <a:cubicBezTo>
                      <a:pt x="8" y="563"/>
                      <a:pt x="93" y="679"/>
                      <a:pt x="224" y="679"/>
                    </a:cubicBezTo>
                    <a:cubicBezTo>
                      <a:pt x="370" y="679"/>
                      <a:pt x="447" y="556"/>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7" name="Google Shape;9337;p30"/>
              <p:cNvSpPr/>
              <p:nvPr/>
            </p:nvSpPr>
            <p:spPr>
              <a:xfrm>
                <a:off x="8720398" y="245939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8" name="Google Shape;9338;p30"/>
              <p:cNvSpPr/>
              <p:nvPr/>
            </p:nvSpPr>
            <p:spPr>
              <a:xfrm>
                <a:off x="8712171" y="2602704"/>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9" name="Google Shape;9339;p30"/>
              <p:cNvSpPr/>
              <p:nvPr/>
            </p:nvSpPr>
            <p:spPr>
              <a:xfrm>
                <a:off x="8720398" y="2748758"/>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0" name="Google Shape;9340;p30"/>
              <p:cNvSpPr/>
              <p:nvPr/>
            </p:nvSpPr>
            <p:spPr>
              <a:xfrm>
                <a:off x="8712171" y="2892069"/>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2"/>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1" name="Google Shape;9341;p30"/>
              <p:cNvSpPr/>
              <p:nvPr/>
            </p:nvSpPr>
            <p:spPr>
              <a:xfrm>
                <a:off x="8720398" y="3038123"/>
                <a:ext cx="26826" cy="78094"/>
              </a:xfrm>
              <a:custGeom>
                <a:rect b="b" l="l" r="r" t="t"/>
                <a:pathLst>
                  <a:path extrusionOk="0" h="655" w="225">
                    <a:moveTo>
                      <a:pt x="147" y="0"/>
                    </a:moveTo>
                    <a:lnTo>
                      <a:pt x="1" y="77"/>
                    </a:lnTo>
                    <a:lnTo>
                      <a:pt x="24" y="146"/>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2" name="Google Shape;9342;p30"/>
              <p:cNvSpPr/>
              <p:nvPr/>
            </p:nvSpPr>
            <p:spPr>
              <a:xfrm>
                <a:off x="8712171" y="3181435"/>
                <a:ext cx="53414" cy="80955"/>
              </a:xfrm>
              <a:custGeom>
                <a:rect b="b" l="l" r="r" t="t"/>
                <a:pathLst>
                  <a:path extrusionOk="0" h="679" w="448">
                    <a:moveTo>
                      <a:pt x="224" y="69"/>
                    </a:moveTo>
                    <a:cubicBezTo>
                      <a:pt x="316" y="69"/>
                      <a:pt x="363" y="170"/>
                      <a:pt x="363" y="339"/>
                    </a:cubicBezTo>
                    <a:cubicBezTo>
                      <a:pt x="363" y="509"/>
                      <a:pt x="316" y="616"/>
                      <a:pt x="224" y="616"/>
                    </a:cubicBezTo>
                    <a:cubicBezTo>
                      <a:pt x="147" y="616"/>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3" name="Google Shape;9343;p30"/>
              <p:cNvSpPr/>
              <p:nvPr/>
            </p:nvSpPr>
            <p:spPr>
              <a:xfrm>
                <a:off x="8712171" y="332653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4" name="Google Shape;9344;p30"/>
              <p:cNvSpPr/>
              <p:nvPr/>
            </p:nvSpPr>
            <p:spPr>
              <a:xfrm>
                <a:off x="8720398" y="3472588"/>
                <a:ext cx="26826" cy="78213"/>
              </a:xfrm>
              <a:custGeom>
                <a:rect b="b" l="l" r="r" t="t"/>
                <a:pathLst>
                  <a:path extrusionOk="0" h="656" w="225">
                    <a:moveTo>
                      <a:pt x="147" y="0"/>
                    </a:moveTo>
                    <a:lnTo>
                      <a:pt x="1" y="78"/>
                    </a:lnTo>
                    <a:lnTo>
                      <a:pt x="24" y="139"/>
                    </a:lnTo>
                    <a:lnTo>
                      <a:pt x="132" y="78"/>
                    </a:lnTo>
                    <a:lnTo>
                      <a:pt x="139" y="78"/>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5" name="Google Shape;9345;p30"/>
              <p:cNvSpPr/>
              <p:nvPr/>
            </p:nvSpPr>
            <p:spPr>
              <a:xfrm>
                <a:off x="8712171" y="361590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6" name="Google Shape;9346;p30"/>
              <p:cNvSpPr/>
              <p:nvPr/>
            </p:nvSpPr>
            <p:spPr>
              <a:xfrm>
                <a:off x="8712171" y="3760165"/>
                <a:ext cx="53414" cy="80955"/>
              </a:xfrm>
              <a:custGeom>
                <a:rect b="b" l="l" r="r" t="t"/>
                <a:pathLst>
                  <a:path extrusionOk="0" h="679" w="448">
                    <a:moveTo>
                      <a:pt x="224" y="69"/>
                    </a:moveTo>
                    <a:cubicBezTo>
                      <a:pt x="316" y="69"/>
                      <a:pt x="363" y="170"/>
                      <a:pt x="363" y="339"/>
                    </a:cubicBezTo>
                    <a:cubicBezTo>
                      <a:pt x="363" y="509"/>
                      <a:pt x="316" y="609"/>
                      <a:pt x="224" y="609"/>
                    </a:cubicBezTo>
                    <a:cubicBezTo>
                      <a:pt x="147" y="609"/>
                      <a:pt x="93" y="516"/>
                      <a:pt x="93" y="347"/>
                    </a:cubicBezTo>
                    <a:cubicBezTo>
                      <a:pt x="93" y="170"/>
                      <a:pt x="147" y="69"/>
                      <a:pt x="224" y="69"/>
                    </a:cubicBezTo>
                    <a:close/>
                    <a:moveTo>
                      <a:pt x="232" y="0"/>
                    </a:moveTo>
                    <a:cubicBezTo>
                      <a:pt x="101" y="0"/>
                      <a:pt x="0" y="123"/>
                      <a:pt x="0" y="347"/>
                    </a:cubicBezTo>
                    <a:cubicBezTo>
                      <a:pt x="8" y="563"/>
                      <a:pt x="93" y="678"/>
                      <a:pt x="224" y="678"/>
                    </a:cubicBezTo>
                    <a:cubicBezTo>
                      <a:pt x="370" y="678"/>
                      <a:pt x="447" y="555"/>
                      <a:pt x="447" y="331"/>
                    </a:cubicBezTo>
                    <a:cubicBezTo>
                      <a:pt x="447" y="123"/>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7" name="Google Shape;9347;p30"/>
              <p:cNvSpPr/>
              <p:nvPr/>
            </p:nvSpPr>
            <p:spPr>
              <a:xfrm>
                <a:off x="8712171" y="390526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39"/>
                    </a:cubicBezTo>
                    <a:cubicBezTo>
                      <a:pt x="93" y="162"/>
                      <a:pt x="147" y="70"/>
                      <a:pt x="224" y="70"/>
                    </a:cubicBezTo>
                    <a:close/>
                    <a:moveTo>
                      <a:pt x="232" y="0"/>
                    </a:moveTo>
                    <a:cubicBezTo>
                      <a:pt x="101" y="0"/>
                      <a:pt x="0" y="116"/>
                      <a:pt x="0" y="339"/>
                    </a:cubicBezTo>
                    <a:cubicBezTo>
                      <a:pt x="8" y="555"/>
                      <a:pt x="93" y="678"/>
                      <a:pt x="224" y="678"/>
                    </a:cubicBezTo>
                    <a:cubicBezTo>
                      <a:pt x="370" y="678"/>
                      <a:pt x="447" y="555"/>
                      <a:pt x="447" y="332"/>
                    </a:cubicBezTo>
                    <a:cubicBezTo>
                      <a:pt x="447" y="124"/>
                      <a:pt x="363" y="0"/>
                      <a:pt x="232" y="0"/>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8" name="Google Shape;9348;p30"/>
              <p:cNvSpPr/>
              <p:nvPr/>
            </p:nvSpPr>
            <p:spPr>
              <a:xfrm>
                <a:off x="8720398" y="4051318"/>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9" name="Google Shape;9349;p30"/>
              <p:cNvSpPr/>
              <p:nvPr/>
            </p:nvSpPr>
            <p:spPr>
              <a:xfrm>
                <a:off x="8720398" y="4195584"/>
                <a:ext cx="26826" cy="78213"/>
              </a:xfrm>
              <a:custGeom>
                <a:rect b="b" l="l" r="r" t="t"/>
                <a:pathLst>
                  <a:path extrusionOk="0" h="656" w="225">
                    <a:moveTo>
                      <a:pt x="147" y="0"/>
                    </a:moveTo>
                    <a:lnTo>
                      <a:pt x="1" y="77"/>
                    </a:lnTo>
                    <a:lnTo>
                      <a:pt x="24" y="147"/>
                    </a:lnTo>
                    <a:lnTo>
                      <a:pt x="132" y="85"/>
                    </a:lnTo>
                    <a:lnTo>
                      <a:pt x="139" y="85"/>
                    </a:lnTo>
                    <a:lnTo>
                      <a:pt x="139" y="655"/>
                    </a:lnTo>
                    <a:lnTo>
                      <a:pt x="224" y="655"/>
                    </a:lnTo>
                    <a:lnTo>
                      <a:pt x="224" y="0"/>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0" name="Google Shape;9350;p30"/>
              <p:cNvSpPr/>
              <p:nvPr/>
            </p:nvSpPr>
            <p:spPr>
              <a:xfrm>
                <a:off x="8720398" y="4340684"/>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1" name="Google Shape;9351;p30"/>
              <p:cNvSpPr/>
              <p:nvPr/>
            </p:nvSpPr>
            <p:spPr>
              <a:xfrm>
                <a:off x="8712171" y="448399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2" name="Google Shape;9352;p30"/>
              <p:cNvSpPr/>
              <p:nvPr/>
            </p:nvSpPr>
            <p:spPr>
              <a:xfrm>
                <a:off x="8720398" y="4630049"/>
                <a:ext cx="26826" cy="78213"/>
              </a:xfrm>
              <a:custGeom>
                <a:rect b="b" l="l" r="r" t="t"/>
                <a:pathLst>
                  <a:path extrusionOk="0" h="656" w="225">
                    <a:moveTo>
                      <a:pt x="147" y="1"/>
                    </a:moveTo>
                    <a:lnTo>
                      <a:pt x="1" y="78"/>
                    </a:lnTo>
                    <a:lnTo>
                      <a:pt x="24" y="139"/>
                    </a:lnTo>
                    <a:lnTo>
                      <a:pt x="132" y="78"/>
                    </a:lnTo>
                    <a:lnTo>
                      <a:pt x="139" y="78"/>
                    </a:lnTo>
                    <a:lnTo>
                      <a:pt x="139" y="655"/>
                    </a:lnTo>
                    <a:lnTo>
                      <a:pt x="224" y="655"/>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3" name="Google Shape;9353;p30"/>
              <p:cNvSpPr/>
              <p:nvPr/>
            </p:nvSpPr>
            <p:spPr>
              <a:xfrm>
                <a:off x="8712171" y="4773360"/>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4" name="Google Shape;9354;p30"/>
              <p:cNvSpPr/>
              <p:nvPr/>
            </p:nvSpPr>
            <p:spPr>
              <a:xfrm>
                <a:off x="8720398" y="4919414"/>
                <a:ext cx="26826" cy="78213"/>
              </a:xfrm>
              <a:custGeom>
                <a:rect b="b" l="l" r="r" t="t"/>
                <a:pathLst>
                  <a:path extrusionOk="0" h="656" w="225">
                    <a:moveTo>
                      <a:pt x="147" y="1"/>
                    </a:moveTo>
                    <a:lnTo>
                      <a:pt x="1" y="78"/>
                    </a:lnTo>
                    <a:lnTo>
                      <a:pt x="24" y="139"/>
                    </a:lnTo>
                    <a:lnTo>
                      <a:pt x="132" y="78"/>
                    </a:lnTo>
                    <a:lnTo>
                      <a:pt x="139" y="78"/>
                    </a:lnTo>
                    <a:lnTo>
                      <a:pt x="139" y="656"/>
                    </a:lnTo>
                    <a:lnTo>
                      <a:pt x="224" y="656"/>
                    </a:lnTo>
                    <a:lnTo>
                      <a:pt x="224" y="1"/>
                    </a:ln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5" name="Google Shape;9355;p30"/>
              <p:cNvSpPr/>
              <p:nvPr/>
            </p:nvSpPr>
            <p:spPr>
              <a:xfrm>
                <a:off x="8712171" y="5062725"/>
                <a:ext cx="53414" cy="80955"/>
              </a:xfrm>
              <a:custGeom>
                <a:rect b="b" l="l" r="r" t="t"/>
                <a:pathLst>
                  <a:path extrusionOk="0" h="679" w="448">
                    <a:moveTo>
                      <a:pt x="224" y="70"/>
                    </a:moveTo>
                    <a:cubicBezTo>
                      <a:pt x="316" y="70"/>
                      <a:pt x="363" y="170"/>
                      <a:pt x="363" y="332"/>
                    </a:cubicBezTo>
                    <a:cubicBezTo>
                      <a:pt x="363" y="501"/>
                      <a:pt x="316" y="609"/>
                      <a:pt x="224" y="609"/>
                    </a:cubicBezTo>
                    <a:cubicBezTo>
                      <a:pt x="147" y="609"/>
                      <a:pt x="93" y="509"/>
                      <a:pt x="93" y="340"/>
                    </a:cubicBezTo>
                    <a:cubicBezTo>
                      <a:pt x="93" y="162"/>
                      <a:pt x="147" y="70"/>
                      <a:pt x="224" y="70"/>
                    </a:cubicBezTo>
                    <a:close/>
                    <a:moveTo>
                      <a:pt x="232" y="1"/>
                    </a:moveTo>
                    <a:cubicBezTo>
                      <a:pt x="101" y="1"/>
                      <a:pt x="0" y="116"/>
                      <a:pt x="0" y="340"/>
                    </a:cubicBezTo>
                    <a:cubicBezTo>
                      <a:pt x="8" y="555"/>
                      <a:pt x="93" y="679"/>
                      <a:pt x="224" y="679"/>
                    </a:cubicBezTo>
                    <a:cubicBezTo>
                      <a:pt x="370" y="679"/>
                      <a:pt x="447" y="555"/>
                      <a:pt x="447" y="332"/>
                    </a:cubicBezTo>
                    <a:cubicBezTo>
                      <a:pt x="447" y="124"/>
                      <a:pt x="363" y="1"/>
                      <a:pt x="232" y="1"/>
                    </a:cubicBezTo>
                    <a:close/>
                  </a:path>
                </a:pathLst>
              </a:custGeom>
              <a:solidFill>
                <a:srgbClr val="3FE6FF">
                  <a:alpha val="41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6" name="Google Shape;9356;p30"/>
            <p:cNvGrpSpPr/>
            <p:nvPr/>
          </p:nvGrpSpPr>
          <p:grpSpPr>
            <a:xfrm>
              <a:off x="110918" y="206"/>
              <a:ext cx="53295" cy="4852321"/>
              <a:chOff x="62135" y="206"/>
              <a:chExt cx="53295" cy="4852321"/>
            </a:xfrm>
          </p:grpSpPr>
          <p:sp>
            <p:nvSpPr>
              <p:cNvPr id="9357" name="Google Shape;9357;p30"/>
              <p:cNvSpPr/>
              <p:nvPr/>
            </p:nvSpPr>
            <p:spPr>
              <a:xfrm>
                <a:off x="70362" y="206"/>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8" name="Google Shape;9358;p30"/>
              <p:cNvSpPr/>
              <p:nvPr/>
            </p:nvSpPr>
            <p:spPr>
              <a:xfrm>
                <a:off x="70362" y="144353"/>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9" name="Google Shape;9359;p30"/>
              <p:cNvSpPr/>
              <p:nvPr/>
            </p:nvSpPr>
            <p:spPr>
              <a:xfrm>
                <a:off x="70362" y="288618"/>
                <a:ext cx="26707" cy="79167"/>
              </a:xfrm>
              <a:custGeom>
                <a:rect b="b" l="l" r="r" t="t"/>
                <a:pathLst>
                  <a:path extrusionOk="0" h="664" w="224">
                    <a:moveTo>
                      <a:pt x="147" y="0"/>
                    </a:moveTo>
                    <a:lnTo>
                      <a:pt x="0" y="85"/>
                    </a:lnTo>
                    <a:lnTo>
                      <a:pt x="16" y="147"/>
                    </a:lnTo>
                    <a:lnTo>
                      <a:pt x="131"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0" name="Google Shape;9360;p30"/>
              <p:cNvSpPr/>
              <p:nvPr/>
            </p:nvSpPr>
            <p:spPr>
              <a:xfrm>
                <a:off x="70362" y="433718"/>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1" name="Google Shape;9361;p30"/>
              <p:cNvSpPr/>
              <p:nvPr/>
            </p:nvSpPr>
            <p:spPr>
              <a:xfrm>
                <a:off x="62135" y="577029"/>
                <a:ext cx="53295" cy="80955"/>
              </a:xfrm>
              <a:custGeom>
                <a:rect b="b" l="l" r="r" t="t"/>
                <a:pathLst>
                  <a:path extrusionOk="0" h="679" w="447">
                    <a:moveTo>
                      <a:pt x="224" y="70"/>
                    </a:moveTo>
                    <a:cubicBezTo>
                      <a:pt x="316" y="70"/>
                      <a:pt x="362" y="170"/>
                      <a:pt x="362" y="340"/>
                    </a:cubicBezTo>
                    <a:cubicBezTo>
                      <a:pt x="362" y="509"/>
                      <a:pt x="316" y="609"/>
                      <a:pt x="224" y="609"/>
                    </a:cubicBezTo>
                    <a:cubicBezTo>
                      <a:pt x="146" y="609"/>
                      <a:pt x="93" y="517"/>
                      <a:pt x="93" y="347"/>
                    </a:cubicBezTo>
                    <a:cubicBezTo>
                      <a:pt x="93" y="163"/>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2" name="Google Shape;9362;p30"/>
              <p:cNvSpPr/>
              <p:nvPr/>
            </p:nvSpPr>
            <p:spPr>
              <a:xfrm>
                <a:off x="62135" y="722248"/>
                <a:ext cx="53295" cy="80955"/>
              </a:xfrm>
              <a:custGeom>
                <a:rect b="b" l="l" r="r" t="t"/>
                <a:pathLst>
                  <a:path extrusionOk="0" h="679" w="447">
                    <a:moveTo>
                      <a:pt x="224" y="62"/>
                    </a:moveTo>
                    <a:cubicBezTo>
                      <a:pt x="316" y="62"/>
                      <a:pt x="362" y="162"/>
                      <a:pt x="362" y="331"/>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3" name="Google Shape;9363;p30"/>
              <p:cNvSpPr/>
              <p:nvPr/>
            </p:nvSpPr>
            <p:spPr>
              <a:xfrm>
                <a:off x="70362" y="86830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4" name="Google Shape;9364;p30"/>
              <p:cNvSpPr/>
              <p:nvPr/>
            </p:nvSpPr>
            <p:spPr>
              <a:xfrm>
                <a:off x="62135" y="1010660"/>
                <a:ext cx="53295" cy="81909"/>
              </a:xfrm>
              <a:custGeom>
                <a:rect b="b" l="l" r="r" t="t"/>
                <a:pathLst>
                  <a:path extrusionOk="0" h="687" w="447">
                    <a:moveTo>
                      <a:pt x="224" y="70"/>
                    </a:moveTo>
                    <a:cubicBezTo>
                      <a:pt x="316" y="70"/>
                      <a:pt x="362" y="170"/>
                      <a:pt x="362" y="339"/>
                    </a:cubicBezTo>
                    <a:cubicBezTo>
                      <a:pt x="362" y="509"/>
                      <a:pt x="316" y="617"/>
                      <a:pt x="224" y="617"/>
                    </a:cubicBezTo>
                    <a:cubicBezTo>
                      <a:pt x="146" y="617"/>
                      <a:pt x="93" y="517"/>
                      <a:pt x="93" y="347"/>
                    </a:cubicBezTo>
                    <a:cubicBezTo>
                      <a:pt x="93" y="170"/>
                      <a:pt x="146" y="70"/>
                      <a:pt x="224" y="70"/>
                    </a:cubicBezTo>
                    <a:close/>
                    <a:moveTo>
                      <a:pt x="231" y="0"/>
                    </a:moveTo>
                    <a:cubicBezTo>
                      <a:pt x="100"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5" name="Google Shape;9365;p30"/>
              <p:cNvSpPr/>
              <p:nvPr/>
            </p:nvSpPr>
            <p:spPr>
              <a:xfrm>
                <a:off x="70362" y="1156713"/>
                <a:ext cx="26707" cy="79167"/>
              </a:xfrm>
              <a:custGeom>
                <a:rect b="b" l="l" r="r" t="t"/>
                <a:pathLst>
                  <a:path extrusionOk="0" h="664" w="224">
                    <a:moveTo>
                      <a:pt x="147" y="1"/>
                    </a:moveTo>
                    <a:lnTo>
                      <a:pt x="0" y="85"/>
                    </a:lnTo>
                    <a:lnTo>
                      <a:pt x="16" y="147"/>
                    </a:lnTo>
                    <a:lnTo>
                      <a:pt x="131" y="85"/>
                    </a:lnTo>
                    <a:lnTo>
                      <a:pt x="139" y="85"/>
                    </a:lnTo>
                    <a:lnTo>
                      <a:pt x="139" y="663"/>
                    </a:lnTo>
                    <a:lnTo>
                      <a:pt x="224" y="663"/>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6" name="Google Shape;9366;p30"/>
              <p:cNvSpPr/>
              <p:nvPr/>
            </p:nvSpPr>
            <p:spPr>
              <a:xfrm>
                <a:off x="62135" y="1300979"/>
                <a:ext cx="53295" cy="80955"/>
              </a:xfrm>
              <a:custGeom>
                <a:rect b="b" l="l" r="r" t="t"/>
                <a:pathLst>
                  <a:path extrusionOk="0" h="679" w="447">
                    <a:moveTo>
                      <a:pt x="224" y="70"/>
                    </a:moveTo>
                    <a:cubicBezTo>
                      <a:pt x="316" y="70"/>
                      <a:pt x="362" y="170"/>
                      <a:pt x="362" y="331"/>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7" name="Google Shape;9367;p30"/>
              <p:cNvSpPr/>
              <p:nvPr/>
            </p:nvSpPr>
            <p:spPr>
              <a:xfrm>
                <a:off x="70362" y="144703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8" name="Google Shape;9368;p30"/>
              <p:cNvSpPr/>
              <p:nvPr/>
            </p:nvSpPr>
            <p:spPr>
              <a:xfrm>
                <a:off x="62135" y="159034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9" name="Google Shape;9369;p30"/>
              <p:cNvSpPr/>
              <p:nvPr/>
            </p:nvSpPr>
            <p:spPr>
              <a:xfrm>
                <a:off x="70362" y="1736397"/>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0" name="Google Shape;9370;p30"/>
              <p:cNvSpPr/>
              <p:nvPr/>
            </p:nvSpPr>
            <p:spPr>
              <a:xfrm>
                <a:off x="62135" y="1879709"/>
                <a:ext cx="53295" cy="80955"/>
              </a:xfrm>
              <a:custGeom>
                <a:rect b="b" l="l" r="r" t="t"/>
                <a:pathLst>
                  <a:path extrusionOk="0" h="679" w="447">
                    <a:moveTo>
                      <a:pt x="224" y="62"/>
                    </a:moveTo>
                    <a:cubicBezTo>
                      <a:pt x="316" y="62"/>
                      <a:pt x="362" y="162"/>
                      <a:pt x="362" y="332"/>
                    </a:cubicBezTo>
                    <a:cubicBezTo>
                      <a:pt x="362" y="501"/>
                      <a:pt x="316" y="609"/>
                      <a:pt x="224" y="609"/>
                    </a:cubicBezTo>
                    <a:cubicBezTo>
                      <a:pt x="146" y="609"/>
                      <a:pt x="93" y="509"/>
                      <a:pt x="93" y="339"/>
                    </a:cubicBezTo>
                    <a:cubicBezTo>
                      <a:pt x="93" y="162"/>
                      <a:pt x="146" y="62"/>
                      <a:pt x="224" y="62"/>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1" name="Google Shape;9371;p30"/>
              <p:cNvSpPr/>
              <p:nvPr/>
            </p:nvSpPr>
            <p:spPr>
              <a:xfrm>
                <a:off x="70362" y="2025762"/>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2" name="Google Shape;9372;p30"/>
              <p:cNvSpPr/>
              <p:nvPr/>
            </p:nvSpPr>
            <p:spPr>
              <a:xfrm>
                <a:off x="70362" y="2169909"/>
                <a:ext cx="26707" cy="78213"/>
              </a:xfrm>
              <a:custGeom>
                <a:rect b="b" l="l" r="r" t="t"/>
                <a:pathLst>
                  <a:path extrusionOk="0" h="656" w="224">
                    <a:moveTo>
                      <a:pt x="147" y="1"/>
                    </a:moveTo>
                    <a:lnTo>
                      <a:pt x="0" y="78"/>
                    </a:lnTo>
                    <a:lnTo>
                      <a:pt x="16" y="147"/>
                    </a:lnTo>
                    <a:lnTo>
                      <a:pt x="131"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3" name="Google Shape;9373;p30"/>
              <p:cNvSpPr/>
              <p:nvPr/>
            </p:nvSpPr>
            <p:spPr>
              <a:xfrm>
                <a:off x="62135" y="2313220"/>
                <a:ext cx="53295" cy="80955"/>
              </a:xfrm>
              <a:custGeom>
                <a:rect b="b" l="l" r="r" t="t"/>
                <a:pathLst>
                  <a:path extrusionOk="0" h="679" w="447">
                    <a:moveTo>
                      <a:pt x="224" y="70"/>
                    </a:moveTo>
                    <a:cubicBezTo>
                      <a:pt x="316" y="70"/>
                      <a:pt x="362" y="170"/>
                      <a:pt x="362" y="340"/>
                    </a:cubicBezTo>
                    <a:cubicBezTo>
                      <a:pt x="362" y="509"/>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4" name="Google Shape;9374;p30"/>
              <p:cNvSpPr/>
              <p:nvPr/>
            </p:nvSpPr>
            <p:spPr>
              <a:xfrm>
                <a:off x="62135" y="2458439"/>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5" name="Google Shape;9375;p30"/>
              <p:cNvSpPr/>
              <p:nvPr/>
            </p:nvSpPr>
            <p:spPr>
              <a:xfrm>
                <a:off x="70362" y="260449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6" name="Google Shape;9376;p30"/>
              <p:cNvSpPr/>
              <p:nvPr/>
            </p:nvSpPr>
            <p:spPr>
              <a:xfrm>
                <a:off x="62135" y="2747804"/>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7" name="Google Shape;9377;p30"/>
              <p:cNvSpPr/>
              <p:nvPr/>
            </p:nvSpPr>
            <p:spPr>
              <a:xfrm>
                <a:off x="70362" y="2893858"/>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8" name="Google Shape;9378;p30"/>
              <p:cNvSpPr/>
              <p:nvPr/>
            </p:nvSpPr>
            <p:spPr>
              <a:xfrm>
                <a:off x="70362" y="303812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9" name="Google Shape;9379;p30"/>
              <p:cNvSpPr/>
              <p:nvPr/>
            </p:nvSpPr>
            <p:spPr>
              <a:xfrm>
                <a:off x="62135" y="3181315"/>
                <a:ext cx="53295" cy="81075"/>
              </a:xfrm>
              <a:custGeom>
                <a:rect b="b" l="l" r="r" t="t"/>
                <a:pathLst>
                  <a:path extrusionOk="0" h="680" w="447">
                    <a:moveTo>
                      <a:pt x="224" y="70"/>
                    </a:moveTo>
                    <a:cubicBezTo>
                      <a:pt x="316" y="70"/>
                      <a:pt x="362" y="170"/>
                      <a:pt x="362" y="340"/>
                    </a:cubicBezTo>
                    <a:cubicBezTo>
                      <a:pt x="362" y="510"/>
                      <a:pt x="316" y="610"/>
                      <a:pt x="224" y="610"/>
                    </a:cubicBezTo>
                    <a:cubicBezTo>
                      <a:pt x="146" y="610"/>
                      <a:pt x="93" y="517"/>
                      <a:pt x="93" y="348"/>
                    </a:cubicBezTo>
                    <a:cubicBezTo>
                      <a:pt x="93" y="170"/>
                      <a:pt x="146" y="70"/>
                      <a:pt x="224" y="70"/>
                    </a:cubicBezTo>
                    <a:close/>
                    <a:moveTo>
                      <a:pt x="231" y="1"/>
                    </a:moveTo>
                    <a:cubicBezTo>
                      <a:pt x="100"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0" name="Google Shape;9380;p30"/>
              <p:cNvSpPr/>
              <p:nvPr/>
            </p:nvSpPr>
            <p:spPr>
              <a:xfrm>
                <a:off x="62135" y="3326535"/>
                <a:ext cx="53295" cy="80955"/>
              </a:xfrm>
              <a:custGeom>
                <a:rect b="b" l="l" r="r" t="t"/>
                <a:pathLst>
                  <a:path extrusionOk="0" h="679" w="447">
                    <a:moveTo>
                      <a:pt x="224" y="70"/>
                    </a:moveTo>
                    <a:cubicBezTo>
                      <a:pt x="316" y="70"/>
                      <a:pt x="362" y="170"/>
                      <a:pt x="362" y="332"/>
                    </a:cubicBezTo>
                    <a:cubicBezTo>
                      <a:pt x="362" y="501"/>
                      <a:pt x="316" y="609"/>
                      <a:pt x="224" y="609"/>
                    </a:cubicBezTo>
                    <a:cubicBezTo>
                      <a:pt x="146" y="609"/>
                      <a:pt x="93" y="509"/>
                      <a:pt x="93" y="339"/>
                    </a:cubicBezTo>
                    <a:cubicBezTo>
                      <a:pt x="93" y="162"/>
                      <a:pt x="146" y="70"/>
                      <a:pt x="224" y="70"/>
                    </a:cubicBezTo>
                    <a:close/>
                    <a:moveTo>
                      <a:pt x="231" y="0"/>
                    </a:moveTo>
                    <a:cubicBezTo>
                      <a:pt x="100" y="0"/>
                      <a:pt x="0" y="116"/>
                      <a:pt x="0" y="339"/>
                    </a:cubicBezTo>
                    <a:cubicBezTo>
                      <a:pt x="8" y="555"/>
                      <a:pt x="93" y="678"/>
                      <a:pt x="224" y="678"/>
                    </a:cubicBezTo>
                    <a:cubicBezTo>
                      <a:pt x="362" y="678"/>
                      <a:pt x="447" y="555"/>
                      <a:pt x="447" y="332"/>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1" name="Google Shape;9381;p30"/>
              <p:cNvSpPr/>
              <p:nvPr/>
            </p:nvSpPr>
            <p:spPr>
              <a:xfrm>
                <a:off x="62135" y="3470800"/>
                <a:ext cx="53295" cy="80955"/>
              </a:xfrm>
              <a:custGeom>
                <a:rect b="b" l="l" r="r" t="t"/>
                <a:pathLst>
                  <a:path extrusionOk="0" h="679" w="447">
                    <a:moveTo>
                      <a:pt x="224" y="69"/>
                    </a:moveTo>
                    <a:cubicBezTo>
                      <a:pt x="316" y="69"/>
                      <a:pt x="362" y="170"/>
                      <a:pt x="362" y="339"/>
                    </a:cubicBezTo>
                    <a:cubicBezTo>
                      <a:pt x="362" y="501"/>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2"/>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2" name="Google Shape;9382;p30"/>
              <p:cNvSpPr/>
              <p:nvPr/>
            </p:nvSpPr>
            <p:spPr>
              <a:xfrm>
                <a:off x="70362" y="3616853"/>
                <a:ext cx="26707" cy="78094"/>
              </a:xfrm>
              <a:custGeom>
                <a:rect b="b" l="l" r="r" t="t"/>
                <a:pathLst>
                  <a:path extrusionOk="0" h="655"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3" name="Google Shape;9383;p30"/>
              <p:cNvSpPr/>
              <p:nvPr/>
            </p:nvSpPr>
            <p:spPr>
              <a:xfrm>
                <a:off x="70362" y="3761953"/>
                <a:ext cx="26707" cy="78213"/>
              </a:xfrm>
              <a:custGeom>
                <a:rect b="b" l="l" r="r" t="t"/>
                <a:pathLst>
                  <a:path extrusionOk="0" h="656" w="224">
                    <a:moveTo>
                      <a:pt x="147" y="0"/>
                    </a:moveTo>
                    <a:lnTo>
                      <a:pt x="0" y="77"/>
                    </a:lnTo>
                    <a:lnTo>
                      <a:pt x="16" y="139"/>
                    </a:lnTo>
                    <a:lnTo>
                      <a:pt x="131"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4" name="Google Shape;9384;p30"/>
              <p:cNvSpPr/>
              <p:nvPr/>
            </p:nvSpPr>
            <p:spPr>
              <a:xfrm>
                <a:off x="70362" y="3906219"/>
                <a:ext cx="26707" cy="78213"/>
              </a:xfrm>
              <a:custGeom>
                <a:rect b="b" l="l" r="r" t="t"/>
                <a:pathLst>
                  <a:path extrusionOk="0" h="656" w="224">
                    <a:moveTo>
                      <a:pt x="147" y="0"/>
                    </a:moveTo>
                    <a:lnTo>
                      <a:pt x="0" y="77"/>
                    </a:lnTo>
                    <a:lnTo>
                      <a:pt x="16" y="146"/>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5" name="Google Shape;9385;p30"/>
              <p:cNvSpPr/>
              <p:nvPr/>
            </p:nvSpPr>
            <p:spPr>
              <a:xfrm>
                <a:off x="62135" y="404953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62"/>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6" name="Google Shape;9386;p30"/>
              <p:cNvSpPr/>
              <p:nvPr/>
            </p:nvSpPr>
            <p:spPr>
              <a:xfrm>
                <a:off x="70362" y="419558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7" name="Google Shape;9387;p30"/>
              <p:cNvSpPr/>
              <p:nvPr/>
            </p:nvSpPr>
            <p:spPr>
              <a:xfrm>
                <a:off x="62135" y="4338895"/>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8" name="Google Shape;9388;p30"/>
              <p:cNvSpPr/>
              <p:nvPr/>
            </p:nvSpPr>
            <p:spPr>
              <a:xfrm>
                <a:off x="70362" y="4484949"/>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9" name="Google Shape;9389;p30"/>
              <p:cNvSpPr/>
              <p:nvPr/>
            </p:nvSpPr>
            <p:spPr>
              <a:xfrm>
                <a:off x="62135" y="4628260"/>
                <a:ext cx="53295" cy="80955"/>
              </a:xfrm>
              <a:custGeom>
                <a:rect b="b" l="l" r="r" t="t"/>
                <a:pathLst>
                  <a:path extrusionOk="0" h="679" w="447">
                    <a:moveTo>
                      <a:pt x="224" y="69"/>
                    </a:moveTo>
                    <a:cubicBezTo>
                      <a:pt x="316" y="69"/>
                      <a:pt x="362" y="170"/>
                      <a:pt x="362" y="339"/>
                    </a:cubicBezTo>
                    <a:cubicBezTo>
                      <a:pt x="362" y="509"/>
                      <a:pt x="316" y="609"/>
                      <a:pt x="224" y="609"/>
                    </a:cubicBezTo>
                    <a:cubicBezTo>
                      <a:pt x="146" y="609"/>
                      <a:pt x="93" y="516"/>
                      <a:pt x="93" y="347"/>
                    </a:cubicBezTo>
                    <a:cubicBezTo>
                      <a:pt x="93" y="170"/>
                      <a:pt x="146" y="69"/>
                      <a:pt x="224" y="69"/>
                    </a:cubicBezTo>
                    <a:close/>
                    <a:moveTo>
                      <a:pt x="231" y="0"/>
                    </a:moveTo>
                    <a:cubicBezTo>
                      <a:pt x="100" y="0"/>
                      <a:pt x="0" y="123"/>
                      <a:pt x="0" y="339"/>
                    </a:cubicBezTo>
                    <a:cubicBezTo>
                      <a:pt x="8" y="563"/>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0" name="Google Shape;9390;p30"/>
              <p:cNvSpPr/>
              <p:nvPr/>
            </p:nvSpPr>
            <p:spPr>
              <a:xfrm>
                <a:off x="70362" y="4774314"/>
                <a:ext cx="26707" cy="78213"/>
              </a:xfrm>
              <a:custGeom>
                <a:rect b="b" l="l" r="r" t="t"/>
                <a:pathLst>
                  <a:path extrusionOk="0" h="656" w="224">
                    <a:moveTo>
                      <a:pt x="147" y="0"/>
                    </a:moveTo>
                    <a:lnTo>
                      <a:pt x="0" y="77"/>
                    </a:lnTo>
                    <a:lnTo>
                      <a:pt x="16" y="147"/>
                    </a:lnTo>
                    <a:lnTo>
                      <a:pt x="131" y="85"/>
                    </a:lnTo>
                    <a:lnTo>
                      <a:pt x="139" y="85"/>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91" name="Google Shape;9391;p30"/>
            <p:cNvGrpSpPr/>
            <p:nvPr/>
          </p:nvGrpSpPr>
          <p:grpSpPr>
            <a:xfrm>
              <a:off x="384275" y="206"/>
              <a:ext cx="53414" cy="4852321"/>
              <a:chOff x="418506" y="206"/>
              <a:chExt cx="53414" cy="4852321"/>
            </a:xfrm>
          </p:grpSpPr>
          <p:sp>
            <p:nvSpPr>
              <p:cNvPr id="9392" name="Google Shape;9392;p30"/>
              <p:cNvSpPr/>
              <p:nvPr/>
            </p:nvSpPr>
            <p:spPr>
              <a:xfrm>
                <a:off x="426733" y="206"/>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3" name="Google Shape;9393;p30"/>
              <p:cNvSpPr/>
              <p:nvPr/>
            </p:nvSpPr>
            <p:spPr>
              <a:xfrm>
                <a:off x="426733" y="144353"/>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4" name="Google Shape;9394;p30"/>
              <p:cNvSpPr/>
              <p:nvPr/>
            </p:nvSpPr>
            <p:spPr>
              <a:xfrm>
                <a:off x="426733" y="288618"/>
                <a:ext cx="25872" cy="79167"/>
              </a:xfrm>
              <a:custGeom>
                <a:rect b="b" l="l" r="r" t="t"/>
                <a:pathLst>
                  <a:path extrusionOk="0" h="664" w="217">
                    <a:moveTo>
                      <a:pt x="140" y="0"/>
                    </a:moveTo>
                    <a:lnTo>
                      <a:pt x="1" y="85"/>
                    </a:lnTo>
                    <a:lnTo>
                      <a:pt x="16" y="147"/>
                    </a:lnTo>
                    <a:lnTo>
                      <a:pt x="132" y="85"/>
                    </a:lnTo>
                    <a:lnTo>
                      <a:pt x="132" y="663"/>
                    </a:lnTo>
                    <a:lnTo>
                      <a:pt x="217" y="663"/>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5" name="Google Shape;9395;p30"/>
              <p:cNvSpPr/>
              <p:nvPr/>
            </p:nvSpPr>
            <p:spPr>
              <a:xfrm>
                <a:off x="426733" y="433718"/>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6" name="Google Shape;9396;p30"/>
              <p:cNvSpPr/>
              <p:nvPr/>
            </p:nvSpPr>
            <p:spPr>
              <a:xfrm>
                <a:off x="418506" y="577029"/>
                <a:ext cx="53414" cy="80955"/>
              </a:xfrm>
              <a:custGeom>
                <a:rect b="b" l="l" r="r" t="t"/>
                <a:pathLst>
                  <a:path extrusionOk="0" h="679" w="448">
                    <a:moveTo>
                      <a:pt x="224" y="70"/>
                    </a:moveTo>
                    <a:cubicBezTo>
                      <a:pt x="316" y="70"/>
                      <a:pt x="355" y="170"/>
                      <a:pt x="355" y="340"/>
                    </a:cubicBezTo>
                    <a:cubicBezTo>
                      <a:pt x="355" y="509"/>
                      <a:pt x="309" y="609"/>
                      <a:pt x="224" y="609"/>
                    </a:cubicBezTo>
                    <a:cubicBezTo>
                      <a:pt x="139" y="609"/>
                      <a:pt x="85" y="517"/>
                      <a:pt x="85" y="347"/>
                    </a:cubicBezTo>
                    <a:cubicBezTo>
                      <a:pt x="85" y="163"/>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7" name="Google Shape;9397;p30"/>
              <p:cNvSpPr/>
              <p:nvPr/>
            </p:nvSpPr>
            <p:spPr>
              <a:xfrm>
                <a:off x="418506" y="722248"/>
                <a:ext cx="53414" cy="80955"/>
              </a:xfrm>
              <a:custGeom>
                <a:rect b="b" l="l" r="r" t="t"/>
                <a:pathLst>
                  <a:path extrusionOk="0" h="679" w="448">
                    <a:moveTo>
                      <a:pt x="224" y="62"/>
                    </a:moveTo>
                    <a:cubicBezTo>
                      <a:pt x="316" y="62"/>
                      <a:pt x="355" y="162"/>
                      <a:pt x="355" y="331"/>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8" name="Google Shape;9398;p30"/>
              <p:cNvSpPr/>
              <p:nvPr/>
            </p:nvSpPr>
            <p:spPr>
              <a:xfrm>
                <a:off x="426733" y="86830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9" name="Google Shape;9399;p30"/>
              <p:cNvSpPr/>
              <p:nvPr/>
            </p:nvSpPr>
            <p:spPr>
              <a:xfrm>
                <a:off x="418506" y="1010660"/>
                <a:ext cx="53414" cy="81909"/>
              </a:xfrm>
              <a:custGeom>
                <a:rect b="b" l="l" r="r" t="t"/>
                <a:pathLst>
                  <a:path extrusionOk="0" h="687" w="448">
                    <a:moveTo>
                      <a:pt x="224" y="70"/>
                    </a:moveTo>
                    <a:cubicBezTo>
                      <a:pt x="316" y="70"/>
                      <a:pt x="355" y="170"/>
                      <a:pt x="355" y="339"/>
                    </a:cubicBezTo>
                    <a:cubicBezTo>
                      <a:pt x="355" y="509"/>
                      <a:pt x="309" y="617"/>
                      <a:pt x="224" y="617"/>
                    </a:cubicBezTo>
                    <a:cubicBezTo>
                      <a:pt x="139" y="617"/>
                      <a:pt x="85" y="517"/>
                      <a:pt x="85" y="347"/>
                    </a:cubicBezTo>
                    <a:cubicBezTo>
                      <a:pt x="85" y="170"/>
                      <a:pt x="147" y="70"/>
                      <a:pt x="224" y="70"/>
                    </a:cubicBezTo>
                    <a:close/>
                    <a:moveTo>
                      <a:pt x="224" y="0"/>
                    </a:moveTo>
                    <a:cubicBezTo>
                      <a:pt x="93" y="0"/>
                      <a:pt x="1" y="124"/>
                      <a:pt x="1" y="347"/>
                    </a:cubicBezTo>
                    <a:cubicBezTo>
                      <a:pt x="1" y="563"/>
                      <a:pt x="85" y="686"/>
                      <a:pt x="216" y="686"/>
                    </a:cubicBezTo>
                    <a:cubicBezTo>
                      <a:pt x="363" y="686"/>
                      <a:pt x="447" y="563"/>
                      <a:pt x="447" y="339"/>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0" name="Google Shape;9400;p30"/>
              <p:cNvSpPr/>
              <p:nvPr/>
            </p:nvSpPr>
            <p:spPr>
              <a:xfrm>
                <a:off x="426733" y="1156713"/>
                <a:ext cx="25872" cy="79167"/>
              </a:xfrm>
              <a:custGeom>
                <a:rect b="b" l="l" r="r" t="t"/>
                <a:pathLst>
                  <a:path extrusionOk="0" h="664" w="217">
                    <a:moveTo>
                      <a:pt x="140" y="1"/>
                    </a:moveTo>
                    <a:lnTo>
                      <a:pt x="1" y="85"/>
                    </a:lnTo>
                    <a:lnTo>
                      <a:pt x="16" y="147"/>
                    </a:lnTo>
                    <a:lnTo>
                      <a:pt x="132" y="85"/>
                    </a:lnTo>
                    <a:lnTo>
                      <a:pt x="132" y="663"/>
                    </a:lnTo>
                    <a:lnTo>
                      <a:pt x="217" y="663"/>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1" name="Google Shape;9401;p30"/>
              <p:cNvSpPr/>
              <p:nvPr/>
            </p:nvSpPr>
            <p:spPr>
              <a:xfrm>
                <a:off x="418506" y="1300979"/>
                <a:ext cx="53414" cy="80955"/>
              </a:xfrm>
              <a:custGeom>
                <a:rect b="b" l="l" r="r" t="t"/>
                <a:pathLst>
                  <a:path extrusionOk="0" h="679" w="448">
                    <a:moveTo>
                      <a:pt x="224" y="70"/>
                    </a:moveTo>
                    <a:cubicBezTo>
                      <a:pt x="316" y="70"/>
                      <a:pt x="355" y="170"/>
                      <a:pt x="355" y="331"/>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2" name="Google Shape;9402;p30"/>
              <p:cNvSpPr/>
              <p:nvPr/>
            </p:nvSpPr>
            <p:spPr>
              <a:xfrm>
                <a:off x="426733" y="144703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3" name="Google Shape;9403;p30"/>
              <p:cNvSpPr/>
              <p:nvPr/>
            </p:nvSpPr>
            <p:spPr>
              <a:xfrm>
                <a:off x="418506" y="159034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4" name="Google Shape;9404;p30"/>
              <p:cNvSpPr/>
              <p:nvPr/>
            </p:nvSpPr>
            <p:spPr>
              <a:xfrm>
                <a:off x="426733" y="1736397"/>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5" name="Google Shape;9405;p30"/>
              <p:cNvSpPr/>
              <p:nvPr/>
            </p:nvSpPr>
            <p:spPr>
              <a:xfrm>
                <a:off x="418506" y="1879709"/>
                <a:ext cx="53414" cy="80955"/>
              </a:xfrm>
              <a:custGeom>
                <a:rect b="b" l="l" r="r" t="t"/>
                <a:pathLst>
                  <a:path extrusionOk="0" h="679" w="448">
                    <a:moveTo>
                      <a:pt x="224" y="62"/>
                    </a:moveTo>
                    <a:cubicBezTo>
                      <a:pt x="316" y="62"/>
                      <a:pt x="355" y="162"/>
                      <a:pt x="355" y="332"/>
                    </a:cubicBezTo>
                    <a:cubicBezTo>
                      <a:pt x="355" y="501"/>
                      <a:pt x="309" y="609"/>
                      <a:pt x="224" y="609"/>
                    </a:cubicBezTo>
                    <a:cubicBezTo>
                      <a:pt x="139" y="609"/>
                      <a:pt x="85" y="509"/>
                      <a:pt x="85" y="339"/>
                    </a:cubicBezTo>
                    <a:cubicBezTo>
                      <a:pt x="85" y="162"/>
                      <a:pt x="147" y="62"/>
                      <a:pt x="224" y="62"/>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6" name="Google Shape;9406;p30"/>
              <p:cNvSpPr/>
              <p:nvPr/>
            </p:nvSpPr>
            <p:spPr>
              <a:xfrm>
                <a:off x="426733" y="2025762"/>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7" name="Google Shape;9407;p30"/>
              <p:cNvSpPr/>
              <p:nvPr/>
            </p:nvSpPr>
            <p:spPr>
              <a:xfrm>
                <a:off x="426733" y="2169909"/>
                <a:ext cx="25872" cy="78213"/>
              </a:xfrm>
              <a:custGeom>
                <a:rect b="b" l="l" r="r" t="t"/>
                <a:pathLst>
                  <a:path extrusionOk="0" h="656" w="217">
                    <a:moveTo>
                      <a:pt x="140" y="1"/>
                    </a:moveTo>
                    <a:lnTo>
                      <a:pt x="1" y="78"/>
                    </a:lnTo>
                    <a:lnTo>
                      <a:pt x="16" y="147"/>
                    </a:lnTo>
                    <a:lnTo>
                      <a:pt x="132" y="86"/>
                    </a:lnTo>
                    <a:lnTo>
                      <a:pt x="132" y="656"/>
                    </a:lnTo>
                    <a:lnTo>
                      <a:pt x="217" y="656"/>
                    </a:lnTo>
                    <a:lnTo>
                      <a:pt x="217"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8" name="Google Shape;9408;p30"/>
              <p:cNvSpPr/>
              <p:nvPr/>
            </p:nvSpPr>
            <p:spPr>
              <a:xfrm>
                <a:off x="418506" y="2313220"/>
                <a:ext cx="53414" cy="80955"/>
              </a:xfrm>
              <a:custGeom>
                <a:rect b="b" l="l" r="r" t="t"/>
                <a:pathLst>
                  <a:path extrusionOk="0" h="679" w="448">
                    <a:moveTo>
                      <a:pt x="224" y="70"/>
                    </a:moveTo>
                    <a:cubicBezTo>
                      <a:pt x="316" y="70"/>
                      <a:pt x="355" y="170"/>
                      <a:pt x="355" y="340"/>
                    </a:cubicBezTo>
                    <a:cubicBezTo>
                      <a:pt x="355" y="509"/>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9" name="Google Shape;9409;p30"/>
              <p:cNvSpPr/>
              <p:nvPr/>
            </p:nvSpPr>
            <p:spPr>
              <a:xfrm>
                <a:off x="418506" y="2458439"/>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0" name="Google Shape;9410;p30"/>
              <p:cNvSpPr/>
              <p:nvPr/>
            </p:nvSpPr>
            <p:spPr>
              <a:xfrm>
                <a:off x="426733" y="260449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1" name="Google Shape;9411;p30"/>
              <p:cNvSpPr/>
              <p:nvPr/>
            </p:nvSpPr>
            <p:spPr>
              <a:xfrm>
                <a:off x="418506" y="2747804"/>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2" name="Google Shape;9412;p30"/>
              <p:cNvSpPr/>
              <p:nvPr/>
            </p:nvSpPr>
            <p:spPr>
              <a:xfrm>
                <a:off x="426733" y="2893858"/>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3" name="Google Shape;9413;p30"/>
              <p:cNvSpPr/>
              <p:nvPr/>
            </p:nvSpPr>
            <p:spPr>
              <a:xfrm>
                <a:off x="426733" y="303812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4" name="Google Shape;9414;p30"/>
              <p:cNvSpPr/>
              <p:nvPr/>
            </p:nvSpPr>
            <p:spPr>
              <a:xfrm>
                <a:off x="418506" y="3181315"/>
                <a:ext cx="53414" cy="81075"/>
              </a:xfrm>
              <a:custGeom>
                <a:rect b="b" l="l" r="r" t="t"/>
                <a:pathLst>
                  <a:path extrusionOk="0" h="680" w="448">
                    <a:moveTo>
                      <a:pt x="224" y="70"/>
                    </a:moveTo>
                    <a:cubicBezTo>
                      <a:pt x="316" y="70"/>
                      <a:pt x="355" y="170"/>
                      <a:pt x="355" y="340"/>
                    </a:cubicBezTo>
                    <a:cubicBezTo>
                      <a:pt x="355" y="510"/>
                      <a:pt x="309" y="610"/>
                      <a:pt x="224" y="610"/>
                    </a:cubicBezTo>
                    <a:cubicBezTo>
                      <a:pt x="139" y="610"/>
                      <a:pt x="85" y="517"/>
                      <a:pt x="85" y="348"/>
                    </a:cubicBezTo>
                    <a:cubicBezTo>
                      <a:pt x="85" y="170"/>
                      <a:pt x="147" y="70"/>
                      <a:pt x="224" y="70"/>
                    </a:cubicBezTo>
                    <a:close/>
                    <a:moveTo>
                      <a:pt x="224" y="1"/>
                    </a:moveTo>
                    <a:cubicBezTo>
                      <a:pt x="93" y="1"/>
                      <a:pt x="1" y="124"/>
                      <a:pt x="1" y="340"/>
                    </a:cubicBezTo>
                    <a:cubicBezTo>
                      <a:pt x="1" y="563"/>
                      <a:pt x="85" y="679"/>
                      <a:pt x="216" y="679"/>
                    </a:cubicBezTo>
                    <a:cubicBezTo>
                      <a:pt x="363" y="679"/>
                      <a:pt x="447" y="556"/>
                      <a:pt x="447" y="332"/>
                    </a:cubicBezTo>
                    <a:cubicBezTo>
                      <a:pt x="447" y="124"/>
                      <a:pt x="363" y="1"/>
                      <a:pt x="224"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5" name="Google Shape;9415;p30"/>
              <p:cNvSpPr/>
              <p:nvPr/>
            </p:nvSpPr>
            <p:spPr>
              <a:xfrm>
                <a:off x="418506" y="3326535"/>
                <a:ext cx="53414" cy="80955"/>
              </a:xfrm>
              <a:custGeom>
                <a:rect b="b" l="l" r="r" t="t"/>
                <a:pathLst>
                  <a:path extrusionOk="0" h="679" w="448">
                    <a:moveTo>
                      <a:pt x="224" y="70"/>
                    </a:moveTo>
                    <a:cubicBezTo>
                      <a:pt x="316" y="70"/>
                      <a:pt x="355" y="170"/>
                      <a:pt x="355" y="332"/>
                    </a:cubicBezTo>
                    <a:cubicBezTo>
                      <a:pt x="355" y="501"/>
                      <a:pt x="309" y="609"/>
                      <a:pt x="224" y="609"/>
                    </a:cubicBezTo>
                    <a:cubicBezTo>
                      <a:pt x="139" y="609"/>
                      <a:pt x="85" y="509"/>
                      <a:pt x="85" y="339"/>
                    </a:cubicBezTo>
                    <a:cubicBezTo>
                      <a:pt x="85" y="162"/>
                      <a:pt x="147" y="70"/>
                      <a:pt x="224" y="70"/>
                    </a:cubicBezTo>
                    <a:close/>
                    <a:moveTo>
                      <a:pt x="224" y="0"/>
                    </a:moveTo>
                    <a:cubicBezTo>
                      <a:pt x="93" y="0"/>
                      <a:pt x="1" y="116"/>
                      <a:pt x="1" y="339"/>
                    </a:cubicBezTo>
                    <a:cubicBezTo>
                      <a:pt x="1" y="555"/>
                      <a:pt x="85" y="678"/>
                      <a:pt x="216" y="678"/>
                    </a:cubicBezTo>
                    <a:cubicBezTo>
                      <a:pt x="363" y="678"/>
                      <a:pt x="447" y="555"/>
                      <a:pt x="447" y="332"/>
                    </a:cubicBezTo>
                    <a:cubicBezTo>
                      <a:pt x="447" y="124"/>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6" name="Google Shape;9416;p30"/>
              <p:cNvSpPr/>
              <p:nvPr/>
            </p:nvSpPr>
            <p:spPr>
              <a:xfrm>
                <a:off x="418506" y="3470800"/>
                <a:ext cx="53414" cy="80955"/>
              </a:xfrm>
              <a:custGeom>
                <a:rect b="b" l="l" r="r" t="t"/>
                <a:pathLst>
                  <a:path extrusionOk="0" h="679" w="448">
                    <a:moveTo>
                      <a:pt x="224" y="69"/>
                    </a:moveTo>
                    <a:cubicBezTo>
                      <a:pt x="316" y="69"/>
                      <a:pt x="355" y="170"/>
                      <a:pt x="355" y="339"/>
                    </a:cubicBezTo>
                    <a:cubicBezTo>
                      <a:pt x="355" y="501"/>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2"/>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7" name="Google Shape;9417;p30"/>
              <p:cNvSpPr/>
              <p:nvPr/>
            </p:nvSpPr>
            <p:spPr>
              <a:xfrm>
                <a:off x="426733" y="3616853"/>
                <a:ext cx="25872" cy="78094"/>
              </a:xfrm>
              <a:custGeom>
                <a:rect b="b" l="l" r="r" t="t"/>
                <a:pathLst>
                  <a:path extrusionOk="0" h="655"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8" name="Google Shape;9418;p30"/>
              <p:cNvSpPr/>
              <p:nvPr/>
            </p:nvSpPr>
            <p:spPr>
              <a:xfrm>
                <a:off x="426733" y="3761953"/>
                <a:ext cx="25872" cy="78213"/>
              </a:xfrm>
              <a:custGeom>
                <a:rect b="b" l="l" r="r" t="t"/>
                <a:pathLst>
                  <a:path extrusionOk="0" h="656" w="217">
                    <a:moveTo>
                      <a:pt x="140" y="0"/>
                    </a:moveTo>
                    <a:lnTo>
                      <a:pt x="1" y="77"/>
                    </a:lnTo>
                    <a:lnTo>
                      <a:pt x="16" y="139"/>
                    </a:lnTo>
                    <a:lnTo>
                      <a:pt x="132" y="77"/>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9" name="Google Shape;9419;p30"/>
              <p:cNvSpPr/>
              <p:nvPr/>
            </p:nvSpPr>
            <p:spPr>
              <a:xfrm>
                <a:off x="426733" y="3906219"/>
                <a:ext cx="25872" cy="78213"/>
              </a:xfrm>
              <a:custGeom>
                <a:rect b="b" l="l" r="r" t="t"/>
                <a:pathLst>
                  <a:path extrusionOk="0" h="656" w="217">
                    <a:moveTo>
                      <a:pt x="140" y="0"/>
                    </a:moveTo>
                    <a:lnTo>
                      <a:pt x="1" y="77"/>
                    </a:lnTo>
                    <a:lnTo>
                      <a:pt x="16" y="146"/>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0" name="Google Shape;9420;p30"/>
              <p:cNvSpPr/>
              <p:nvPr/>
            </p:nvSpPr>
            <p:spPr>
              <a:xfrm>
                <a:off x="418506" y="404953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62"/>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1" name="Google Shape;9421;p30"/>
              <p:cNvSpPr/>
              <p:nvPr/>
            </p:nvSpPr>
            <p:spPr>
              <a:xfrm>
                <a:off x="426733" y="419558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2" name="Google Shape;9422;p30"/>
              <p:cNvSpPr/>
              <p:nvPr/>
            </p:nvSpPr>
            <p:spPr>
              <a:xfrm>
                <a:off x="418506" y="4338895"/>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3" name="Google Shape;9423;p30"/>
              <p:cNvSpPr/>
              <p:nvPr/>
            </p:nvSpPr>
            <p:spPr>
              <a:xfrm>
                <a:off x="426733" y="4484949"/>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4" name="Google Shape;9424;p30"/>
              <p:cNvSpPr/>
              <p:nvPr/>
            </p:nvSpPr>
            <p:spPr>
              <a:xfrm>
                <a:off x="418506" y="4628260"/>
                <a:ext cx="53414" cy="80955"/>
              </a:xfrm>
              <a:custGeom>
                <a:rect b="b" l="l" r="r" t="t"/>
                <a:pathLst>
                  <a:path extrusionOk="0" h="679" w="448">
                    <a:moveTo>
                      <a:pt x="224" y="69"/>
                    </a:moveTo>
                    <a:cubicBezTo>
                      <a:pt x="316" y="69"/>
                      <a:pt x="355" y="170"/>
                      <a:pt x="355" y="339"/>
                    </a:cubicBezTo>
                    <a:cubicBezTo>
                      <a:pt x="355" y="509"/>
                      <a:pt x="309" y="609"/>
                      <a:pt x="224" y="609"/>
                    </a:cubicBezTo>
                    <a:cubicBezTo>
                      <a:pt x="139" y="609"/>
                      <a:pt x="85" y="516"/>
                      <a:pt x="85" y="347"/>
                    </a:cubicBezTo>
                    <a:cubicBezTo>
                      <a:pt x="85" y="170"/>
                      <a:pt x="147" y="69"/>
                      <a:pt x="224" y="69"/>
                    </a:cubicBezTo>
                    <a:close/>
                    <a:moveTo>
                      <a:pt x="224" y="0"/>
                    </a:moveTo>
                    <a:cubicBezTo>
                      <a:pt x="93" y="0"/>
                      <a:pt x="1" y="123"/>
                      <a:pt x="1" y="339"/>
                    </a:cubicBezTo>
                    <a:cubicBezTo>
                      <a:pt x="1" y="563"/>
                      <a:pt x="85" y="678"/>
                      <a:pt x="216" y="678"/>
                    </a:cubicBezTo>
                    <a:cubicBezTo>
                      <a:pt x="363" y="678"/>
                      <a:pt x="447" y="555"/>
                      <a:pt x="447" y="331"/>
                    </a:cubicBezTo>
                    <a:cubicBezTo>
                      <a:pt x="447" y="123"/>
                      <a:pt x="363" y="0"/>
                      <a:pt x="224"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5" name="Google Shape;9425;p30"/>
              <p:cNvSpPr/>
              <p:nvPr/>
            </p:nvSpPr>
            <p:spPr>
              <a:xfrm>
                <a:off x="426733" y="4774314"/>
                <a:ext cx="25872" cy="78213"/>
              </a:xfrm>
              <a:custGeom>
                <a:rect b="b" l="l" r="r" t="t"/>
                <a:pathLst>
                  <a:path extrusionOk="0" h="656" w="217">
                    <a:moveTo>
                      <a:pt x="140" y="0"/>
                    </a:moveTo>
                    <a:lnTo>
                      <a:pt x="1" y="77"/>
                    </a:lnTo>
                    <a:lnTo>
                      <a:pt x="16" y="147"/>
                    </a:lnTo>
                    <a:lnTo>
                      <a:pt x="132" y="85"/>
                    </a:lnTo>
                    <a:lnTo>
                      <a:pt x="132" y="655"/>
                    </a:lnTo>
                    <a:lnTo>
                      <a:pt x="217" y="655"/>
                    </a:lnTo>
                    <a:lnTo>
                      <a:pt x="217"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26" name="Google Shape;9426;p30"/>
            <p:cNvSpPr/>
            <p:nvPr/>
          </p:nvSpPr>
          <p:spPr>
            <a:xfrm>
              <a:off x="939336" y="206"/>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7" name="Google Shape;9427;p30"/>
            <p:cNvSpPr/>
            <p:nvPr/>
          </p:nvSpPr>
          <p:spPr>
            <a:xfrm>
              <a:off x="939336" y="144353"/>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8" name="Google Shape;9428;p30"/>
            <p:cNvSpPr/>
            <p:nvPr/>
          </p:nvSpPr>
          <p:spPr>
            <a:xfrm>
              <a:off x="939336" y="288618"/>
              <a:ext cx="26826" cy="79167"/>
            </a:xfrm>
            <a:custGeom>
              <a:rect b="b" l="l" r="r" t="t"/>
              <a:pathLst>
                <a:path extrusionOk="0" h="664" w="225">
                  <a:moveTo>
                    <a:pt x="147" y="0"/>
                  </a:moveTo>
                  <a:lnTo>
                    <a:pt x="1" y="85"/>
                  </a:lnTo>
                  <a:lnTo>
                    <a:pt x="16" y="147"/>
                  </a:lnTo>
                  <a:lnTo>
                    <a:pt x="132" y="85"/>
                  </a:lnTo>
                  <a:lnTo>
                    <a:pt x="139" y="85"/>
                  </a:lnTo>
                  <a:lnTo>
                    <a:pt x="139" y="663"/>
                  </a:lnTo>
                  <a:lnTo>
                    <a:pt x="224" y="663"/>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9" name="Google Shape;9429;p30"/>
            <p:cNvSpPr/>
            <p:nvPr/>
          </p:nvSpPr>
          <p:spPr>
            <a:xfrm>
              <a:off x="939336" y="433718"/>
              <a:ext cx="26826" cy="78213"/>
            </a:xfrm>
            <a:custGeom>
              <a:rect b="b" l="l" r="r" t="t"/>
              <a:pathLst>
                <a:path extrusionOk="0" h="656" w="225">
                  <a:moveTo>
                    <a:pt x="147" y="1"/>
                  </a:moveTo>
                  <a:lnTo>
                    <a:pt x="1" y="78"/>
                  </a:lnTo>
                  <a:lnTo>
                    <a:pt x="16" y="147"/>
                  </a:lnTo>
                  <a:lnTo>
                    <a:pt x="132" y="86"/>
                  </a:lnTo>
                  <a:lnTo>
                    <a:pt x="139" y="86"/>
                  </a:lnTo>
                  <a:lnTo>
                    <a:pt x="139" y="656"/>
                  </a:lnTo>
                  <a:lnTo>
                    <a:pt x="224" y="656"/>
                  </a:lnTo>
                  <a:lnTo>
                    <a:pt x="224" y="1"/>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0" name="Google Shape;9430;p30"/>
            <p:cNvSpPr/>
            <p:nvPr/>
          </p:nvSpPr>
          <p:spPr>
            <a:xfrm>
              <a:off x="931109" y="577029"/>
              <a:ext cx="53414" cy="80955"/>
            </a:xfrm>
            <a:custGeom>
              <a:rect b="b" l="l" r="r" t="t"/>
              <a:pathLst>
                <a:path extrusionOk="0" h="679" w="448">
                  <a:moveTo>
                    <a:pt x="224" y="70"/>
                  </a:moveTo>
                  <a:cubicBezTo>
                    <a:pt x="316" y="70"/>
                    <a:pt x="362" y="170"/>
                    <a:pt x="362" y="340"/>
                  </a:cubicBezTo>
                  <a:cubicBezTo>
                    <a:pt x="362" y="509"/>
                    <a:pt x="316" y="609"/>
                    <a:pt x="224" y="609"/>
                  </a:cubicBezTo>
                  <a:cubicBezTo>
                    <a:pt x="147" y="609"/>
                    <a:pt x="93" y="517"/>
                    <a:pt x="93" y="347"/>
                  </a:cubicBezTo>
                  <a:cubicBezTo>
                    <a:pt x="93" y="163"/>
                    <a:pt x="147" y="70"/>
                    <a:pt x="224" y="70"/>
                  </a:cubicBezTo>
                  <a:close/>
                  <a:moveTo>
                    <a:pt x="231" y="1"/>
                  </a:moveTo>
                  <a:cubicBezTo>
                    <a:pt x="101" y="1"/>
                    <a:pt x="0" y="124"/>
                    <a:pt x="0" y="340"/>
                  </a:cubicBezTo>
                  <a:cubicBezTo>
                    <a:pt x="8" y="563"/>
                    <a:pt x="93" y="679"/>
                    <a:pt x="224" y="679"/>
                  </a:cubicBezTo>
                  <a:cubicBezTo>
                    <a:pt x="362" y="679"/>
                    <a:pt x="447" y="556"/>
                    <a:pt x="447" y="332"/>
                  </a:cubicBezTo>
                  <a:cubicBezTo>
                    <a:pt x="447" y="124"/>
                    <a:pt x="362" y="1"/>
                    <a:pt x="231" y="1"/>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1" name="Google Shape;9431;p30"/>
            <p:cNvSpPr/>
            <p:nvPr/>
          </p:nvSpPr>
          <p:spPr>
            <a:xfrm>
              <a:off x="931109" y="722248"/>
              <a:ext cx="53414" cy="80955"/>
            </a:xfrm>
            <a:custGeom>
              <a:rect b="b" l="l" r="r" t="t"/>
              <a:pathLst>
                <a:path extrusionOk="0" h="679" w="448">
                  <a:moveTo>
                    <a:pt x="224" y="62"/>
                  </a:moveTo>
                  <a:cubicBezTo>
                    <a:pt x="316" y="62"/>
                    <a:pt x="362" y="162"/>
                    <a:pt x="362" y="331"/>
                  </a:cubicBezTo>
                  <a:cubicBezTo>
                    <a:pt x="362" y="501"/>
                    <a:pt x="316" y="609"/>
                    <a:pt x="224" y="609"/>
                  </a:cubicBezTo>
                  <a:cubicBezTo>
                    <a:pt x="147" y="609"/>
                    <a:pt x="93" y="509"/>
                    <a:pt x="93" y="339"/>
                  </a:cubicBezTo>
                  <a:cubicBezTo>
                    <a:pt x="93" y="162"/>
                    <a:pt x="147" y="62"/>
                    <a:pt x="224" y="62"/>
                  </a:cubicBezTo>
                  <a:close/>
                  <a:moveTo>
                    <a:pt x="231" y="0"/>
                  </a:moveTo>
                  <a:cubicBezTo>
                    <a:pt x="101" y="0"/>
                    <a:pt x="0" y="116"/>
                    <a:pt x="0" y="339"/>
                  </a:cubicBezTo>
                  <a:cubicBezTo>
                    <a:pt x="8" y="555"/>
                    <a:pt x="93" y="678"/>
                    <a:pt x="224" y="678"/>
                  </a:cubicBezTo>
                  <a:cubicBezTo>
                    <a:pt x="362" y="678"/>
                    <a:pt x="447" y="555"/>
                    <a:pt x="447" y="331"/>
                  </a:cubicBezTo>
                  <a:cubicBezTo>
                    <a:pt x="447" y="123"/>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2" name="Google Shape;9432;p30"/>
            <p:cNvSpPr/>
            <p:nvPr/>
          </p:nvSpPr>
          <p:spPr>
            <a:xfrm>
              <a:off x="939336" y="868302"/>
              <a:ext cx="26826" cy="78213"/>
            </a:xfrm>
            <a:custGeom>
              <a:rect b="b" l="l" r="r" t="t"/>
              <a:pathLst>
                <a:path extrusionOk="0" h="656" w="225">
                  <a:moveTo>
                    <a:pt x="147" y="0"/>
                  </a:moveTo>
                  <a:lnTo>
                    <a:pt x="1" y="77"/>
                  </a:lnTo>
                  <a:lnTo>
                    <a:pt x="16" y="139"/>
                  </a:lnTo>
                  <a:lnTo>
                    <a:pt x="132" y="77"/>
                  </a:lnTo>
                  <a:lnTo>
                    <a:pt x="139" y="77"/>
                  </a:lnTo>
                  <a:lnTo>
                    <a:pt x="139" y="655"/>
                  </a:lnTo>
                  <a:lnTo>
                    <a:pt x="224" y="655"/>
                  </a:lnTo>
                  <a:lnTo>
                    <a:pt x="224" y="0"/>
                  </a:ln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3" name="Google Shape;9433;p30"/>
            <p:cNvSpPr/>
            <p:nvPr/>
          </p:nvSpPr>
          <p:spPr>
            <a:xfrm>
              <a:off x="931109" y="1010660"/>
              <a:ext cx="53414" cy="81909"/>
            </a:xfrm>
            <a:custGeom>
              <a:rect b="b" l="l" r="r" t="t"/>
              <a:pathLst>
                <a:path extrusionOk="0" h="687" w="448">
                  <a:moveTo>
                    <a:pt x="224" y="70"/>
                  </a:moveTo>
                  <a:cubicBezTo>
                    <a:pt x="316" y="70"/>
                    <a:pt x="362" y="170"/>
                    <a:pt x="362" y="339"/>
                  </a:cubicBezTo>
                  <a:cubicBezTo>
                    <a:pt x="362" y="509"/>
                    <a:pt x="316" y="617"/>
                    <a:pt x="224" y="617"/>
                  </a:cubicBezTo>
                  <a:cubicBezTo>
                    <a:pt x="147" y="617"/>
                    <a:pt x="93" y="517"/>
                    <a:pt x="93" y="347"/>
                  </a:cubicBezTo>
                  <a:cubicBezTo>
                    <a:pt x="93" y="170"/>
                    <a:pt x="147" y="70"/>
                    <a:pt x="224" y="70"/>
                  </a:cubicBezTo>
                  <a:close/>
                  <a:moveTo>
                    <a:pt x="231" y="0"/>
                  </a:moveTo>
                  <a:cubicBezTo>
                    <a:pt x="101" y="0"/>
                    <a:pt x="0" y="124"/>
                    <a:pt x="0" y="347"/>
                  </a:cubicBezTo>
                  <a:cubicBezTo>
                    <a:pt x="8" y="563"/>
                    <a:pt x="93" y="686"/>
                    <a:pt x="224" y="686"/>
                  </a:cubicBezTo>
                  <a:cubicBezTo>
                    <a:pt x="362" y="686"/>
                    <a:pt x="447" y="563"/>
                    <a:pt x="447" y="339"/>
                  </a:cubicBezTo>
                  <a:cubicBezTo>
                    <a:pt x="447" y="124"/>
                    <a:pt x="362" y="0"/>
                    <a:pt x="231" y="0"/>
                  </a:cubicBezTo>
                  <a:close/>
                </a:path>
              </a:pathLst>
            </a:custGeom>
            <a:solidFill>
              <a:srgbClr val="3FE6FF">
                <a:alpha val="722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4" name="Google Shape;9434;p30"/>
            <p:cNvSpPr/>
            <p:nvPr/>
          </p:nvSpPr>
          <p:spPr>
            <a:xfrm>
              <a:off x="8168419" y="206"/>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5" name="Google Shape;9435;p30"/>
            <p:cNvSpPr/>
            <p:nvPr/>
          </p:nvSpPr>
          <p:spPr>
            <a:xfrm>
              <a:off x="8168419" y="144353"/>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6" name="Google Shape;9436;p30"/>
            <p:cNvSpPr/>
            <p:nvPr/>
          </p:nvSpPr>
          <p:spPr>
            <a:xfrm>
              <a:off x="8168419" y="288618"/>
              <a:ext cx="25872" cy="79167"/>
            </a:xfrm>
            <a:custGeom>
              <a:rect b="b" l="l" r="r" t="t"/>
              <a:pathLst>
                <a:path extrusionOk="0" h="664" w="217">
                  <a:moveTo>
                    <a:pt x="139" y="0"/>
                  </a:moveTo>
                  <a:lnTo>
                    <a:pt x="1" y="85"/>
                  </a:lnTo>
                  <a:lnTo>
                    <a:pt x="16" y="147"/>
                  </a:lnTo>
                  <a:lnTo>
                    <a:pt x="132" y="85"/>
                  </a:lnTo>
                  <a:lnTo>
                    <a:pt x="132" y="663"/>
                  </a:lnTo>
                  <a:lnTo>
                    <a:pt x="216" y="663"/>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7" name="Google Shape;9437;p30"/>
            <p:cNvSpPr/>
            <p:nvPr/>
          </p:nvSpPr>
          <p:spPr>
            <a:xfrm>
              <a:off x="8168419" y="433718"/>
              <a:ext cx="25872" cy="78213"/>
            </a:xfrm>
            <a:custGeom>
              <a:rect b="b" l="l" r="r" t="t"/>
              <a:pathLst>
                <a:path extrusionOk="0" h="656" w="217">
                  <a:moveTo>
                    <a:pt x="139" y="1"/>
                  </a:moveTo>
                  <a:lnTo>
                    <a:pt x="1" y="78"/>
                  </a:lnTo>
                  <a:lnTo>
                    <a:pt x="16" y="147"/>
                  </a:lnTo>
                  <a:lnTo>
                    <a:pt x="132" y="86"/>
                  </a:lnTo>
                  <a:lnTo>
                    <a:pt x="132" y="656"/>
                  </a:lnTo>
                  <a:lnTo>
                    <a:pt x="216" y="656"/>
                  </a:lnTo>
                  <a:lnTo>
                    <a:pt x="21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8" name="Google Shape;9438;p30"/>
            <p:cNvSpPr/>
            <p:nvPr/>
          </p:nvSpPr>
          <p:spPr>
            <a:xfrm>
              <a:off x="8160192" y="577029"/>
              <a:ext cx="53414" cy="80955"/>
            </a:xfrm>
            <a:custGeom>
              <a:rect b="b" l="l" r="r" t="t"/>
              <a:pathLst>
                <a:path extrusionOk="0" h="679" w="448">
                  <a:moveTo>
                    <a:pt x="224" y="70"/>
                  </a:moveTo>
                  <a:cubicBezTo>
                    <a:pt x="316" y="70"/>
                    <a:pt x="355" y="170"/>
                    <a:pt x="355" y="340"/>
                  </a:cubicBezTo>
                  <a:cubicBezTo>
                    <a:pt x="355" y="509"/>
                    <a:pt x="316" y="609"/>
                    <a:pt x="224" y="609"/>
                  </a:cubicBezTo>
                  <a:cubicBezTo>
                    <a:pt x="139" y="609"/>
                    <a:pt x="85" y="517"/>
                    <a:pt x="85" y="347"/>
                  </a:cubicBezTo>
                  <a:cubicBezTo>
                    <a:pt x="85" y="163"/>
                    <a:pt x="147" y="70"/>
                    <a:pt x="224" y="70"/>
                  </a:cubicBezTo>
                  <a:close/>
                  <a:moveTo>
                    <a:pt x="224" y="1"/>
                  </a:moveTo>
                  <a:cubicBezTo>
                    <a:pt x="93" y="1"/>
                    <a:pt x="0" y="124"/>
                    <a:pt x="0" y="340"/>
                  </a:cubicBezTo>
                  <a:cubicBezTo>
                    <a:pt x="0" y="563"/>
                    <a:pt x="85" y="679"/>
                    <a:pt x="216" y="679"/>
                  </a:cubicBezTo>
                  <a:cubicBezTo>
                    <a:pt x="362" y="679"/>
                    <a:pt x="447" y="556"/>
                    <a:pt x="447" y="332"/>
                  </a:cubicBezTo>
                  <a:cubicBezTo>
                    <a:pt x="447" y="124"/>
                    <a:pt x="362"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9" name="Google Shape;9439;p30"/>
            <p:cNvSpPr/>
            <p:nvPr/>
          </p:nvSpPr>
          <p:spPr>
            <a:xfrm>
              <a:off x="8160192" y="722248"/>
              <a:ext cx="53414" cy="80955"/>
            </a:xfrm>
            <a:custGeom>
              <a:rect b="b" l="l" r="r" t="t"/>
              <a:pathLst>
                <a:path extrusionOk="0" h="679" w="448">
                  <a:moveTo>
                    <a:pt x="224" y="62"/>
                  </a:moveTo>
                  <a:cubicBezTo>
                    <a:pt x="316" y="62"/>
                    <a:pt x="355" y="162"/>
                    <a:pt x="355" y="331"/>
                  </a:cubicBezTo>
                  <a:cubicBezTo>
                    <a:pt x="355" y="501"/>
                    <a:pt x="316" y="609"/>
                    <a:pt x="224" y="609"/>
                  </a:cubicBezTo>
                  <a:cubicBezTo>
                    <a:pt x="139" y="609"/>
                    <a:pt x="85" y="509"/>
                    <a:pt x="85" y="339"/>
                  </a:cubicBezTo>
                  <a:cubicBezTo>
                    <a:pt x="85" y="162"/>
                    <a:pt x="147" y="62"/>
                    <a:pt x="224" y="62"/>
                  </a:cubicBezTo>
                  <a:close/>
                  <a:moveTo>
                    <a:pt x="224" y="0"/>
                  </a:moveTo>
                  <a:cubicBezTo>
                    <a:pt x="93" y="0"/>
                    <a:pt x="0" y="116"/>
                    <a:pt x="0" y="339"/>
                  </a:cubicBezTo>
                  <a:cubicBezTo>
                    <a:pt x="0" y="555"/>
                    <a:pt x="85" y="678"/>
                    <a:pt x="216" y="678"/>
                  </a:cubicBezTo>
                  <a:cubicBezTo>
                    <a:pt x="362" y="678"/>
                    <a:pt x="447" y="555"/>
                    <a:pt x="447" y="331"/>
                  </a:cubicBezTo>
                  <a:cubicBezTo>
                    <a:pt x="447" y="123"/>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0" name="Google Shape;9440;p30"/>
            <p:cNvSpPr/>
            <p:nvPr/>
          </p:nvSpPr>
          <p:spPr>
            <a:xfrm>
              <a:off x="8168419" y="868302"/>
              <a:ext cx="25872" cy="78213"/>
            </a:xfrm>
            <a:custGeom>
              <a:rect b="b" l="l" r="r" t="t"/>
              <a:pathLst>
                <a:path extrusionOk="0" h="656" w="217">
                  <a:moveTo>
                    <a:pt x="139" y="0"/>
                  </a:moveTo>
                  <a:lnTo>
                    <a:pt x="1" y="77"/>
                  </a:lnTo>
                  <a:lnTo>
                    <a:pt x="16" y="139"/>
                  </a:lnTo>
                  <a:lnTo>
                    <a:pt x="132" y="77"/>
                  </a:lnTo>
                  <a:lnTo>
                    <a:pt x="132" y="655"/>
                  </a:lnTo>
                  <a:lnTo>
                    <a:pt x="216" y="655"/>
                  </a:lnTo>
                  <a:lnTo>
                    <a:pt x="2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1" name="Google Shape;9441;p30"/>
            <p:cNvSpPr/>
            <p:nvPr/>
          </p:nvSpPr>
          <p:spPr>
            <a:xfrm>
              <a:off x="8160192" y="1010660"/>
              <a:ext cx="53414" cy="81909"/>
            </a:xfrm>
            <a:custGeom>
              <a:rect b="b" l="l" r="r" t="t"/>
              <a:pathLst>
                <a:path extrusionOk="0" h="687" w="448">
                  <a:moveTo>
                    <a:pt x="224" y="70"/>
                  </a:moveTo>
                  <a:cubicBezTo>
                    <a:pt x="316" y="70"/>
                    <a:pt x="355" y="170"/>
                    <a:pt x="355" y="339"/>
                  </a:cubicBezTo>
                  <a:cubicBezTo>
                    <a:pt x="355" y="509"/>
                    <a:pt x="316" y="617"/>
                    <a:pt x="224" y="617"/>
                  </a:cubicBezTo>
                  <a:cubicBezTo>
                    <a:pt x="139" y="617"/>
                    <a:pt x="85" y="517"/>
                    <a:pt x="85" y="347"/>
                  </a:cubicBezTo>
                  <a:cubicBezTo>
                    <a:pt x="85" y="170"/>
                    <a:pt x="147" y="70"/>
                    <a:pt x="224" y="70"/>
                  </a:cubicBezTo>
                  <a:close/>
                  <a:moveTo>
                    <a:pt x="224" y="0"/>
                  </a:moveTo>
                  <a:cubicBezTo>
                    <a:pt x="93" y="0"/>
                    <a:pt x="0" y="124"/>
                    <a:pt x="0" y="347"/>
                  </a:cubicBezTo>
                  <a:cubicBezTo>
                    <a:pt x="0" y="563"/>
                    <a:pt x="85" y="686"/>
                    <a:pt x="216" y="686"/>
                  </a:cubicBezTo>
                  <a:cubicBezTo>
                    <a:pt x="362" y="686"/>
                    <a:pt x="447" y="563"/>
                    <a:pt x="447" y="339"/>
                  </a:cubicBezTo>
                  <a:cubicBezTo>
                    <a:pt x="447" y="124"/>
                    <a:pt x="362"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2" name="Google Shape;9442;p30"/>
            <p:cNvSpPr/>
            <p:nvPr/>
          </p:nvSpPr>
          <p:spPr>
            <a:xfrm>
              <a:off x="8441061" y="206"/>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3" name="Google Shape;9443;p30"/>
            <p:cNvSpPr/>
            <p:nvPr/>
          </p:nvSpPr>
          <p:spPr>
            <a:xfrm>
              <a:off x="8441061" y="144353"/>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4" name="Google Shape;9444;p30"/>
            <p:cNvSpPr/>
            <p:nvPr/>
          </p:nvSpPr>
          <p:spPr>
            <a:xfrm>
              <a:off x="8441061" y="288618"/>
              <a:ext cx="26707" cy="79167"/>
            </a:xfrm>
            <a:custGeom>
              <a:rect b="b" l="l" r="r" t="t"/>
              <a:pathLst>
                <a:path extrusionOk="0" h="664" w="224">
                  <a:moveTo>
                    <a:pt x="147" y="0"/>
                  </a:moveTo>
                  <a:lnTo>
                    <a:pt x="0" y="85"/>
                  </a:lnTo>
                  <a:lnTo>
                    <a:pt x="23" y="147"/>
                  </a:lnTo>
                  <a:lnTo>
                    <a:pt x="139" y="85"/>
                  </a:lnTo>
                  <a:lnTo>
                    <a:pt x="139" y="663"/>
                  </a:lnTo>
                  <a:lnTo>
                    <a:pt x="224" y="663"/>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5" name="Google Shape;9445;p30"/>
            <p:cNvSpPr/>
            <p:nvPr/>
          </p:nvSpPr>
          <p:spPr>
            <a:xfrm>
              <a:off x="8441061" y="433718"/>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6" name="Google Shape;9446;p30"/>
            <p:cNvSpPr/>
            <p:nvPr/>
          </p:nvSpPr>
          <p:spPr>
            <a:xfrm>
              <a:off x="8433669" y="577029"/>
              <a:ext cx="52460" cy="80955"/>
            </a:xfrm>
            <a:custGeom>
              <a:rect b="b" l="l" r="r" t="t"/>
              <a:pathLst>
                <a:path extrusionOk="0" h="679" w="440">
                  <a:moveTo>
                    <a:pt x="224" y="70"/>
                  </a:moveTo>
                  <a:cubicBezTo>
                    <a:pt x="316" y="70"/>
                    <a:pt x="355" y="170"/>
                    <a:pt x="355" y="340"/>
                  </a:cubicBezTo>
                  <a:cubicBezTo>
                    <a:pt x="355" y="509"/>
                    <a:pt x="309" y="609"/>
                    <a:pt x="216" y="609"/>
                  </a:cubicBezTo>
                  <a:cubicBezTo>
                    <a:pt x="139" y="609"/>
                    <a:pt x="85" y="517"/>
                    <a:pt x="85" y="347"/>
                  </a:cubicBezTo>
                  <a:cubicBezTo>
                    <a:pt x="85" y="163"/>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7" name="Google Shape;9447;p30"/>
            <p:cNvSpPr/>
            <p:nvPr/>
          </p:nvSpPr>
          <p:spPr>
            <a:xfrm>
              <a:off x="8433669" y="722248"/>
              <a:ext cx="52460" cy="80955"/>
            </a:xfrm>
            <a:custGeom>
              <a:rect b="b" l="l" r="r" t="t"/>
              <a:pathLst>
                <a:path extrusionOk="0" h="679" w="440">
                  <a:moveTo>
                    <a:pt x="224" y="62"/>
                  </a:moveTo>
                  <a:cubicBezTo>
                    <a:pt x="316" y="62"/>
                    <a:pt x="355" y="162"/>
                    <a:pt x="355" y="331"/>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8" name="Google Shape;9448;p30"/>
            <p:cNvSpPr/>
            <p:nvPr/>
          </p:nvSpPr>
          <p:spPr>
            <a:xfrm>
              <a:off x="8441061" y="86830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9" name="Google Shape;9449;p30"/>
            <p:cNvSpPr/>
            <p:nvPr/>
          </p:nvSpPr>
          <p:spPr>
            <a:xfrm>
              <a:off x="8433669" y="1010660"/>
              <a:ext cx="52460" cy="81909"/>
            </a:xfrm>
            <a:custGeom>
              <a:rect b="b" l="l" r="r" t="t"/>
              <a:pathLst>
                <a:path extrusionOk="0" h="687" w="440">
                  <a:moveTo>
                    <a:pt x="224" y="70"/>
                  </a:moveTo>
                  <a:cubicBezTo>
                    <a:pt x="316" y="70"/>
                    <a:pt x="355" y="170"/>
                    <a:pt x="355" y="339"/>
                  </a:cubicBezTo>
                  <a:cubicBezTo>
                    <a:pt x="355" y="509"/>
                    <a:pt x="309" y="617"/>
                    <a:pt x="216" y="617"/>
                  </a:cubicBezTo>
                  <a:cubicBezTo>
                    <a:pt x="139" y="617"/>
                    <a:pt x="85" y="517"/>
                    <a:pt x="85" y="347"/>
                  </a:cubicBezTo>
                  <a:cubicBezTo>
                    <a:pt x="85" y="170"/>
                    <a:pt x="139" y="70"/>
                    <a:pt x="224" y="70"/>
                  </a:cubicBezTo>
                  <a:close/>
                  <a:moveTo>
                    <a:pt x="224" y="0"/>
                  </a:moveTo>
                  <a:cubicBezTo>
                    <a:pt x="93" y="0"/>
                    <a:pt x="0" y="124"/>
                    <a:pt x="0" y="347"/>
                  </a:cubicBezTo>
                  <a:cubicBezTo>
                    <a:pt x="0" y="563"/>
                    <a:pt x="85" y="686"/>
                    <a:pt x="216" y="686"/>
                  </a:cubicBezTo>
                  <a:cubicBezTo>
                    <a:pt x="363" y="686"/>
                    <a:pt x="440" y="563"/>
                    <a:pt x="440" y="339"/>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0" name="Google Shape;9450;p30"/>
            <p:cNvSpPr/>
            <p:nvPr/>
          </p:nvSpPr>
          <p:spPr>
            <a:xfrm>
              <a:off x="8441061" y="1156713"/>
              <a:ext cx="26707" cy="79167"/>
            </a:xfrm>
            <a:custGeom>
              <a:rect b="b" l="l" r="r" t="t"/>
              <a:pathLst>
                <a:path extrusionOk="0" h="664" w="224">
                  <a:moveTo>
                    <a:pt x="147" y="1"/>
                  </a:moveTo>
                  <a:lnTo>
                    <a:pt x="0" y="85"/>
                  </a:lnTo>
                  <a:lnTo>
                    <a:pt x="23" y="147"/>
                  </a:lnTo>
                  <a:lnTo>
                    <a:pt x="139" y="85"/>
                  </a:lnTo>
                  <a:lnTo>
                    <a:pt x="139" y="663"/>
                  </a:lnTo>
                  <a:lnTo>
                    <a:pt x="224" y="663"/>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1" name="Google Shape;9451;p30"/>
            <p:cNvSpPr/>
            <p:nvPr/>
          </p:nvSpPr>
          <p:spPr>
            <a:xfrm>
              <a:off x="8433669" y="1300979"/>
              <a:ext cx="52460" cy="80955"/>
            </a:xfrm>
            <a:custGeom>
              <a:rect b="b" l="l" r="r" t="t"/>
              <a:pathLst>
                <a:path extrusionOk="0" h="679" w="440">
                  <a:moveTo>
                    <a:pt x="224" y="70"/>
                  </a:moveTo>
                  <a:cubicBezTo>
                    <a:pt x="316" y="70"/>
                    <a:pt x="355" y="170"/>
                    <a:pt x="355" y="331"/>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1"/>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2" name="Google Shape;9452;p30"/>
            <p:cNvSpPr/>
            <p:nvPr/>
          </p:nvSpPr>
          <p:spPr>
            <a:xfrm>
              <a:off x="8441061" y="144703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3" name="Google Shape;9453;p30"/>
            <p:cNvSpPr/>
            <p:nvPr/>
          </p:nvSpPr>
          <p:spPr>
            <a:xfrm>
              <a:off x="8433669" y="1590344"/>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3"/>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4" name="Google Shape;9454;p30"/>
            <p:cNvSpPr/>
            <p:nvPr/>
          </p:nvSpPr>
          <p:spPr>
            <a:xfrm>
              <a:off x="8441061" y="1736397"/>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5" name="Google Shape;9455;p30"/>
            <p:cNvSpPr/>
            <p:nvPr/>
          </p:nvSpPr>
          <p:spPr>
            <a:xfrm>
              <a:off x="8433669" y="1879709"/>
              <a:ext cx="52460" cy="80955"/>
            </a:xfrm>
            <a:custGeom>
              <a:rect b="b" l="l" r="r" t="t"/>
              <a:pathLst>
                <a:path extrusionOk="0" h="679" w="440">
                  <a:moveTo>
                    <a:pt x="224" y="62"/>
                  </a:moveTo>
                  <a:cubicBezTo>
                    <a:pt x="316" y="62"/>
                    <a:pt x="355" y="162"/>
                    <a:pt x="355" y="332"/>
                  </a:cubicBezTo>
                  <a:cubicBezTo>
                    <a:pt x="355" y="501"/>
                    <a:pt x="309" y="609"/>
                    <a:pt x="216" y="609"/>
                  </a:cubicBezTo>
                  <a:cubicBezTo>
                    <a:pt x="139" y="609"/>
                    <a:pt x="85" y="509"/>
                    <a:pt x="85" y="339"/>
                  </a:cubicBezTo>
                  <a:cubicBezTo>
                    <a:pt x="85" y="162"/>
                    <a:pt x="139" y="62"/>
                    <a:pt x="224" y="62"/>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6" name="Google Shape;9456;p30"/>
            <p:cNvSpPr/>
            <p:nvPr/>
          </p:nvSpPr>
          <p:spPr>
            <a:xfrm>
              <a:off x="8441061" y="2025762"/>
              <a:ext cx="26707" cy="78213"/>
            </a:xfrm>
            <a:custGeom>
              <a:rect b="b" l="l" r="r" t="t"/>
              <a:pathLst>
                <a:path extrusionOk="0" h="656" w="224">
                  <a:moveTo>
                    <a:pt x="147" y="0"/>
                  </a:moveTo>
                  <a:lnTo>
                    <a:pt x="0" y="77"/>
                  </a:lnTo>
                  <a:lnTo>
                    <a:pt x="23" y="139"/>
                  </a:lnTo>
                  <a:lnTo>
                    <a:pt x="139" y="77"/>
                  </a:lnTo>
                  <a:lnTo>
                    <a:pt x="139" y="655"/>
                  </a:lnTo>
                  <a:lnTo>
                    <a:pt x="224" y="655"/>
                  </a:lnTo>
                  <a:lnTo>
                    <a:pt x="22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7" name="Google Shape;9457;p30"/>
            <p:cNvSpPr/>
            <p:nvPr/>
          </p:nvSpPr>
          <p:spPr>
            <a:xfrm>
              <a:off x="8441061" y="2169909"/>
              <a:ext cx="26707" cy="78213"/>
            </a:xfrm>
            <a:custGeom>
              <a:rect b="b" l="l" r="r" t="t"/>
              <a:pathLst>
                <a:path extrusionOk="0" h="656" w="224">
                  <a:moveTo>
                    <a:pt x="147" y="1"/>
                  </a:moveTo>
                  <a:lnTo>
                    <a:pt x="0" y="78"/>
                  </a:lnTo>
                  <a:lnTo>
                    <a:pt x="23" y="147"/>
                  </a:lnTo>
                  <a:lnTo>
                    <a:pt x="139" y="86"/>
                  </a:lnTo>
                  <a:lnTo>
                    <a:pt x="139" y="656"/>
                  </a:lnTo>
                  <a:lnTo>
                    <a:pt x="224" y="656"/>
                  </a:lnTo>
                  <a:lnTo>
                    <a:pt x="22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8" name="Google Shape;9458;p30"/>
            <p:cNvSpPr/>
            <p:nvPr/>
          </p:nvSpPr>
          <p:spPr>
            <a:xfrm>
              <a:off x="8433669" y="2313220"/>
              <a:ext cx="52460" cy="80955"/>
            </a:xfrm>
            <a:custGeom>
              <a:rect b="b" l="l" r="r" t="t"/>
              <a:pathLst>
                <a:path extrusionOk="0" h="679" w="440">
                  <a:moveTo>
                    <a:pt x="224" y="70"/>
                  </a:moveTo>
                  <a:cubicBezTo>
                    <a:pt x="316" y="70"/>
                    <a:pt x="355" y="170"/>
                    <a:pt x="355" y="340"/>
                  </a:cubicBezTo>
                  <a:cubicBezTo>
                    <a:pt x="355" y="509"/>
                    <a:pt x="309" y="610"/>
                    <a:pt x="216" y="610"/>
                  </a:cubicBezTo>
                  <a:cubicBezTo>
                    <a:pt x="139" y="610"/>
                    <a:pt x="85" y="517"/>
                    <a:pt x="85" y="348"/>
                  </a:cubicBezTo>
                  <a:cubicBezTo>
                    <a:pt x="85" y="170"/>
                    <a:pt x="139" y="70"/>
                    <a:pt x="224" y="70"/>
                  </a:cubicBezTo>
                  <a:close/>
                  <a:moveTo>
                    <a:pt x="224" y="1"/>
                  </a:moveTo>
                  <a:cubicBezTo>
                    <a:pt x="93" y="1"/>
                    <a:pt x="0" y="124"/>
                    <a:pt x="0" y="340"/>
                  </a:cubicBezTo>
                  <a:cubicBezTo>
                    <a:pt x="0" y="563"/>
                    <a:pt x="85" y="679"/>
                    <a:pt x="216" y="679"/>
                  </a:cubicBezTo>
                  <a:cubicBezTo>
                    <a:pt x="363" y="679"/>
                    <a:pt x="440" y="556"/>
                    <a:pt x="440" y="332"/>
                  </a:cubicBezTo>
                  <a:cubicBezTo>
                    <a:pt x="440" y="124"/>
                    <a:pt x="355" y="1"/>
                    <a:pt x="2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9" name="Google Shape;9459;p30"/>
            <p:cNvSpPr/>
            <p:nvPr/>
          </p:nvSpPr>
          <p:spPr>
            <a:xfrm>
              <a:off x="8433669" y="2458439"/>
              <a:ext cx="52460" cy="80955"/>
            </a:xfrm>
            <a:custGeom>
              <a:rect b="b" l="l" r="r" t="t"/>
              <a:pathLst>
                <a:path extrusionOk="0" h="679" w="440">
                  <a:moveTo>
                    <a:pt x="224" y="70"/>
                  </a:moveTo>
                  <a:cubicBezTo>
                    <a:pt x="316" y="70"/>
                    <a:pt x="355" y="170"/>
                    <a:pt x="355" y="332"/>
                  </a:cubicBezTo>
                  <a:cubicBezTo>
                    <a:pt x="355" y="501"/>
                    <a:pt x="309" y="609"/>
                    <a:pt x="216" y="609"/>
                  </a:cubicBezTo>
                  <a:cubicBezTo>
                    <a:pt x="139" y="609"/>
                    <a:pt x="85" y="509"/>
                    <a:pt x="85" y="339"/>
                  </a:cubicBezTo>
                  <a:cubicBezTo>
                    <a:pt x="85" y="162"/>
                    <a:pt x="139" y="70"/>
                    <a:pt x="224" y="70"/>
                  </a:cubicBezTo>
                  <a:close/>
                  <a:moveTo>
                    <a:pt x="224" y="0"/>
                  </a:moveTo>
                  <a:cubicBezTo>
                    <a:pt x="93" y="0"/>
                    <a:pt x="0" y="116"/>
                    <a:pt x="0" y="339"/>
                  </a:cubicBezTo>
                  <a:cubicBezTo>
                    <a:pt x="0" y="555"/>
                    <a:pt x="85" y="678"/>
                    <a:pt x="216" y="678"/>
                  </a:cubicBezTo>
                  <a:cubicBezTo>
                    <a:pt x="363" y="678"/>
                    <a:pt x="440" y="555"/>
                    <a:pt x="440" y="332"/>
                  </a:cubicBezTo>
                  <a:cubicBezTo>
                    <a:pt x="440" y="124"/>
                    <a:pt x="355"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5">
    <p:bg>
      <p:bgPr>
        <a:gradFill>
          <a:gsLst>
            <a:gs pos="0">
              <a:srgbClr val="D4F9FE"/>
            </a:gs>
            <a:gs pos="100000">
              <a:srgbClr val="59E2F7"/>
            </a:gs>
          </a:gsLst>
          <a:path path="circle">
            <a:fillToRect b="50%" l="50%" r="50%" t="50%"/>
          </a:path>
          <a:tileRect/>
        </a:gradFill>
      </p:bgPr>
    </p:bg>
    <p:spTree>
      <p:nvGrpSpPr>
        <p:cNvPr id="9460" name="Shape 9460"/>
        <p:cNvGrpSpPr/>
        <p:nvPr/>
      </p:nvGrpSpPr>
      <p:grpSpPr>
        <a:xfrm>
          <a:off x="0" y="0"/>
          <a:ext cx="0" cy="0"/>
          <a:chOff x="0" y="0"/>
          <a:chExt cx="0" cy="0"/>
        </a:xfrm>
      </p:grpSpPr>
      <p:grpSp>
        <p:nvGrpSpPr>
          <p:cNvPr id="9461" name="Google Shape;9461;p31"/>
          <p:cNvGrpSpPr/>
          <p:nvPr/>
        </p:nvGrpSpPr>
        <p:grpSpPr>
          <a:xfrm>
            <a:off x="189" y="52"/>
            <a:ext cx="9144013" cy="5143533"/>
            <a:chOff x="4088025" y="1324225"/>
            <a:chExt cx="1348575" cy="1101800"/>
          </a:xfrm>
        </p:grpSpPr>
        <p:sp>
          <p:nvSpPr>
            <p:cNvPr id="9462" name="Google Shape;9462;p31"/>
            <p:cNvSpPr/>
            <p:nvPr/>
          </p:nvSpPr>
          <p:spPr>
            <a:xfrm>
              <a:off x="4088025" y="2422925"/>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3" name="Google Shape;9463;p31"/>
            <p:cNvSpPr/>
            <p:nvPr/>
          </p:nvSpPr>
          <p:spPr>
            <a:xfrm>
              <a:off x="4088025" y="2400575"/>
              <a:ext cx="1348575" cy="3100"/>
            </a:xfrm>
            <a:custGeom>
              <a:rect b="b" l="l" r="r" t="t"/>
              <a:pathLst>
                <a:path extrusionOk="0" h="124"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4" name="Google Shape;9464;p31"/>
            <p:cNvSpPr/>
            <p:nvPr/>
          </p:nvSpPr>
          <p:spPr>
            <a:xfrm>
              <a:off x="4088025" y="2378050"/>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5" name="Google Shape;9465;p31"/>
            <p:cNvSpPr/>
            <p:nvPr/>
          </p:nvSpPr>
          <p:spPr>
            <a:xfrm>
              <a:off x="4088025" y="2355700"/>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6" name="Google Shape;9466;p31"/>
            <p:cNvSpPr/>
            <p:nvPr/>
          </p:nvSpPr>
          <p:spPr>
            <a:xfrm>
              <a:off x="4088025" y="23331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7" name="Google Shape;9467;p31"/>
            <p:cNvSpPr/>
            <p:nvPr/>
          </p:nvSpPr>
          <p:spPr>
            <a:xfrm>
              <a:off x="4088025" y="2310825"/>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8" name="Google Shape;9468;p31"/>
            <p:cNvSpPr/>
            <p:nvPr/>
          </p:nvSpPr>
          <p:spPr>
            <a:xfrm>
              <a:off x="4088025" y="2288475"/>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9" name="Google Shape;9469;p31"/>
            <p:cNvSpPr/>
            <p:nvPr/>
          </p:nvSpPr>
          <p:spPr>
            <a:xfrm>
              <a:off x="4088025" y="226592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0" name="Google Shape;9470;p31"/>
            <p:cNvSpPr/>
            <p:nvPr/>
          </p:nvSpPr>
          <p:spPr>
            <a:xfrm>
              <a:off x="4088025" y="2243600"/>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1" name="Google Shape;9471;p31"/>
            <p:cNvSpPr/>
            <p:nvPr/>
          </p:nvSpPr>
          <p:spPr>
            <a:xfrm>
              <a:off x="4088025" y="22210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2" name="Google Shape;9472;p31"/>
            <p:cNvSpPr/>
            <p:nvPr/>
          </p:nvSpPr>
          <p:spPr>
            <a:xfrm>
              <a:off x="4088025" y="2198700"/>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3" name="Google Shape;9473;p31"/>
            <p:cNvSpPr/>
            <p:nvPr/>
          </p:nvSpPr>
          <p:spPr>
            <a:xfrm>
              <a:off x="4088025" y="2176175"/>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4" name="Google Shape;9474;p31"/>
            <p:cNvSpPr/>
            <p:nvPr/>
          </p:nvSpPr>
          <p:spPr>
            <a:xfrm>
              <a:off x="4088025" y="215382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5" name="Google Shape;9475;p31"/>
            <p:cNvSpPr/>
            <p:nvPr/>
          </p:nvSpPr>
          <p:spPr>
            <a:xfrm>
              <a:off x="4088025" y="213147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6" name="Google Shape;9476;p31"/>
            <p:cNvSpPr/>
            <p:nvPr/>
          </p:nvSpPr>
          <p:spPr>
            <a:xfrm>
              <a:off x="4088025" y="2108950"/>
              <a:ext cx="1348575" cy="3300"/>
            </a:xfrm>
            <a:custGeom>
              <a:rect b="b" l="l" r="r" t="t"/>
              <a:pathLst>
                <a:path extrusionOk="0" h="132" w="53943">
                  <a:moveTo>
                    <a:pt x="1" y="1"/>
                  </a:moveTo>
                  <a:lnTo>
                    <a:pt x="1" y="131"/>
                  </a:lnTo>
                  <a:lnTo>
                    <a:pt x="53943" y="131"/>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7" name="Google Shape;9477;p31"/>
            <p:cNvSpPr/>
            <p:nvPr/>
          </p:nvSpPr>
          <p:spPr>
            <a:xfrm>
              <a:off x="4088025" y="2086600"/>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8" name="Google Shape;9478;p31"/>
            <p:cNvSpPr/>
            <p:nvPr/>
          </p:nvSpPr>
          <p:spPr>
            <a:xfrm>
              <a:off x="4088025" y="2064075"/>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9" name="Google Shape;9479;p31"/>
            <p:cNvSpPr/>
            <p:nvPr/>
          </p:nvSpPr>
          <p:spPr>
            <a:xfrm>
              <a:off x="4088025" y="2041725"/>
              <a:ext cx="1348575" cy="3100"/>
            </a:xfrm>
            <a:custGeom>
              <a:rect b="b" l="l" r="r" t="t"/>
              <a:pathLst>
                <a:path extrusionOk="0" h="124"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0" name="Google Shape;9480;p31"/>
            <p:cNvSpPr/>
            <p:nvPr/>
          </p:nvSpPr>
          <p:spPr>
            <a:xfrm>
              <a:off x="4088025" y="201937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1" name="Google Shape;9481;p31"/>
            <p:cNvSpPr/>
            <p:nvPr/>
          </p:nvSpPr>
          <p:spPr>
            <a:xfrm>
              <a:off x="4088025" y="1996850"/>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2" name="Google Shape;9482;p31"/>
            <p:cNvSpPr/>
            <p:nvPr/>
          </p:nvSpPr>
          <p:spPr>
            <a:xfrm>
              <a:off x="4088025" y="1974500"/>
              <a:ext cx="1348575" cy="3100"/>
            </a:xfrm>
            <a:custGeom>
              <a:rect b="b" l="l" r="r" t="t"/>
              <a:pathLst>
                <a:path extrusionOk="0" h="124"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3" name="Google Shape;9483;p31"/>
            <p:cNvSpPr/>
            <p:nvPr/>
          </p:nvSpPr>
          <p:spPr>
            <a:xfrm>
              <a:off x="4088025" y="1951975"/>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4" name="Google Shape;9484;p31"/>
            <p:cNvSpPr/>
            <p:nvPr/>
          </p:nvSpPr>
          <p:spPr>
            <a:xfrm>
              <a:off x="4088025" y="1929625"/>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5" name="Google Shape;9485;p31"/>
            <p:cNvSpPr/>
            <p:nvPr/>
          </p:nvSpPr>
          <p:spPr>
            <a:xfrm>
              <a:off x="4088025" y="1907075"/>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6" name="Google Shape;9486;p31"/>
            <p:cNvSpPr/>
            <p:nvPr/>
          </p:nvSpPr>
          <p:spPr>
            <a:xfrm>
              <a:off x="4088025" y="1884750"/>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7" name="Google Shape;9487;p31"/>
            <p:cNvSpPr/>
            <p:nvPr/>
          </p:nvSpPr>
          <p:spPr>
            <a:xfrm>
              <a:off x="4088025" y="1862400"/>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8" name="Google Shape;9488;p31"/>
            <p:cNvSpPr/>
            <p:nvPr/>
          </p:nvSpPr>
          <p:spPr>
            <a:xfrm>
              <a:off x="4088025" y="18398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9" name="Google Shape;9489;p31"/>
            <p:cNvSpPr/>
            <p:nvPr/>
          </p:nvSpPr>
          <p:spPr>
            <a:xfrm>
              <a:off x="4088025" y="1817525"/>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0" name="Google Shape;9490;p31"/>
            <p:cNvSpPr/>
            <p:nvPr/>
          </p:nvSpPr>
          <p:spPr>
            <a:xfrm>
              <a:off x="4088025" y="1794975"/>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1" name="Google Shape;9491;p31"/>
            <p:cNvSpPr/>
            <p:nvPr/>
          </p:nvSpPr>
          <p:spPr>
            <a:xfrm>
              <a:off x="4088025" y="177262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2" name="Google Shape;9492;p31"/>
            <p:cNvSpPr/>
            <p:nvPr/>
          </p:nvSpPr>
          <p:spPr>
            <a:xfrm>
              <a:off x="4088025" y="1750300"/>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3" name="Google Shape;9493;p31"/>
            <p:cNvSpPr/>
            <p:nvPr/>
          </p:nvSpPr>
          <p:spPr>
            <a:xfrm>
              <a:off x="4088025" y="17277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4" name="Google Shape;9494;p31"/>
            <p:cNvSpPr/>
            <p:nvPr/>
          </p:nvSpPr>
          <p:spPr>
            <a:xfrm>
              <a:off x="4088025" y="1705400"/>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5" name="Google Shape;9495;p31"/>
            <p:cNvSpPr/>
            <p:nvPr/>
          </p:nvSpPr>
          <p:spPr>
            <a:xfrm>
              <a:off x="4088025" y="1683075"/>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6" name="Google Shape;9496;p31"/>
            <p:cNvSpPr/>
            <p:nvPr/>
          </p:nvSpPr>
          <p:spPr>
            <a:xfrm>
              <a:off x="4088025" y="1660525"/>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7" name="Google Shape;9497;p31"/>
            <p:cNvSpPr/>
            <p:nvPr/>
          </p:nvSpPr>
          <p:spPr>
            <a:xfrm>
              <a:off x="4088025" y="1638175"/>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8" name="Google Shape;9498;p31"/>
            <p:cNvSpPr/>
            <p:nvPr/>
          </p:nvSpPr>
          <p:spPr>
            <a:xfrm>
              <a:off x="4088025" y="1615650"/>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9" name="Google Shape;9499;p31"/>
            <p:cNvSpPr/>
            <p:nvPr/>
          </p:nvSpPr>
          <p:spPr>
            <a:xfrm>
              <a:off x="4088025" y="1593300"/>
              <a:ext cx="1348575" cy="3100"/>
            </a:xfrm>
            <a:custGeom>
              <a:rect b="b" l="l" r="r" t="t"/>
              <a:pathLst>
                <a:path extrusionOk="0" h="124"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0" name="Google Shape;9500;p31"/>
            <p:cNvSpPr/>
            <p:nvPr/>
          </p:nvSpPr>
          <p:spPr>
            <a:xfrm>
              <a:off x="4088025" y="1570950"/>
              <a:ext cx="1348575" cy="3125"/>
            </a:xfrm>
            <a:custGeom>
              <a:rect b="b" l="l" r="r" t="t"/>
              <a:pathLst>
                <a:path extrusionOk="0" h="125"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1" name="Google Shape;9501;p31"/>
            <p:cNvSpPr/>
            <p:nvPr/>
          </p:nvSpPr>
          <p:spPr>
            <a:xfrm>
              <a:off x="4088025" y="1548425"/>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2" name="Google Shape;9502;p31"/>
            <p:cNvSpPr/>
            <p:nvPr/>
          </p:nvSpPr>
          <p:spPr>
            <a:xfrm>
              <a:off x="4088025" y="1526075"/>
              <a:ext cx="1348575" cy="3100"/>
            </a:xfrm>
            <a:custGeom>
              <a:rect b="b" l="l" r="r" t="t"/>
              <a:pathLst>
                <a:path extrusionOk="0" h="124" w="53943">
                  <a:moveTo>
                    <a:pt x="1" y="1"/>
                  </a:moveTo>
                  <a:lnTo>
                    <a:pt x="1" y="124"/>
                  </a:lnTo>
                  <a:lnTo>
                    <a:pt x="53943" y="124"/>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3" name="Google Shape;9503;p31"/>
            <p:cNvSpPr/>
            <p:nvPr/>
          </p:nvSpPr>
          <p:spPr>
            <a:xfrm>
              <a:off x="4088025" y="1503550"/>
              <a:ext cx="1348575" cy="3300"/>
            </a:xfrm>
            <a:custGeom>
              <a:rect b="b" l="l" r="r" t="t"/>
              <a:pathLst>
                <a:path extrusionOk="0" h="132" w="53943">
                  <a:moveTo>
                    <a:pt x="1" y="0"/>
                  </a:moveTo>
                  <a:lnTo>
                    <a:pt x="1" y="131"/>
                  </a:lnTo>
                  <a:lnTo>
                    <a:pt x="53943" y="131"/>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4" name="Google Shape;9504;p31"/>
            <p:cNvSpPr/>
            <p:nvPr/>
          </p:nvSpPr>
          <p:spPr>
            <a:xfrm>
              <a:off x="4088025" y="1481200"/>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5" name="Google Shape;9505;p31"/>
            <p:cNvSpPr/>
            <p:nvPr/>
          </p:nvSpPr>
          <p:spPr>
            <a:xfrm>
              <a:off x="4088025" y="14586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6" name="Google Shape;9506;p31"/>
            <p:cNvSpPr/>
            <p:nvPr/>
          </p:nvSpPr>
          <p:spPr>
            <a:xfrm>
              <a:off x="4088025" y="1436325"/>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7" name="Google Shape;9507;p31"/>
            <p:cNvSpPr/>
            <p:nvPr/>
          </p:nvSpPr>
          <p:spPr>
            <a:xfrm>
              <a:off x="4088025" y="1413975"/>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8" name="Google Shape;9508;p31"/>
            <p:cNvSpPr/>
            <p:nvPr/>
          </p:nvSpPr>
          <p:spPr>
            <a:xfrm>
              <a:off x="4088025" y="1391425"/>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9" name="Google Shape;9509;p31"/>
            <p:cNvSpPr/>
            <p:nvPr/>
          </p:nvSpPr>
          <p:spPr>
            <a:xfrm>
              <a:off x="4088025" y="1369100"/>
              <a:ext cx="1348575" cy="3100"/>
            </a:xfrm>
            <a:custGeom>
              <a:rect b="b" l="l" r="r" t="t"/>
              <a:pathLst>
                <a:path extrusionOk="0" h="124" w="53943">
                  <a:moveTo>
                    <a:pt x="1" y="0"/>
                  </a:moveTo>
                  <a:lnTo>
                    <a:pt x="1" y="124"/>
                  </a:lnTo>
                  <a:lnTo>
                    <a:pt x="53943" y="124"/>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0" name="Google Shape;9510;p31"/>
            <p:cNvSpPr/>
            <p:nvPr/>
          </p:nvSpPr>
          <p:spPr>
            <a:xfrm>
              <a:off x="4088025" y="1346550"/>
              <a:ext cx="1348575" cy="3300"/>
            </a:xfrm>
            <a:custGeom>
              <a:rect b="b" l="l" r="r" t="t"/>
              <a:pathLst>
                <a:path extrusionOk="0" h="132" w="53943">
                  <a:moveTo>
                    <a:pt x="1" y="1"/>
                  </a:moveTo>
                  <a:lnTo>
                    <a:pt x="1" y="132"/>
                  </a:lnTo>
                  <a:lnTo>
                    <a:pt x="53943" y="132"/>
                  </a:lnTo>
                  <a:lnTo>
                    <a:pt x="539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1" name="Google Shape;9511;p31"/>
            <p:cNvSpPr/>
            <p:nvPr/>
          </p:nvSpPr>
          <p:spPr>
            <a:xfrm>
              <a:off x="4088025" y="1324225"/>
              <a:ext cx="1348575" cy="3100"/>
            </a:xfrm>
            <a:custGeom>
              <a:rect b="b" l="l" r="r" t="t"/>
              <a:pathLst>
                <a:path extrusionOk="0" h="124" w="53943">
                  <a:moveTo>
                    <a:pt x="1" y="0"/>
                  </a:moveTo>
                  <a:lnTo>
                    <a:pt x="1" y="123"/>
                  </a:lnTo>
                  <a:lnTo>
                    <a:pt x="53943" y="123"/>
                  </a:lnTo>
                  <a:lnTo>
                    <a:pt x="5394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387600"/>
            <a:ext cx="7704000" cy="592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200"/>
              <a:buFont typeface="Rubik Glitch"/>
              <a:buNone/>
              <a:defRPr sz="3200">
                <a:solidFill>
                  <a:schemeClr val="dk1"/>
                </a:solidFill>
                <a:latin typeface="Rubik Glitch"/>
                <a:ea typeface="Rubik Glitch"/>
                <a:cs typeface="Rubik Glitch"/>
                <a:sym typeface="Rubik Glitch"/>
              </a:defRPr>
            </a:lvl1pPr>
            <a:lvl2pPr lvl="1"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2pPr>
            <a:lvl3pPr lvl="2"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3pPr>
            <a:lvl4pPr lvl="3"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4pPr>
            <a:lvl5pPr lvl="4"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5pPr>
            <a:lvl6pPr lvl="5"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6pPr>
            <a:lvl7pPr lvl="6"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7pPr>
            <a:lvl8pPr lvl="7"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8pPr>
            <a:lvl9pPr lvl="8" rtl="0" algn="ctr">
              <a:spcBef>
                <a:spcPts val="0"/>
              </a:spcBef>
              <a:spcAft>
                <a:spcPts val="0"/>
              </a:spcAft>
              <a:buClr>
                <a:schemeClr val="dk1"/>
              </a:buClr>
              <a:buSzPts val="3600"/>
              <a:buFont typeface="Fredoka One"/>
              <a:buNone/>
              <a:defRPr sz="3600">
                <a:solidFill>
                  <a:schemeClr val="dk1"/>
                </a:solidFill>
                <a:latin typeface="Fredoka One"/>
                <a:ea typeface="Fredoka One"/>
                <a:cs typeface="Fredoka One"/>
                <a:sym typeface="Fredoka One"/>
              </a:defRPr>
            </a:lvl9pPr>
          </a:lstStyle>
          <a:p/>
        </p:txBody>
      </p:sp>
      <p:sp>
        <p:nvSpPr>
          <p:cNvPr id="7" name="Google Shape;7;p1"/>
          <p:cNvSpPr txBox="1"/>
          <p:nvPr>
            <p:ph idx="1" type="body"/>
          </p:nvPr>
        </p:nvSpPr>
        <p:spPr>
          <a:xfrm>
            <a:off x="720000" y="1300850"/>
            <a:ext cx="7704000" cy="3267900"/>
          </a:xfrm>
          <a:prstGeom prst="rect">
            <a:avLst/>
          </a:prstGeom>
          <a:noFill/>
          <a:ln>
            <a:noFill/>
          </a:ln>
        </p:spPr>
        <p:txBody>
          <a:bodyPr anchorCtr="0" anchor="t" bIns="91425" lIns="91425" spcFirstLastPara="1" rIns="91425" wrap="square" tIns="91425">
            <a:noAutofit/>
          </a:bodyPr>
          <a:lstStyle>
            <a:lvl1pPr indent="-323850" lvl="0" marL="4572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1pPr>
            <a:lvl2pPr indent="-323850" lvl="1" marL="9144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2pPr>
            <a:lvl3pPr indent="-323850" lvl="2" marL="13716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3pPr>
            <a:lvl4pPr indent="-323850" lvl="3" marL="18288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4pPr>
            <a:lvl5pPr indent="-323850" lvl="4" marL="22860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5pPr>
            <a:lvl6pPr indent="-323850" lvl="5" marL="27432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6pPr>
            <a:lvl7pPr indent="-323850" lvl="6" marL="32004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7pPr>
            <a:lvl8pPr indent="-323850" lvl="7" marL="36576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8pPr>
            <a:lvl9pPr indent="-323850" lvl="8" marL="4114800">
              <a:lnSpc>
                <a:spcPct val="100000"/>
              </a:lnSpc>
              <a:spcBef>
                <a:spcPts val="0"/>
              </a:spcBef>
              <a:spcAft>
                <a:spcPts val="0"/>
              </a:spcAft>
              <a:buClr>
                <a:schemeClr val="dk1"/>
              </a:buClr>
              <a:buSzPts val="1500"/>
              <a:buFont typeface="Rubik"/>
              <a:buChar char="■"/>
              <a:defRPr sz="1500">
                <a:solidFill>
                  <a:schemeClr val="dk1"/>
                </a:solidFill>
                <a:latin typeface="Rubik"/>
                <a:ea typeface="Rubik"/>
                <a:cs typeface="Rubik"/>
                <a:sym typeface="Rubi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mc:AlternateContent>
    <mc:Choice Requires="p14">
      <p:transition spd="slow" p14:dur="15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7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hyperlink" Target="http://drive.google.com/file/d/1UGLWsMPSA8RrOt71tOqh6dNJ3sCetltT/view"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drive.google.com/file/d/1Iq2zgQKMjU3QT-5SyFOotQZPIwUT3w64/view"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drive.google.com/file/d/149mo4srMfx6EUvh-pSE3szEaj2hdwpDp/view"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hyperlink" Target="http://drive.google.com/file/d/1LIPKNV0f-QsAfIFUiBy7fT-5rf4xCc-V/view" TargetMode="Externa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hyperlink" Target="http://drive.google.com/file/d/16NQ4Gf9YZze_01Zz6x8IDP4cWyEyvoOB/view" TargetMode="Externa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hyperlink" Target="http://drive.google.com/file/d/1SrHIN7oLYoqxeCaD-h6UxDMIinQ2zpnY/view"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hyperlink" Target="http://drive.google.com/file/d/1bONy4_rc2NltzeejvaNLD0bwnmOEajhn/view" TargetMode="Externa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hyperlink" Target="http://drive.google.com/file/d/1b_fL2Wxbp9U4kPPpz25QWcUGHrfvnjoD/view"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hyperlink" Target="http://drive.google.com/file/d/19SRp38iua3zlsEgHZ-5Gk4AHoRzhWN1I/view"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hyperlink" Target="http://drive.google.com/file/d/1c65WGGISUGIC6EESFINPfwmnoV77UvBG/view" TargetMode="External"/><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hyperlink" Target="http://drive.google.com/file/d/1UNO-ilnne4xniVakbDMMyjyvNF8lk4NJ/view" TargetMode="External"/><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5" name="Shape 9515"/>
        <p:cNvGrpSpPr/>
        <p:nvPr/>
      </p:nvGrpSpPr>
      <p:grpSpPr>
        <a:xfrm>
          <a:off x="0" y="0"/>
          <a:ext cx="0" cy="0"/>
          <a:chOff x="0" y="0"/>
          <a:chExt cx="0" cy="0"/>
        </a:xfrm>
      </p:grpSpPr>
      <p:pic>
        <p:nvPicPr>
          <p:cNvPr id="9516" name="Google Shape;9516;p32"/>
          <p:cNvPicPr preferRelativeResize="0"/>
          <p:nvPr/>
        </p:nvPicPr>
        <p:blipFill rotWithShape="1">
          <a:blip r:embed="rId3">
            <a:alphaModFix amt="50000"/>
          </a:blip>
          <a:srcRect b="17790" l="0" r="0" t="0"/>
          <a:stretch/>
        </p:blipFill>
        <p:spPr>
          <a:xfrm>
            <a:off x="822700" y="539500"/>
            <a:ext cx="7498598" cy="4604176"/>
          </a:xfrm>
          <a:prstGeom prst="rect">
            <a:avLst/>
          </a:prstGeom>
          <a:noFill/>
          <a:ln>
            <a:noFill/>
          </a:ln>
        </p:spPr>
      </p:pic>
      <p:sp>
        <p:nvSpPr>
          <p:cNvPr id="9517" name="Google Shape;9517;p32"/>
          <p:cNvSpPr txBox="1"/>
          <p:nvPr>
            <p:ph type="ctrTitle"/>
          </p:nvPr>
        </p:nvSpPr>
        <p:spPr>
          <a:xfrm>
            <a:off x="1400550" y="956460"/>
            <a:ext cx="6342900" cy="268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Password Strength</a:t>
            </a:r>
            <a:endParaRPr/>
          </a:p>
        </p:txBody>
      </p:sp>
      <p:sp>
        <p:nvSpPr>
          <p:cNvPr id="9518" name="Google Shape;9518;p32"/>
          <p:cNvSpPr txBox="1"/>
          <p:nvPr>
            <p:ph idx="1" type="subTitle"/>
          </p:nvPr>
        </p:nvSpPr>
        <p:spPr>
          <a:xfrm>
            <a:off x="1400550" y="3624810"/>
            <a:ext cx="6342900" cy="4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Jaden Tate, Nicholas Suda, Ryan Stika, and Dane Shuler</a:t>
            </a:r>
            <a:endParaRPr/>
          </a:p>
        </p:txBody>
      </p:sp>
      <p:pic>
        <p:nvPicPr>
          <p:cNvPr id="9519" name="Google Shape;9519;p32" title="Recording.mp3">
            <a:hlinkClick r:id="rId4"/>
          </p:cNvPr>
          <p:cNvPicPr preferRelativeResize="0"/>
          <p:nvPr/>
        </p:nvPicPr>
        <p:blipFill>
          <a:blip r:embed="rId5">
            <a:alphaModFix/>
          </a:blip>
          <a:stretch>
            <a:fillRect/>
          </a:stretch>
        </p:blipFill>
        <p:spPr>
          <a:xfrm>
            <a:off x="4267738" y="4239375"/>
            <a:ext cx="608525" cy="608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3" name="Shape 9523"/>
        <p:cNvGrpSpPr/>
        <p:nvPr/>
      </p:nvGrpSpPr>
      <p:grpSpPr>
        <a:xfrm>
          <a:off x="0" y="0"/>
          <a:ext cx="0" cy="0"/>
          <a:chOff x="0" y="0"/>
          <a:chExt cx="0" cy="0"/>
        </a:xfrm>
      </p:grpSpPr>
      <p:sp>
        <p:nvSpPr>
          <p:cNvPr id="9524" name="Google Shape;9524;p33"/>
          <p:cNvSpPr txBox="1"/>
          <p:nvPr>
            <p:ph idx="9"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Members</a:t>
            </a:r>
            <a:endParaRPr/>
          </a:p>
        </p:txBody>
      </p:sp>
      <p:sp>
        <p:nvSpPr>
          <p:cNvPr id="9525" name="Google Shape;9525;p33"/>
          <p:cNvSpPr txBox="1"/>
          <p:nvPr>
            <p:ph type="title"/>
          </p:nvPr>
        </p:nvSpPr>
        <p:spPr>
          <a:xfrm>
            <a:off x="2741850" y="1274847"/>
            <a:ext cx="10065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526" name="Google Shape;9526;p33"/>
          <p:cNvSpPr txBox="1"/>
          <p:nvPr>
            <p:ph idx="1" type="subTitle"/>
          </p:nvPr>
        </p:nvSpPr>
        <p:spPr>
          <a:xfrm>
            <a:off x="2046900" y="1752838"/>
            <a:ext cx="2396400" cy="53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Jaden Tate</a:t>
            </a:r>
            <a:endParaRPr/>
          </a:p>
        </p:txBody>
      </p:sp>
      <p:sp>
        <p:nvSpPr>
          <p:cNvPr id="9527" name="Google Shape;9527;p33"/>
          <p:cNvSpPr txBox="1"/>
          <p:nvPr>
            <p:ph idx="2" type="subTitle"/>
          </p:nvPr>
        </p:nvSpPr>
        <p:spPr>
          <a:xfrm>
            <a:off x="2046900" y="2199728"/>
            <a:ext cx="23964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Meticulous Data Analysis</a:t>
            </a:r>
            <a:endParaRPr/>
          </a:p>
          <a:p>
            <a:pPr indent="0" lvl="0" marL="0" rtl="0" algn="ctr">
              <a:spcBef>
                <a:spcPts val="0"/>
              </a:spcBef>
              <a:spcAft>
                <a:spcPts val="0"/>
              </a:spcAft>
              <a:buNone/>
            </a:pPr>
            <a:r>
              <a:rPr lang="en"/>
              <a:t>Unraveling Patterns</a:t>
            </a:r>
            <a:endParaRPr/>
          </a:p>
          <a:p>
            <a:pPr indent="0" lvl="0" marL="0" rtl="0" algn="ctr">
              <a:spcBef>
                <a:spcPts val="0"/>
              </a:spcBef>
              <a:spcAft>
                <a:spcPts val="0"/>
              </a:spcAft>
              <a:buNone/>
            </a:pPr>
            <a:r>
              <a:rPr lang="en"/>
              <a:t>Cornerstone of Analyses</a:t>
            </a:r>
            <a:endParaRPr/>
          </a:p>
          <a:p>
            <a:pPr indent="0" lvl="0" marL="0" rtl="0" algn="ctr">
              <a:spcBef>
                <a:spcPts val="0"/>
              </a:spcBef>
              <a:spcAft>
                <a:spcPts val="0"/>
              </a:spcAft>
              <a:buNone/>
            </a:pPr>
            <a:r>
              <a:t/>
            </a:r>
            <a:endParaRPr/>
          </a:p>
        </p:txBody>
      </p:sp>
      <p:sp>
        <p:nvSpPr>
          <p:cNvPr id="9528" name="Google Shape;9528;p33"/>
          <p:cNvSpPr txBox="1"/>
          <p:nvPr>
            <p:ph idx="3" type="title"/>
          </p:nvPr>
        </p:nvSpPr>
        <p:spPr>
          <a:xfrm>
            <a:off x="5395650" y="1274847"/>
            <a:ext cx="10065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529" name="Google Shape;9529;p33"/>
          <p:cNvSpPr txBox="1"/>
          <p:nvPr>
            <p:ph idx="4" type="subTitle"/>
          </p:nvPr>
        </p:nvSpPr>
        <p:spPr>
          <a:xfrm>
            <a:off x="4700700" y="1752838"/>
            <a:ext cx="2396400" cy="53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Nicholas Suda</a:t>
            </a:r>
            <a:endParaRPr/>
          </a:p>
        </p:txBody>
      </p:sp>
      <p:sp>
        <p:nvSpPr>
          <p:cNvPr id="9530" name="Google Shape;9530;p33"/>
          <p:cNvSpPr txBox="1"/>
          <p:nvPr>
            <p:ph idx="5" type="subTitle"/>
          </p:nvPr>
        </p:nvSpPr>
        <p:spPr>
          <a:xfrm>
            <a:off x="4700700" y="2199725"/>
            <a:ext cx="27351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Visionary Conceptualization</a:t>
            </a:r>
            <a:endParaRPr/>
          </a:p>
          <a:p>
            <a:pPr indent="0" lvl="0" marL="0" rtl="0" algn="ctr">
              <a:spcBef>
                <a:spcPts val="0"/>
              </a:spcBef>
              <a:spcAft>
                <a:spcPts val="0"/>
              </a:spcAft>
              <a:buNone/>
            </a:pPr>
            <a:r>
              <a:rPr lang="en"/>
              <a:t>Password Strength Checker</a:t>
            </a:r>
            <a:endParaRPr/>
          </a:p>
          <a:p>
            <a:pPr indent="0" lvl="0" marL="0" rtl="0" algn="ctr">
              <a:spcBef>
                <a:spcPts val="0"/>
              </a:spcBef>
              <a:spcAft>
                <a:spcPts val="0"/>
              </a:spcAft>
              <a:buNone/>
            </a:pPr>
            <a:r>
              <a:rPr lang="en"/>
              <a:t>Backbone of Exploration</a:t>
            </a:r>
            <a:endParaRPr/>
          </a:p>
          <a:p>
            <a:pPr indent="0" lvl="0" marL="0" rtl="0" algn="ctr">
              <a:spcBef>
                <a:spcPts val="0"/>
              </a:spcBef>
              <a:spcAft>
                <a:spcPts val="0"/>
              </a:spcAft>
              <a:buNone/>
            </a:pPr>
            <a:r>
              <a:t/>
            </a:r>
            <a:endParaRPr/>
          </a:p>
        </p:txBody>
      </p:sp>
      <p:sp>
        <p:nvSpPr>
          <p:cNvPr id="9531" name="Google Shape;9531;p33"/>
          <p:cNvSpPr txBox="1"/>
          <p:nvPr>
            <p:ph idx="6" type="title"/>
          </p:nvPr>
        </p:nvSpPr>
        <p:spPr>
          <a:xfrm>
            <a:off x="2399100" y="3056303"/>
            <a:ext cx="10065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532" name="Google Shape;9532;p33"/>
          <p:cNvSpPr txBox="1"/>
          <p:nvPr>
            <p:ph idx="7" type="subTitle"/>
          </p:nvPr>
        </p:nvSpPr>
        <p:spPr>
          <a:xfrm>
            <a:off x="1637650" y="3505829"/>
            <a:ext cx="2396400" cy="53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Ryan Stika</a:t>
            </a:r>
            <a:endParaRPr/>
          </a:p>
        </p:txBody>
      </p:sp>
      <p:sp>
        <p:nvSpPr>
          <p:cNvPr id="9533" name="Google Shape;9533;p33"/>
          <p:cNvSpPr txBox="1"/>
          <p:nvPr>
            <p:ph idx="8" type="subTitle"/>
          </p:nvPr>
        </p:nvSpPr>
        <p:spPr>
          <a:xfrm>
            <a:off x="1147800" y="3962000"/>
            <a:ext cx="35091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Analytical Powerhouse</a:t>
            </a:r>
            <a:endParaRPr/>
          </a:p>
          <a:p>
            <a:pPr indent="0" lvl="0" marL="0" rtl="0" algn="ctr">
              <a:spcBef>
                <a:spcPts val="0"/>
              </a:spcBef>
              <a:spcAft>
                <a:spcPts val="0"/>
              </a:spcAft>
              <a:buNone/>
            </a:pPr>
            <a:r>
              <a:rPr lang="en"/>
              <a:t>Methodological Craftsmanship</a:t>
            </a:r>
            <a:endParaRPr/>
          </a:p>
          <a:p>
            <a:pPr indent="0" lvl="0" marL="0" rtl="0" algn="ctr">
              <a:spcBef>
                <a:spcPts val="0"/>
              </a:spcBef>
              <a:spcAft>
                <a:spcPts val="0"/>
              </a:spcAft>
              <a:buNone/>
            </a:pPr>
            <a:r>
              <a:rPr lang="en"/>
              <a:t>Revealing Inner Workings</a:t>
            </a:r>
            <a:endParaRPr/>
          </a:p>
          <a:p>
            <a:pPr indent="0" lvl="0" marL="0" rtl="0" algn="ctr">
              <a:spcBef>
                <a:spcPts val="0"/>
              </a:spcBef>
              <a:spcAft>
                <a:spcPts val="0"/>
              </a:spcAft>
              <a:buNone/>
            </a:pPr>
            <a:r>
              <a:t/>
            </a:r>
            <a:endParaRPr/>
          </a:p>
        </p:txBody>
      </p:sp>
      <p:sp>
        <p:nvSpPr>
          <p:cNvPr id="9534" name="Google Shape;9534;p33"/>
          <p:cNvSpPr txBox="1"/>
          <p:nvPr>
            <p:ph idx="16" type="title"/>
          </p:nvPr>
        </p:nvSpPr>
        <p:spPr>
          <a:xfrm>
            <a:off x="5823450" y="3056303"/>
            <a:ext cx="1006500" cy="52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a:t>
            </a:r>
            <a:r>
              <a:rPr lang="en"/>
              <a:t>4</a:t>
            </a:r>
            <a:endParaRPr/>
          </a:p>
        </p:txBody>
      </p:sp>
      <p:sp>
        <p:nvSpPr>
          <p:cNvPr id="9535" name="Google Shape;9535;p33"/>
          <p:cNvSpPr txBox="1"/>
          <p:nvPr>
            <p:ph idx="17" type="subTitle"/>
          </p:nvPr>
        </p:nvSpPr>
        <p:spPr>
          <a:xfrm>
            <a:off x="5128500" y="3583702"/>
            <a:ext cx="2396400" cy="53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Dane Shuler</a:t>
            </a:r>
            <a:endParaRPr/>
          </a:p>
        </p:txBody>
      </p:sp>
      <p:sp>
        <p:nvSpPr>
          <p:cNvPr id="9536" name="Google Shape;9536;p33"/>
          <p:cNvSpPr txBox="1"/>
          <p:nvPr>
            <p:ph idx="18" type="subTitle"/>
          </p:nvPr>
        </p:nvSpPr>
        <p:spPr>
          <a:xfrm>
            <a:off x="4657200" y="4011850"/>
            <a:ext cx="3339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Synthesizing Collective Findings</a:t>
            </a:r>
            <a:endParaRPr/>
          </a:p>
          <a:p>
            <a:pPr indent="0" lvl="0" marL="0" rtl="0" algn="ctr">
              <a:spcBef>
                <a:spcPts val="0"/>
              </a:spcBef>
              <a:spcAft>
                <a:spcPts val="0"/>
              </a:spcAft>
              <a:buNone/>
            </a:pPr>
            <a:r>
              <a:rPr lang="en"/>
              <a:t>Crafting Cohesive Narrative</a:t>
            </a:r>
            <a:endParaRPr/>
          </a:p>
          <a:p>
            <a:pPr indent="0" lvl="0" marL="0" rtl="0" algn="ctr">
              <a:spcBef>
                <a:spcPts val="0"/>
              </a:spcBef>
              <a:spcAft>
                <a:spcPts val="0"/>
              </a:spcAft>
              <a:buNone/>
            </a:pPr>
            <a:r>
              <a:rPr lang="en"/>
              <a:t>Navigating Setbacks</a:t>
            </a:r>
            <a:endParaRPr/>
          </a:p>
          <a:p>
            <a:pPr indent="0" lvl="0" marL="0" rtl="0" algn="ctr">
              <a:spcBef>
                <a:spcPts val="0"/>
              </a:spcBef>
              <a:spcAft>
                <a:spcPts val="0"/>
              </a:spcAft>
              <a:buNone/>
            </a:pPr>
            <a:r>
              <a:t/>
            </a:r>
            <a:endParaRPr/>
          </a:p>
        </p:txBody>
      </p:sp>
      <p:pic>
        <p:nvPicPr>
          <p:cNvPr id="9537" name="Google Shape;9537;p33" title="Recording (2).mp3">
            <a:hlinkClick r:id="rId3"/>
          </p:cNvPr>
          <p:cNvPicPr preferRelativeResize="0"/>
          <p:nvPr/>
        </p:nvPicPr>
        <p:blipFill>
          <a:blip r:embed="rId4">
            <a:alphaModFix/>
          </a:blip>
          <a:stretch>
            <a:fillRect/>
          </a:stretch>
        </p:blipFill>
        <p:spPr>
          <a:xfrm>
            <a:off x="4220350" y="3165925"/>
            <a:ext cx="703300" cy="703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1" name="Shape 9541"/>
        <p:cNvGrpSpPr/>
        <p:nvPr/>
      </p:nvGrpSpPr>
      <p:grpSpPr>
        <a:xfrm>
          <a:off x="0" y="0"/>
          <a:ext cx="0" cy="0"/>
          <a:chOff x="0" y="0"/>
          <a:chExt cx="0" cy="0"/>
        </a:xfrm>
      </p:grpSpPr>
      <p:sp>
        <p:nvSpPr>
          <p:cNvPr id="9542" name="Google Shape;9542;p34"/>
          <p:cNvSpPr txBox="1"/>
          <p:nvPr>
            <p:ph idx="2" type="subTitle"/>
          </p:nvPr>
        </p:nvSpPr>
        <p:spPr>
          <a:xfrm>
            <a:off x="936600" y="2026500"/>
            <a:ext cx="3390900" cy="1427400"/>
          </a:xfrm>
          <a:prstGeom prst="rect">
            <a:avLst/>
          </a:prstGeom>
        </p:spPr>
        <p:txBody>
          <a:bodyPr anchorCtr="0" anchor="b" bIns="91425" lIns="91425" spcFirstLastPara="1" rIns="91425" wrap="square" tIns="91425">
            <a:noAutofit/>
          </a:bodyPr>
          <a:lstStyle/>
          <a:p>
            <a:pPr indent="-323850" lvl="0" marL="457200" rtl="0" algn="l">
              <a:spcBef>
                <a:spcPts val="0"/>
              </a:spcBef>
              <a:spcAft>
                <a:spcPts val="0"/>
              </a:spcAft>
              <a:buSzPts val="1500"/>
              <a:buChar char="●"/>
            </a:pPr>
            <a:r>
              <a:rPr lang="en"/>
              <a:t>Brainstorming Sessions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Late-Night Discussions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Unwavering Support</a:t>
            </a:r>
            <a:endParaRPr/>
          </a:p>
        </p:txBody>
      </p:sp>
      <p:sp>
        <p:nvSpPr>
          <p:cNvPr id="9543" name="Google Shape;9543;p34"/>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Teamwork  Journey</a:t>
            </a:r>
            <a:endParaRPr/>
          </a:p>
        </p:txBody>
      </p:sp>
      <p:sp>
        <p:nvSpPr>
          <p:cNvPr id="9544" name="Google Shape;9544;p34"/>
          <p:cNvSpPr txBox="1"/>
          <p:nvPr>
            <p:ph idx="2" type="subTitle"/>
          </p:nvPr>
        </p:nvSpPr>
        <p:spPr>
          <a:xfrm>
            <a:off x="4816500" y="2026500"/>
            <a:ext cx="3390900" cy="1427400"/>
          </a:xfrm>
          <a:prstGeom prst="rect">
            <a:avLst/>
          </a:prstGeom>
        </p:spPr>
        <p:txBody>
          <a:bodyPr anchorCtr="0" anchor="b" bIns="91425" lIns="91425" spcFirstLastPara="1" rIns="91425" wrap="square" tIns="91425">
            <a:noAutofit/>
          </a:bodyPr>
          <a:lstStyle/>
          <a:p>
            <a:pPr indent="-323850" lvl="0" marL="457200" rtl="0" algn="l">
              <a:spcBef>
                <a:spcPts val="0"/>
              </a:spcBef>
              <a:spcAft>
                <a:spcPts val="0"/>
              </a:spcAft>
              <a:buSzPts val="1500"/>
              <a:buChar char="●"/>
            </a:pPr>
            <a:r>
              <a:rPr lang="en"/>
              <a:t>Team Cohesion</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Individual Contributions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Gratitude to Team Members</a:t>
            </a:r>
            <a:endParaRPr/>
          </a:p>
        </p:txBody>
      </p:sp>
      <p:pic>
        <p:nvPicPr>
          <p:cNvPr id="9545" name="Google Shape;9545;p34" title="Recording (3).mp3">
            <a:hlinkClick r:id="rId3"/>
          </p:cNvPr>
          <p:cNvPicPr preferRelativeResize="0"/>
          <p:nvPr/>
        </p:nvPicPr>
        <p:blipFill>
          <a:blip r:embed="rId4">
            <a:alphaModFix/>
          </a:blip>
          <a:stretch>
            <a:fillRect/>
          </a:stretch>
        </p:blipFill>
        <p:spPr>
          <a:xfrm>
            <a:off x="4179900" y="3705625"/>
            <a:ext cx="784200" cy="78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9" name="Shape 9549"/>
        <p:cNvGrpSpPr/>
        <p:nvPr/>
      </p:nvGrpSpPr>
      <p:grpSpPr>
        <a:xfrm>
          <a:off x="0" y="0"/>
          <a:ext cx="0" cy="0"/>
          <a:chOff x="0" y="0"/>
          <a:chExt cx="0" cy="0"/>
        </a:xfrm>
      </p:grpSpPr>
      <p:sp>
        <p:nvSpPr>
          <p:cNvPr id="9550" name="Google Shape;9550;p35"/>
          <p:cNvSpPr txBox="1"/>
          <p:nvPr>
            <p:ph type="title"/>
          </p:nvPr>
        </p:nvSpPr>
        <p:spPr>
          <a:xfrm>
            <a:off x="3643125" y="1859700"/>
            <a:ext cx="4728600" cy="156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Enhancing Password Security</a:t>
            </a:r>
            <a:endParaRPr sz="4800"/>
          </a:p>
        </p:txBody>
      </p:sp>
      <p:sp>
        <p:nvSpPr>
          <p:cNvPr id="9551" name="Google Shape;9551;p35"/>
          <p:cNvSpPr txBox="1"/>
          <p:nvPr>
            <p:ph idx="1" type="subTitle"/>
          </p:nvPr>
        </p:nvSpPr>
        <p:spPr>
          <a:xfrm>
            <a:off x="4426125" y="3549672"/>
            <a:ext cx="3162600" cy="69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Multifaceted Analysis</a:t>
            </a:r>
            <a:endParaRPr/>
          </a:p>
        </p:txBody>
      </p:sp>
      <p:pic>
        <p:nvPicPr>
          <p:cNvPr id="9552" name="Google Shape;9552;p35"/>
          <p:cNvPicPr preferRelativeResize="0"/>
          <p:nvPr/>
        </p:nvPicPr>
        <p:blipFill>
          <a:blip r:embed="rId3">
            <a:alphaModFix amt="50000"/>
          </a:blip>
          <a:stretch>
            <a:fillRect/>
          </a:stretch>
        </p:blipFill>
        <p:spPr>
          <a:xfrm>
            <a:off x="-535400" y="701725"/>
            <a:ext cx="3740073" cy="3740050"/>
          </a:xfrm>
          <a:prstGeom prst="rect">
            <a:avLst/>
          </a:prstGeom>
          <a:noFill/>
          <a:ln>
            <a:noFill/>
          </a:ln>
        </p:spPr>
      </p:pic>
      <p:pic>
        <p:nvPicPr>
          <p:cNvPr id="9553" name="Google Shape;9553;p35" title="Recording (4).mp3">
            <a:hlinkClick r:id="rId4"/>
          </p:cNvPr>
          <p:cNvPicPr preferRelativeResize="0"/>
          <p:nvPr/>
        </p:nvPicPr>
        <p:blipFill>
          <a:blip r:embed="rId5">
            <a:alphaModFix/>
          </a:blip>
          <a:stretch>
            <a:fillRect/>
          </a:stretch>
        </p:blipFill>
        <p:spPr>
          <a:xfrm>
            <a:off x="4200864" y="4137450"/>
            <a:ext cx="742275" cy="742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7" name="Shape 9557"/>
        <p:cNvGrpSpPr/>
        <p:nvPr/>
      </p:nvGrpSpPr>
      <p:grpSpPr>
        <a:xfrm>
          <a:off x="0" y="0"/>
          <a:ext cx="0" cy="0"/>
          <a:chOff x="0" y="0"/>
          <a:chExt cx="0" cy="0"/>
        </a:xfrm>
      </p:grpSpPr>
      <p:pic>
        <p:nvPicPr>
          <p:cNvPr id="9558" name="Google Shape;9558;p36"/>
          <p:cNvPicPr preferRelativeResize="0"/>
          <p:nvPr/>
        </p:nvPicPr>
        <p:blipFill rotWithShape="1">
          <a:blip r:embed="rId3">
            <a:alphaModFix amt="50000"/>
          </a:blip>
          <a:srcRect b="17790" l="0" r="0" t="0"/>
          <a:stretch/>
        </p:blipFill>
        <p:spPr>
          <a:xfrm>
            <a:off x="5660750" y="866225"/>
            <a:ext cx="6966477" cy="4277450"/>
          </a:xfrm>
          <a:prstGeom prst="rect">
            <a:avLst/>
          </a:prstGeom>
          <a:noFill/>
          <a:ln>
            <a:noFill/>
          </a:ln>
        </p:spPr>
      </p:pic>
      <p:sp>
        <p:nvSpPr>
          <p:cNvPr id="9559" name="Google Shape;9559;p36"/>
          <p:cNvSpPr txBox="1"/>
          <p:nvPr>
            <p:ph idx="1" type="subTitle"/>
          </p:nvPr>
        </p:nvSpPr>
        <p:spPr>
          <a:xfrm>
            <a:off x="1084951" y="2249027"/>
            <a:ext cx="4974300" cy="136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Era of Digitalization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Importance of Password Security</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Research Question: "What factors contribute most significantly to the strength of a password?"</a:t>
            </a:r>
            <a:endParaRPr/>
          </a:p>
          <a:p>
            <a:pPr indent="0" lvl="0" marL="0" rtl="0" algn="ctr">
              <a:spcBef>
                <a:spcPts val="0"/>
              </a:spcBef>
              <a:spcAft>
                <a:spcPts val="0"/>
              </a:spcAft>
              <a:buNone/>
            </a:pPr>
            <a:r>
              <a:t/>
            </a:r>
            <a:endParaRPr/>
          </a:p>
        </p:txBody>
      </p:sp>
      <p:sp>
        <p:nvSpPr>
          <p:cNvPr id="9560" name="Google Shape;9560;p36"/>
          <p:cNvSpPr txBox="1"/>
          <p:nvPr>
            <p:ph type="title"/>
          </p:nvPr>
        </p:nvSpPr>
        <p:spPr>
          <a:xfrm>
            <a:off x="1085099" y="1498100"/>
            <a:ext cx="4974300" cy="79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pic>
        <p:nvPicPr>
          <p:cNvPr id="9561" name="Google Shape;9561;p36" title="Recording (5).mp3">
            <a:hlinkClick r:id="rId4"/>
          </p:cNvPr>
          <p:cNvPicPr preferRelativeResize="0"/>
          <p:nvPr/>
        </p:nvPicPr>
        <p:blipFill>
          <a:blip r:embed="rId5">
            <a:alphaModFix/>
          </a:blip>
          <a:stretch>
            <a:fillRect/>
          </a:stretch>
        </p:blipFill>
        <p:spPr>
          <a:xfrm>
            <a:off x="3172650" y="4075248"/>
            <a:ext cx="798900" cy="79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5" name="Shape 9565"/>
        <p:cNvGrpSpPr/>
        <p:nvPr/>
      </p:nvGrpSpPr>
      <p:grpSpPr>
        <a:xfrm>
          <a:off x="0" y="0"/>
          <a:ext cx="0" cy="0"/>
          <a:chOff x="0" y="0"/>
          <a:chExt cx="0" cy="0"/>
        </a:xfrm>
      </p:grpSpPr>
      <p:sp>
        <p:nvSpPr>
          <p:cNvPr id="9566" name="Google Shape;9566;p37"/>
          <p:cNvSpPr txBox="1"/>
          <p:nvPr>
            <p:ph idx="2" type="subTitle"/>
          </p:nvPr>
        </p:nvSpPr>
        <p:spPr>
          <a:xfrm>
            <a:off x="1771950" y="1970900"/>
            <a:ext cx="5600100" cy="1427400"/>
          </a:xfrm>
          <a:prstGeom prst="rect">
            <a:avLst/>
          </a:prstGeom>
        </p:spPr>
        <p:txBody>
          <a:bodyPr anchorCtr="0" anchor="b" bIns="91425" lIns="91425" spcFirstLastPara="1" rIns="91425" wrap="square" tIns="91425">
            <a:noAutofit/>
          </a:bodyPr>
          <a:lstStyle/>
          <a:p>
            <a:pPr indent="-323850" lvl="0" marL="457200" rtl="0" algn="l">
              <a:spcBef>
                <a:spcPts val="0"/>
              </a:spcBef>
              <a:spcAft>
                <a:spcPts val="0"/>
              </a:spcAft>
              <a:buSzPts val="1500"/>
              <a:buChar char="●"/>
            </a:pPr>
            <a:r>
              <a:rPr lang="en"/>
              <a:t>13 million passwords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October 2015 Data Breach</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Purpose: Comprehensive View of Password Security</a:t>
            </a:r>
            <a:endParaRPr/>
          </a:p>
        </p:txBody>
      </p:sp>
      <p:sp>
        <p:nvSpPr>
          <p:cNvPr id="9567" name="Google Shape;9567;p37"/>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Datasets</a:t>
            </a:r>
            <a:endParaRPr/>
          </a:p>
        </p:txBody>
      </p:sp>
      <p:pic>
        <p:nvPicPr>
          <p:cNvPr id="9568" name="Google Shape;9568;p37" title="Recording (6).mp3">
            <a:hlinkClick r:id="rId3"/>
          </p:cNvPr>
          <p:cNvPicPr preferRelativeResize="0"/>
          <p:nvPr/>
        </p:nvPicPr>
        <p:blipFill>
          <a:blip r:embed="rId4">
            <a:alphaModFix/>
          </a:blip>
          <a:stretch>
            <a:fillRect/>
          </a:stretch>
        </p:blipFill>
        <p:spPr>
          <a:xfrm>
            <a:off x="4197175" y="3879175"/>
            <a:ext cx="749650" cy="74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2" name="Shape 9572"/>
        <p:cNvGrpSpPr/>
        <p:nvPr/>
      </p:nvGrpSpPr>
      <p:grpSpPr>
        <a:xfrm>
          <a:off x="0" y="0"/>
          <a:ext cx="0" cy="0"/>
          <a:chOff x="0" y="0"/>
          <a:chExt cx="0" cy="0"/>
        </a:xfrm>
      </p:grpSpPr>
      <p:sp>
        <p:nvSpPr>
          <p:cNvPr id="9573" name="Google Shape;9573;p38"/>
          <p:cNvSpPr txBox="1"/>
          <p:nvPr>
            <p:ph idx="1" type="body"/>
          </p:nvPr>
        </p:nvSpPr>
        <p:spPr>
          <a:xfrm>
            <a:off x="720000" y="1679600"/>
            <a:ext cx="3852000" cy="2293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a:t>String Analysis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Measurement of Unique Characters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Length Measurement</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Character Types and Patterns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Scoring System</a:t>
            </a:r>
            <a:endParaRPr/>
          </a:p>
        </p:txBody>
      </p:sp>
      <p:sp>
        <p:nvSpPr>
          <p:cNvPr id="9574" name="Google Shape;9574;p38"/>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Password Strength Checker</a:t>
            </a:r>
            <a:endParaRPr/>
          </a:p>
        </p:txBody>
      </p:sp>
      <p:pic>
        <p:nvPicPr>
          <p:cNvPr id="9575" name="Google Shape;9575;p38"/>
          <p:cNvPicPr preferRelativeResize="0"/>
          <p:nvPr>
            <p:ph idx="2" type="pic"/>
          </p:nvPr>
        </p:nvPicPr>
        <p:blipFill rotWithShape="1">
          <a:blip r:embed="rId3">
            <a:alphaModFix/>
          </a:blip>
          <a:srcRect b="0" l="16663" r="16656" t="0"/>
          <a:stretch/>
        </p:blipFill>
        <p:spPr>
          <a:xfrm>
            <a:off x="5268024" y="1401575"/>
            <a:ext cx="3053998" cy="3054898"/>
          </a:xfrm>
          <a:prstGeom prst="rect">
            <a:avLst/>
          </a:prstGeom>
        </p:spPr>
      </p:pic>
      <p:pic>
        <p:nvPicPr>
          <p:cNvPr id="9576" name="Google Shape;9576;p38" title="Recording (7).mp3">
            <a:hlinkClick r:id="rId4"/>
          </p:cNvPr>
          <p:cNvPicPr preferRelativeResize="0"/>
          <p:nvPr/>
        </p:nvPicPr>
        <p:blipFill>
          <a:blip r:embed="rId5">
            <a:alphaModFix/>
          </a:blip>
          <a:stretch>
            <a:fillRect/>
          </a:stretch>
        </p:blipFill>
        <p:spPr>
          <a:xfrm>
            <a:off x="4169373" y="4111725"/>
            <a:ext cx="805250" cy="805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0" name="Shape 9580"/>
        <p:cNvGrpSpPr/>
        <p:nvPr/>
      </p:nvGrpSpPr>
      <p:grpSpPr>
        <a:xfrm>
          <a:off x="0" y="0"/>
          <a:ext cx="0" cy="0"/>
          <a:chOff x="0" y="0"/>
          <a:chExt cx="0" cy="0"/>
        </a:xfrm>
      </p:grpSpPr>
      <p:sp>
        <p:nvSpPr>
          <p:cNvPr id="9581" name="Google Shape;9581;p39"/>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of Passwords</a:t>
            </a:r>
            <a:endParaRPr/>
          </a:p>
        </p:txBody>
      </p:sp>
      <p:sp>
        <p:nvSpPr>
          <p:cNvPr id="9582" name="Google Shape;9582;p39"/>
          <p:cNvSpPr txBox="1"/>
          <p:nvPr>
            <p:ph idx="2" type="subTitle"/>
          </p:nvPr>
        </p:nvSpPr>
        <p:spPr>
          <a:xfrm>
            <a:off x="927325" y="1742225"/>
            <a:ext cx="3390900" cy="1844400"/>
          </a:xfrm>
          <a:prstGeom prst="rect">
            <a:avLst/>
          </a:prstGeom>
        </p:spPr>
        <p:txBody>
          <a:bodyPr anchorCtr="0" anchor="b" bIns="91425" lIns="91425" spcFirstLastPara="1" rIns="91425" wrap="square" tIns="91425">
            <a:noAutofit/>
          </a:bodyPr>
          <a:lstStyle/>
          <a:p>
            <a:pPr indent="-323850" lvl="0" marL="457200" rtl="0" algn="l">
              <a:spcBef>
                <a:spcPts val="0"/>
              </a:spcBef>
              <a:spcAft>
                <a:spcPts val="0"/>
              </a:spcAft>
              <a:buSzPts val="1500"/>
              <a:buChar char="●"/>
            </a:pPr>
            <a:r>
              <a:rPr lang="en"/>
              <a:t>Longer, Less Complex Passwords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Shorter, More Complex Passwords</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Time-to-Crack Assessment</a:t>
            </a:r>
            <a:endParaRPr/>
          </a:p>
        </p:txBody>
      </p:sp>
      <p:sp>
        <p:nvSpPr>
          <p:cNvPr id="9583" name="Google Shape;9583;p39"/>
          <p:cNvSpPr txBox="1"/>
          <p:nvPr>
            <p:ph idx="2" type="subTitle"/>
          </p:nvPr>
        </p:nvSpPr>
        <p:spPr>
          <a:xfrm>
            <a:off x="4816500" y="1669725"/>
            <a:ext cx="3390900" cy="2094600"/>
          </a:xfrm>
          <a:prstGeom prst="rect">
            <a:avLst/>
          </a:prstGeom>
        </p:spPr>
        <p:txBody>
          <a:bodyPr anchorCtr="0" anchor="b" bIns="91425" lIns="91425" spcFirstLastPara="1" rIns="91425" wrap="square" tIns="91425">
            <a:noAutofit/>
          </a:bodyPr>
          <a:lstStyle/>
          <a:p>
            <a:pPr indent="-323850" lvl="0" marL="457200" rtl="0" algn="l">
              <a:spcBef>
                <a:spcPts val="0"/>
              </a:spcBef>
              <a:spcAft>
                <a:spcPts val="0"/>
              </a:spcAft>
              <a:buSzPts val="1500"/>
              <a:buChar char="●"/>
            </a:pPr>
            <a:r>
              <a:rPr lang="en"/>
              <a:t>Holistic Approach</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Shift in Password Creation</a:t>
            </a:r>
            <a:endParaRPr/>
          </a:p>
          <a:p>
            <a:pPr indent="0" lvl="0" marL="457200" rtl="0" algn="l">
              <a:spcBef>
                <a:spcPts val="0"/>
              </a:spcBef>
              <a:spcAft>
                <a:spcPts val="0"/>
              </a:spcAft>
              <a:buNone/>
            </a:pPr>
            <a:r>
              <a:t/>
            </a:r>
            <a:endParaRPr/>
          </a:p>
          <a:p>
            <a:pPr indent="-323850" lvl="0" marL="457200" rtl="0" algn="l">
              <a:spcBef>
                <a:spcPts val="0"/>
              </a:spcBef>
              <a:spcAft>
                <a:spcPts val="0"/>
              </a:spcAft>
              <a:buSzPts val="1500"/>
              <a:buChar char="●"/>
            </a:pPr>
            <a:r>
              <a:rPr lang="en"/>
              <a:t>Advocacy for Randomly Generated Passwords and Passphrases</a:t>
            </a:r>
            <a:endParaRPr/>
          </a:p>
        </p:txBody>
      </p:sp>
      <p:pic>
        <p:nvPicPr>
          <p:cNvPr id="9584" name="Google Shape;9584;p39" title="Slide 9.mp3">
            <a:hlinkClick r:id="rId3"/>
          </p:cNvPr>
          <p:cNvPicPr preferRelativeResize="0"/>
          <p:nvPr/>
        </p:nvPicPr>
        <p:blipFill>
          <a:blip r:embed="rId4">
            <a:alphaModFix/>
          </a:blip>
          <a:stretch>
            <a:fillRect/>
          </a:stretch>
        </p:blipFill>
        <p:spPr>
          <a:xfrm>
            <a:off x="4125838" y="4154225"/>
            <a:ext cx="892325" cy="989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8" name="Shape 9588"/>
        <p:cNvGrpSpPr/>
        <p:nvPr/>
      </p:nvGrpSpPr>
      <p:grpSpPr>
        <a:xfrm>
          <a:off x="0" y="0"/>
          <a:ext cx="0" cy="0"/>
          <a:chOff x="0" y="0"/>
          <a:chExt cx="0" cy="0"/>
        </a:xfrm>
      </p:grpSpPr>
      <p:sp>
        <p:nvSpPr>
          <p:cNvPr id="9589" name="Google Shape;9589;p40"/>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Methods </a:t>
            </a:r>
            <a:endParaRPr/>
          </a:p>
        </p:txBody>
      </p:sp>
      <p:sp>
        <p:nvSpPr>
          <p:cNvPr id="9590" name="Google Shape;9590;p40"/>
          <p:cNvSpPr txBox="1"/>
          <p:nvPr/>
        </p:nvSpPr>
        <p:spPr>
          <a:xfrm>
            <a:off x="1101100" y="1189800"/>
            <a:ext cx="7079700" cy="3201600"/>
          </a:xfrm>
          <a:prstGeom prst="rect">
            <a:avLst/>
          </a:prstGeom>
          <a:noFill/>
          <a:ln>
            <a:noFill/>
          </a:ln>
        </p:spPr>
        <p:txBody>
          <a:bodyPr anchorCtr="0" anchor="t" bIns="91425" lIns="91425" spcFirstLastPara="1" rIns="91425" wrap="square" tIns="91425">
            <a:spAutoFit/>
          </a:bodyPr>
          <a:lstStyle/>
          <a:p>
            <a:pPr indent="-228600" lvl="0" marL="457200" rtl="0" algn="l">
              <a:spcBef>
                <a:spcPts val="0"/>
              </a:spcBef>
              <a:spcAft>
                <a:spcPts val="0"/>
              </a:spcAft>
              <a:buClr>
                <a:schemeClr val="accent6"/>
              </a:buClr>
              <a:buSzPts val="1400"/>
              <a:buNone/>
            </a:pPr>
            <a:r>
              <a:rPr lang="en">
                <a:solidFill>
                  <a:schemeClr val="accent6"/>
                </a:solidFill>
              </a:rPr>
              <a:t>Password Strength Checker:</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String Analysis: Breaks down password into characters for analysis.</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Unique Characters: Counts unique characters for increased resilience.</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Length Measurement: Considers longer passwords for larger search space.</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Character Types &amp; Patterns: Evaluates diversity and patterns.</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Scoring System: Quantifies overall password strength for users' comprehension.</a:t>
            </a:r>
            <a:endParaRPr>
              <a:solidFill>
                <a:schemeClr val="accent6"/>
              </a:solidFill>
            </a:endParaRPr>
          </a:p>
          <a:p>
            <a:pPr indent="-228600" lvl="0" marL="457200" rtl="0" algn="l">
              <a:spcBef>
                <a:spcPts val="0"/>
              </a:spcBef>
              <a:spcAft>
                <a:spcPts val="0"/>
              </a:spcAft>
              <a:buClr>
                <a:schemeClr val="accent6"/>
              </a:buClr>
              <a:buSzPts val="1400"/>
              <a:buNone/>
            </a:pPr>
            <a:r>
              <a:rPr lang="en">
                <a:solidFill>
                  <a:schemeClr val="accent6"/>
                </a:solidFill>
              </a:rPr>
              <a:t>Comparison of Passwords:</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Longer, Less Complex: Explores longer but simpler passwords' security.</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Shorter, More Complex: Assesses shorter yet more complex passwords.</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Time-to-Crack Assessment: Determines estimated crack time for both types.</a:t>
            </a:r>
            <a:endParaRPr>
              <a:solidFill>
                <a:schemeClr val="accent6"/>
              </a:solidFill>
            </a:endParaRPr>
          </a:p>
          <a:p>
            <a:pPr indent="-228600" lvl="0" marL="457200" rtl="0" algn="l">
              <a:spcBef>
                <a:spcPts val="0"/>
              </a:spcBef>
              <a:spcAft>
                <a:spcPts val="0"/>
              </a:spcAft>
              <a:buClr>
                <a:schemeClr val="accent6"/>
              </a:buClr>
              <a:buSzPts val="1400"/>
              <a:buNone/>
            </a:pPr>
            <a:r>
              <a:rPr lang="en">
                <a:solidFill>
                  <a:schemeClr val="accent6"/>
                </a:solidFill>
              </a:rPr>
              <a:t>Graphical Representation:</a:t>
            </a:r>
            <a:endParaRPr>
              <a:solidFill>
                <a:schemeClr val="accent6"/>
              </a:solidFill>
            </a:endParaRPr>
          </a:p>
          <a:p>
            <a:pPr indent="-317500" lvl="1" marL="914400" rtl="0" algn="l">
              <a:spcBef>
                <a:spcPts val="0"/>
              </a:spcBef>
              <a:spcAft>
                <a:spcPts val="0"/>
              </a:spcAft>
              <a:buClr>
                <a:schemeClr val="accent6"/>
              </a:buClr>
              <a:buSzPts val="1400"/>
              <a:buChar char="●"/>
            </a:pPr>
            <a:r>
              <a:rPr lang="en">
                <a:solidFill>
                  <a:schemeClr val="accent6"/>
                </a:solidFill>
              </a:rPr>
              <a:t>Visualizes relationships between length, complexity, and security."</a:t>
            </a:r>
            <a:endParaRPr>
              <a:solidFill>
                <a:schemeClr val="accent6"/>
              </a:solidFill>
            </a:endParaRPr>
          </a:p>
        </p:txBody>
      </p:sp>
      <p:pic>
        <p:nvPicPr>
          <p:cNvPr id="9591" name="Google Shape;9591;p40" title="Slide 10.mp3">
            <a:hlinkClick r:id="rId3"/>
          </p:cNvPr>
          <p:cNvPicPr preferRelativeResize="0"/>
          <p:nvPr/>
        </p:nvPicPr>
        <p:blipFill>
          <a:blip r:embed="rId4">
            <a:alphaModFix/>
          </a:blip>
          <a:stretch>
            <a:fillRect/>
          </a:stretch>
        </p:blipFill>
        <p:spPr>
          <a:xfrm>
            <a:off x="3980450" y="4221550"/>
            <a:ext cx="970900" cy="921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5" name="Shape 9595"/>
        <p:cNvGrpSpPr/>
        <p:nvPr/>
      </p:nvGrpSpPr>
      <p:grpSpPr>
        <a:xfrm>
          <a:off x="0" y="0"/>
          <a:ext cx="0" cy="0"/>
          <a:chOff x="0" y="0"/>
          <a:chExt cx="0" cy="0"/>
        </a:xfrm>
      </p:grpSpPr>
      <p:pic>
        <p:nvPicPr>
          <p:cNvPr id="9596" name="Google Shape;9596;p41"/>
          <p:cNvPicPr preferRelativeResize="0"/>
          <p:nvPr/>
        </p:nvPicPr>
        <p:blipFill rotWithShape="1">
          <a:blip r:embed="rId3">
            <a:alphaModFix/>
          </a:blip>
          <a:srcRect b="5347" l="0" r="0" t="0"/>
          <a:stretch/>
        </p:blipFill>
        <p:spPr>
          <a:xfrm>
            <a:off x="999350" y="3384250"/>
            <a:ext cx="2170700" cy="1088575"/>
          </a:xfrm>
          <a:prstGeom prst="rect">
            <a:avLst/>
          </a:prstGeom>
          <a:noFill/>
          <a:ln>
            <a:noFill/>
          </a:ln>
        </p:spPr>
      </p:pic>
      <p:sp>
        <p:nvSpPr>
          <p:cNvPr id="9597" name="Google Shape;9597;p41"/>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9598" name="Google Shape;9598;p41"/>
          <p:cNvSpPr txBox="1"/>
          <p:nvPr>
            <p:ph idx="1" type="subTitle"/>
          </p:nvPr>
        </p:nvSpPr>
        <p:spPr>
          <a:xfrm>
            <a:off x="2302364" y="1848852"/>
            <a:ext cx="5453700" cy="5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599" name="Google Shape;9599;p41"/>
          <p:cNvSpPr txBox="1"/>
          <p:nvPr>
            <p:ph idx="2" type="subTitle"/>
          </p:nvPr>
        </p:nvSpPr>
        <p:spPr>
          <a:xfrm>
            <a:off x="2302364" y="1236775"/>
            <a:ext cx="5453700" cy="69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600" name="Google Shape;9600;p41"/>
          <p:cNvSpPr txBox="1"/>
          <p:nvPr>
            <p:ph idx="3" type="subTitle"/>
          </p:nvPr>
        </p:nvSpPr>
        <p:spPr>
          <a:xfrm>
            <a:off x="2302364" y="2972664"/>
            <a:ext cx="5453700" cy="5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601" name="Google Shape;9601;p41"/>
          <p:cNvSpPr txBox="1"/>
          <p:nvPr>
            <p:ph idx="4" type="subTitle"/>
          </p:nvPr>
        </p:nvSpPr>
        <p:spPr>
          <a:xfrm>
            <a:off x="2302364" y="2360586"/>
            <a:ext cx="5453700" cy="69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602" name="Google Shape;9602;p41"/>
          <p:cNvSpPr txBox="1"/>
          <p:nvPr>
            <p:ph idx="5" type="subTitle"/>
          </p:nvPr>
        </p:nvSpPr>
        <p:spPr>
          <a:xfrm>
            <a:off x="2302364" y="4096475"/>
            <a:ext cx="5453700" cy="5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603" name="Google Shape;9603;p41"/>
          <p:cNvSpPr txBox="1"/>
          <p:nvPr>
            <p:ph idx="6" type="subTitle"/>
          </p:nvPr>
        </p:nvSpPr>
        <p:spPr>
          <a:xfrm>
            <a:off x="2302364" y="3484398"/>
            <a:ext cx="5453700" cy="699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9604" name="Google Shape;9604;p41"/>
          <p:cNvPicPr preferRelativeResize="0"/>
          <p:nvPr/>
        </p:nvPicPr>
        <p:blipFill>
          <a:blip r:embed="rId4">
            <a:alphaModFix/>
          </a:blip>
          <a:stretch>
            <a:fillRect/>
          </a:stretch>
        </p:blipFill>
        <p:spPr>
          <a:xfrm>
            <a:off x="869075" y="387600"/>
            <a:ext cx="4964401" cy="2996650"/>
          </a:xfrm>
          <a:prstGeom prst="rect">
            <a:avLst/>
          </a:prstGeom>
          <a:noFill/>
          <a:ln>
            <a:noFill/>
          </a:ln>
        </p:spPr>
      </p:pic>
      <p:pic>
        <p:nvPicPr>
          <p:cNvPr id="9605" name="Google Shape;9605;p41"/>
          <p:cNvPicPr preferRelativeResize="0"/>
          <p:nvPr/>
        </p:nvPicPr>
        <p:blipFill rotWithShape="1">
          <a:blip r:embed="rId3">
            <a:alphaModFix/>
          </a:blip>
          <a:srcRect b="5347" l="0" r="0" t="0"/>
          <a:stretch/>
        </p:blipFill>
        <p:spPr>
          <a:xfrm>
            <a:off x="869075" y="3384250"/>
            <a:ext cx="2170700" cy="1088575"/>
          </a:xfrm>
          <a:prstGeom prst="rect">
            <a:avLst/>
          </a:prstGeom>
          <a:noFill/>
          <a:ln>
            <a:noFill/>
          </a:ln>
        </p:spPr>
      </p:pic>
      <p:pic>
        <p:nvPicPr>
          <p:cNvPr id="9606" name="Google Shape;9606;p41"/>
          <p:cNvPicPr preferRelativeResize="0"/>
          <p:nvPr/>
        </p:nvPicPr>
        <p:blipFill>
          <a:blip r:embed="rId5">
            <a:alphaModFix/>
          </a:blip>
          <a:stretch>
            <a:fillRect/>
          </a:stretch>
        </p:blipFill>
        <p:spPr>
          <a:xfrm>
            <a:off x="3170050" y="2939950"/>
            <a:ext cx="4650051" cy="1788200"/>
          </a:xfrm>
          <a:prstGeom prst="rect">
            <a:avLst/>
          </a:prstGeom>
          <a:noFill/>
          <a:ln>
            <a:noFill/>
          </a:ln>
        </p:spPr>
      </p:pic>
      <p:cxnSp>
        <p:nvCxnSpPr>
          <p:cNvPr id="9607" name="Google Shape;9607;p41"/>
          <p:cNvCxnSpPr/>
          <p:nvPr/>
        </p:nvCxnSpPr>
        <p:spPr>
          <a:xfrm flipH="1" rot="10800000">
            <a:off x="873325" y="381225"/>
            <a:ext cx="2292000" cy="9600"/>
          </a:xfrm>
          <a:prstGeom prst="straightConnector1">
            <a:avLst/>
          </a:prstGeom>
          <a:noFill/>
          <a:ln cap="flat" cmpd="sng" w="9525">
            <a:solidFill>
              <a:schemeClr val="lt2"/>
            </a:solidFill>
            <a:prstDash val="solid"/>
            <a:round/>
            <a:headEnd len="med" w="med" type="none"/>
            <a:tailEnd len="med" w="med" type="none"/>
          </a:ln>
        </p:spPr>
      </p:cxnSp>
      <p:cxnSp>
        <p:nvCxnSpPr>
          <p:cNvPr id="9608" name="Google Shape;9608;p41"/>
          <p:cNvCxnSpPr/>
          <p:nvPr/>
        </p:nvCxnSpPr>
        <p:spPr>
          <a:xfrm flipH="1" rot="10800000">
            <a:off x="873325" y="871100"/>
            <a:ext cx="4960200" cy="12900"/>
          </a:xfrm>
          <a:prstGeom prst="straightConnector1">
            <a:avLst/>
          </a:prstGeom>
          <a:noFill/>
          <a:ln cap="flat" cmpd="sng" w="9525">
            <a:solidFill>
              <a:srgbClr val="980000"/>
            </a:solidFill>
            <a:prstDash val="solid"/>
            <a:round/>
            <a:headEnd len="med" w="med" type="none"/>
            <a:tailEnd len="med" w="med" type="none"/>
          </a:ln>
        </p:spPr>
      </p:cxnSp>
      <p:cxnSp>
        <p:nvCxnSpPr>
          <p:cNvPr id="9609" name="Google Shape;9609;p41"/>
          <p:cNvCxnSpPr/>
          <p:nvPr/>
        </p:nvCxnSpPr>
        <p:spPr>
          <a:xfrm rot="10800000">
            <a:off x="3165250" y="386050"/>
            <a:ext cx="4800" cy="472800"/>
          </a:xfrm>
          <a:prstGeom prst="straightConnector1">
            <a:avLst/>
          </a:prstGeom>
          <a:noFill/>
          <a:ln cap="flat" cmpd="sng" w="9525">
            <a:solidFill>
              <a:schemeClr val="lt2"/>
            </a:solidFill>
            <a:prstDash val="solid"/>
            <a:round/>
            <a:headEnd len="med" w="med" type="none"/>
            <a:tailEnd len="med" w="med" type="none"/>
          </a:ln>
        </p:spPr>
      </p:cxnSp>
      <p:cxnSp>
        <p:nvCxnSpPr>
          <p:cNvPr id="9610" name="Google Shape;9610;p41"/>
          <p:cNvCxnSpPr/>
          <p:nvPr/>
        </p:nvCxnSpPr>
        <p:spPr>
          <a:xfrm rot="10800000">
            <a:off x="873525" y="385925"/>
            <a:ext cx="5700" cy="483000"/>
          </a:xfrm>
          <a:prstGeom prst="straightConnector1">
            <a:avLst/>
          </a:prstGeom>
          <a:noFill/>
          <a:ln cap="flat" cmpd="sng" w="9525">
            <a:solidFill>
              <a:schemeClr val="lt2"/>
            </a:solidFill>
            <a:prstDash val="solid"/>
            <a:round/>
            <a:headEnd len="med" w="med" type="none"/>
            <a:tailEnd len="med" w="med" type="none"/>
          </a:ln>
        </p:spPr>
      </p:cxnSp>
      <p:cxnSp>
        <p:nvCxnSpPr>
          <p:cNvPr id="9611" name="Google Shape;9611;p41"/>
          <p:cNvCxnSpPr/>
          <p:nvPr/>
        </p:nvCxnSpPr>
        <p:spPr>
          <a:xfrm flipH="1" rot="10800000">
            <a:off x="873325" y="2451075"/>
            <a:ext cx="4960200" cy="8100"/>
          </a:xfrm>
          <a:prstGeom prst="straightConnector1">
            <a:avLst/>
          </a:prstGeom>
          <a:noFill/>
          <a:ln cap="flat" cmpd="sng" w="9525">
            <a:solidFill>
              <a:srgbClr val="980000"/>
            </a:solidFill>
            <a:prstDash val="solid"/>
            <a:round/>
            <a:headEnd len="med" w="med" type="none"/>
            <a:tailEnd len="med" w="med" type="none"/>
          </a:ln>
        </p:spPr>
      </p:cxnSp>
      <p:cxnSp>
        <p:nvCxnSpPr>
          <p:cNvPr id="9612" name="Google Shape;9612;p41"/>
          <p:cNvCxnSpPr/>
          <p:nvPr/>
        </p:nvCxnSpPr>
        <p:spPr>
          <a:xfrm flipH="1">
            <a:off x="878325" y="881950"/>
            <a:ext cx="900" cy="1584000"/>
          </a:xfrm>
          <a:prstGeom prst="straightConnector1">
            <a:avLst/>
          </a:prstGeom>
          <a:noFill/>
          <a:ln cap="flat" cmpd="sng" w="9525">
            <a:solidFill>
              <a:srgbClr val="980000"/>
            </a:solidFill>
            <a:prstDash val="solid"/>
            <a:round/>
            <a:headEnd len="med" w="med" type="none"/>
            <a:tailEnd len="med" w="med" type="none"/>
          </a:ln>
        </p:spPr>
      </p:cxnSp>
      <p:cxnSp>
        <p:nvCxnSpPr>
          <p:cNvPr id="9613" name="Google Shape;9613;p41"/>
          <p:cNvCxnSpPr/>
          <p:nvPr/>
        </p:nvCxnSpPr>
        <p:spPr>
          <a:xfrm rot="10800000">
            <a:off x="5834425" y="858275"/>
            <a:ext cx="5400" cy="1936800"/>
          </a:xfrm>
          <a:prstGeom prst="straightConnector1">
            <a:avLst/>
          </a:prstGeom>
          <a:noFill/>
          <a:ln cap="flat" cmpd="sng" w="9525">
            <a:solidFill>
              <a:srgbClr val="980000"/>
            </a:solidFill>
            <a:prstDash val="solid"/>
            <a:round/>
            <a:headEnd len="med" w="med" type="none"/>
            <a:tailEnd len="med" w="med" type="none"/>
          </a:ln>
        </p:spPr>
      </p:cxnSp>
      <p:cxnSp>
        <p:nvCxnSpPr>
          <p:cNvPr id="9614" name="Google Shape;9614;p41"/>
          <p:cNvCxnSpPr/>
          <p:nvPr/>
        </p:nvCxnSpPr>
        <p:spPr>
          <a:xfrm flipH="1">
            <a:off x="876475" y="2462750"/>
            <a:ext cx="3600" cy="2006400"/>
          </a:xfrm>
          <a:prstGeom prst="straightConnector1">
            <a:avLst/>
          </a:prstGeom>
          <a:noFill/>
          <a:ln cap="flat" cmpd="sng" w="9525">
            <a:solidFill>
              <a:srgbClr val="980000"/>
            </a:solidFill>
            <a:prstDash val="solid"/>
            <a:round/>
            <a:headEnd len="med" w="med" type="none"/>
            <a:tailEnd len="med" w="med" type="none"/>
          </a:ln>
        </p:spPr>
      </p:cxnSp>
      <p:cxnSp>
        <p:nvCxnSpPr>
          <p:cNvPr id="9615" name="Google Shape;9615;p41"/>
          <p:cNvCxnSpPr/>
          <p:nvPr/>
        </p:nvCxnSpPr>
        <p:spPr>
          <a:xfrm>
            <a:off x="880075" y="4469150"/>
            <a:ext cx="2060700" cy="0"/>
          </a:xfrm>
          <a:prstGeom prst="straightConnector1">
            <a:avLst/>
          </a:prstGeom>
          <a:noFill/>
          <a:ln cap="flat" cmpd="sng" w="9525">
            <a:solidFill>
              <a:srgbClr val="980000"/>
            </a:solidFill>
            <a:prstDash val="solid"/>
            <a:round/>
            <a:headEnd len="med" w="med" type="none"/>
            <a:tailEnd len="med" w="med" type="none"/>
          </a:ln>
        </p:spPr>
      </p:cxnSp>
      <p:cxnSp>
        <p:nvCxnSpPr>
          <p:cNvPr id="9616" name="Google Shape;9616;p41"/>
          <p:cNvCxnSpPr/>
          <p:nvPr/>
        </p:nvCxnSpPr>
        <p:spPr>
          <a:xfrm flipH="1">
            <a:off x="2940850" y="3385650"/>
            <a:ext cx="600" cy="1083600"/>
          </a:xfrm>
          <a:prstGeom prst="straightConnector1">
            <a:avLst/>
          </a:prstGeom>
          <a:noFill/>
          <a:ln cap="flat" cmpd="sng" w="9525">
            <a:solidFill>
              <a:srgbClr val="980000"/>
            </a:solidFill>
            <a:prstDash val="solid"/>
            <a:round/>
            <a:headEnd len="med" w="med" type="none"/>
            <a:tailEnd len="med" w="med" type="none"/>
          </a:ln>
        </p:spPr>
      </p:cxnSp>
      <p:cxnSp>
        <p:nvCxnSpPr>
          <p:cNvPr id="9617" name="Google Shape;9617;p41"/>
          <p:cNvCxnSpPr/>
          <p:nvPr/>
        </p:nvCxnSpPr>
        <p:spPr>
          <a:xfrm>
            <a:off x="878275" y="3384250"/>
            <a:ext cx="2064300" cy="300"/>
          </a:xfrm>
          <a:prstGeom prst="straightConnector1">
            <a:avLst/>
          </a:prstGeom>
          <a:noFill/>
          <a:ln cap="flat" cmpd="sng" w="9525">
            <a:solidFill>
              <a:srgbClr val="980000"/>
            </a:solidFill>
            <a:prstDash val="solid"/>
            <a:round/>
            <a:headEnd len="med" w="med" type="none"/>
            <a:tailEnd len="med" w="med" type="none"/>
          </a:ln>
        </p:spPr>
      </p:cxnSp>
      <p:cxnSp>
        <p:nvCxnSpPr>
          <p:cNvPr id="9618" name="Google Shape;9618;p41"/>
          <p:cNvCxnSpPr/>
          <p:nvPr/>
        </p:nvCxnSpPr>
        <p:spPr>
          <a:xfrm flipH="1" rot="10800000">
            <a:off x="2941625" y="2803150"/>
            <a:ext cx="2700" cy="580800"/>
          </a:xfrm>
          <a:prstGeom prst="straightConnector1">
            <a:avLst/>
          </a:prstGeom>
          <a:noFill/>
          <a:ln cap="flat" cmpd="sng" w="9525">
            <a:solidFill>
              <a:srgbClr val="980000"/>
            </a:solidFill>
            <a:prstDash val="solid"/>
            <a:round/>
            <a:headEnd len="med" w="med" type="none"/>
            <a:tailEnd len="med" w="med" type="none"/>
          </a:ln>
        </p:spPr>
      </p:cxnSp>
      <p:cxnSp>
        <p:nvCxnSpPr>
          <p:cNvPr id="9619" name="Google Shape;9619;p41"/>
          <p:cNvCxnSpPr/>
          <p:nvPr/>
        </p:nvCxnSpPr>
        <p:spPr>
          <a:xfrm flipH="1" rot="10800000">
            <a:off x="880075" y="2794750"/>
            <a:ext cx="4960200" cy="8100"/>
          </a:xfrm>
          <a:prstGeom prst="straightConnector1">
            <a:avLst/>
          </a:prstGeom>
          <a:noFill/>
          <a:ln cap="flat" cmpd="sng" w="9525">
            <a:solidFill>
              <a:srgbClr val="980000"/>
            </a:solidFill>
            <a:prstDash val="solid"/>
            <a:round/>
            <a:headEnd len="med" w="med" type="none"/>
            <a:tailEnd len="med" w="med" type="none"/>
          </a:ln>
        </p:spPr>
      </p:cxnSp>
      <p:cxnSp>
        <p:nvCxnSpPr>
          <p:cNvPr id="9620" name="Google Shape;9620;p41"/>
          <p:cNvCxnSpPr/>
          <p:nvPr/>
        </p:nvCxnSpPr>
        <p:spPr>
          <a:xfrm flipH="1" rot="10800000">
            <a:off x="3170050" y="2941750"/>
            <a:ext cx="4653600" cy="6300"/>
          </a:xfrm>
          <a:prstGeom prst="straightConnector1">
            <a:avLst/>
          </a:prstGeom>
          <a:noFill/>
          <a:ln cap="flat" cmpd="sng" w="9525">
            <a:solidFill>
              <a:srgbClr val="980000"/>
            </a:solidFill>
            <a:prstDash val="solid"/>
            <a:round/>
            <a:headEnd len="med" w="med" type="none"/>
            <a:tailEnd len="med" w="med" type="none"/>
          </a:ln>
        </p:spPr>
      </p:cxnSp>
      <p:cxnSp>
        <p:nvCxnSpPr>
          <p:cNvPr id="9621" name="Google Shape;9621;p41"/>
          <p:cNvCxnSpPr/>
          <p:nvPr/>
        </p:nvCxnSpPr>
        <p:spPr>
          <a:xfrm flipH="1" rot="10800000">
            <a:off x="3170050" y="4720050"/>
            <a:ext cx="4653600" cy="6300"/>
          </a:xfrm>
          <a:prstGeom prst="straightConnector1">
            <a:avLst/>
          </a:prstGeom>
          <a:noFill/>
          <a:ln cap="flat" cmpd="sng" w="9525">
            <a:solidFill>
              <a:schemeClr val="lt2"/>
            </a:solidFill>
            <a:prstDash val="solid"/>
            <a:round/>
            <a:headEnd len="med" w="med" type="none"/>
            <a:tailEnd len="med" w="med" type="none"/>
          </a:ln>
        </p:spPr>
      </p:cxnSp>
      <p:cxnSp>
        <p:nvCxnSpPr>
          <p:cNvPr id="9622" name="Google Shape;9622;p41"/>
          <p:cNvCxnSpPr/>
          <p:nvPr/>
        </p:nvCxnSpPr>
        <p:spPr>
          <a:xfrm rot="10800000">
            <a:off x="3166300" y="2948050"/>
            <a:ext cx="2700" cy="838500"/>
          </a:xfrm>
          <a:prstGeom prst="straightConnector1">
            <a:avLst/>
          </a:prstGeom>
          <a:noFill/>
          <a:ln cap="flat" cmpd="sng" w="9525">
            <a:solidFill>
              <a:srgbClr val="980000"/>
            </a:solidFill>
            <a:prstDash val="solid"/>
            <a:round/>
            <a:headEnd len="med" w="med" type="none"/>
            <a:tailEnd len="med" w="med" type="none"/>
          </a:ln>
        </p:spPr>
      </p:cxnSp>
      <p:cxnSp>
        <p:nvCxnSpPr>
          <p:cNvPr id="9623" name="Google Shape;9623;p41"/>
          <p:cNvCxnSpPr/>
          <p:nvPr/>
        </p:nvCxnSpPr>
        <p:spPr>
          <a:xfrm flipH="1" rot="10800000">
            <a:off x="3166201" y="3777350"/>
            <a:ext cx="4659900" cy="13200"/>
          </a:xfrm>
          <a:prstGeom prst="straightConnector1">
            <a:avLst/>
          </a:prstGeom>
          <a:noFill/>
          <a:ln cap="flat" cmpd="sng" w="9525">
            <a:solidFill>
              <a:srgbClr val="980000"/>
            </a:solidFill>
            <a:prstDash val="solid"/>
            <a:round/>
            <a:headEnd len="med" w="med" type="none"/>
            <a:tailEnd len="med" w="med" type="none"/>
          </a:ln>
        </p:spPr>
      </p:cxnSp>
      <p:cxnSp>
        <p:nvCxnSpPr>
          <p:cNvPr id="9624" name="Google Shape;9624;p41"/>
          <p:cNvCxnSpPr/>
          <p:nvPr/>
        </p:nvCxnSpPr>
        <p:spPr>
          <a:xfrm flipH="1" rot="10800000">
            <a:off x="880075" y="858275"/>
            <a:ext cx="2292000" cy="9600"/>
          </a:xfrm>
          <a:prstGeom prst="straightConnector1">
            <a:avLst/>
          </a:prstGeom>
          <a:noFill/>
          <a:ln cap="flat" cmpd="sng" w="9525">
            <a:solidFill>
              <a:schemeClr val="lt2"/>
            </a:solidFill>
            <a:prstDash val="solid"/>
            <a:round/>
            <a:headEnd len="med" w="med" type="none"/>
            <a:tailEnd len="med" w="med" type="none"/>
          </a:ln>
        </p:spPr>
      </p:cxnSp>
      <p:cxnSp>
        <p:nvCxnSpPr>
          <p:cNvPr id="9625" name="Google Shape;9625;p41"/>
          <p:cNvCxnSpPr/>
          <p:nvPr/>
        </p:nvCxnSpPr>
        <p:spPr>
          <a:xfrm rot="10800000">
            <a:off x="7819750" y="2939950"/>
            <a:ext cx="2700" cy="838500"/>
          </a:xfrm>
          <a:prstGeom prst="straightConnector1">
            <a:avLst/>
          </a:prstGeom>
          <a:noFill/>
          <a:ln cap="flat" cmpd="sng" w="9525">
            <a:solidFill>
              <a:srgbClr val="980000"/>
            </a:solidFill>
            <a:prstDash val="solid"/>
            <a:round/>
            <a:headEnd len="med" w="med" type="none"/>
            <a:tailEnd len="med" w="med" type="none"/>
          </a:ln>
        </p:spPr>
      </p:cxnSp>
      <p:cxnSp>
        <p:nvCxnSpPr>
          <p:cNvPr id="9626" name="Google Shape;9626;p41"/>
          <p:cNvCxnSpPr/>
          <p:nvPr/>
        </p:nvCxnSpPr>
        <p:spPr>
          <a:xfrm rot="10800000">
            <a:off x="3166275" y="3804100"/>
            <a:ext cx="6000" cy="917700"/>
          </a:xfrm>
          <a:prstGeom prst="straightConnector1">
            <a:avLst/>
          </a:prstGeom>
          <a:noFill/>
          <a:ln cap="flat" cmpd="sng" w="9525">
            <a:solidFill>
              <a:schemeClr val="lt2"/>
            </a:solidFill>
            <a:prstDash val="solid"/>
            <a:round/>
            <a:headEnd len="med" w="med" type="none"/>
            <a:tailEnd len="med" w="med" type="none"/>
          </a:ln>
        </p:spPr>
      </p:cxnSp>
      <p:cxnSp>
        <p:nvCxnSpPr>
          <p:cNvPr id="9627" name="Google Shape;9627;p41"/>
          <p:cNvCxnSpPr/>
          <p:nvPr/>
        </p:nvCxnSpPr>
        <p:spPr>
          <a:xfrm flipH="1" rot="10800000">
            <a:off x="3166301" y="3793175"/>
            <a:ext cx="4659900" cy="13200"/>
          </a:xfrm>
          <a:prstGeom prst="straightConnector1">
            <a:avLst/>
          </a:prstGeom>
          <a:noFill/>
          <a:ln cap="flat" cmpd="sng" w="9525">
            <a:solidFill>
              <a:schemeClr val="lt2"/>
            </a:solidFill>
            <a:prstDash val="solid"/>
            <a:round/>
            <a:headEnd len="med" w="med" type="none"/>
            <a:tailEnd len="med" w="med" type="none"/>
          </a:ln>
        </p:spPr>
      </p:cxnSp>
      <p:cxnSp>
        <p:nvCxnSpPr>
          <p:cNvPr id="9628" name="Google Shape;9628;p41"/>
          <p:cNvCxnSpPr/>
          <p:nvPr/>
        </p:nvCxnSpPr>
        <p:spPr>
          <a:xfrm rot="10800000">
            <a:off x="7821150" y="3790300"/>
            <a:ext cx="7800" cy="934200"/>
          </a:xfrm>
          <a:prstGeom prst="straightConnector1">
            <a:avLst/>
          </a:prstGeom>
          <a:noFill/>
          <a:ln cap="flat" cmpd="sng" w="9525">
            <a:solidFill>
              <a:schemeClr val="lt2"/>
            </a:solidFill>
            <a:prstDash val="solid"/>
            <a:round/>
            <a:headEnd len="med" w="med" type="none"/>
            <a:tailEnd len="med" w="med" type="none"/>
          </a:ln>
        </p:spPr>
      </p:cxnSp>
      <p:sp>
        <p:nvSpPr>
          <p:cNvPr id="9629" name="Google Shape;9629;p41"/>
          <p:cNvSpPr txBox="1"/>
          <p:nvPr/>
        </p:nvSpPr>
        <p:spPr>
          <a:xfrm>
            <a:off x="6542775" y="516275"/>
            <a:ext cx="1051800" cy="6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latin typeface="Rubik"/>
              <a:ea typeface="Rubik"/>
              <a:cs typeface="Rubik"/>
              <a:sym typeface="Rubik"/>
            </a:endParaRPr>
          </a:p>
        </p:txBody>
      </p:sp>
      <p:pic>
        <p:nvPicPr>
          <p:cNvPr id="9630" name="Google Shape;9630;p41" title="Suda IST 5001 Slide 11.mp3">
            <a:hlinkClick r:id="rId6"/>
          </p:cNvPr>
          <p:cNvPicPr preferRelativeResize="0"/>
          <p:nvPr/>
        </p:nvPicPr>
        <p:blipFill>
          <a:blip r:embed="rId7">
            <a:alphaModFix/>
          </a:blip>
          <a:stretch>
            <a:fillRect/>
          </a:stretch>
        </p:blipFill>
        <p:spPr>
          <a:xfrm>
            <a:off x="6485725" y="398825"/>
            <a:ext cx="45720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4" name="Shape 9634"/>
        <p:cNvGrpSpPr/>
        <p:nvPr/>
      </p:nvGrpSpPr>
      <p:grpSpPr>
        <a:xfrm>
          <a:off x="0" y="0"/>
          <a:ext cx="0" cy="0"/>
          <a:chOff x="0" y="0"/>
          <a:chExt cx="0" cy="0"/>
        </a:xfrm>
      </p:grpSpPr>
      <p:sp>
        <p:nvSpPr>
          <p:cNvPr id="9635" name="Google Shape;9635;p42"/>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a:t>
            </a:r>
            <a:endParaRPr/>
          </a:p>
        </p:txBody>
      </p:sp>
      <p:pic>
        <p:nvPicPr>
          <p:cNvPr id="9636" name="Google Shape;9636;p42"/>
          <p:cNvPicPr preferRelativeResize="0"/>
          <p:nvPr/>
        </p:nvPicPr>
        <p:blipFill>
          <a:blip r:embed="rId3">
            <a:alphaModFix/>
          </a:blip>
          <a:stretch>
            <a:fillRect/>
          </a:stretch>
        </p:blipFill>
        <p:spPr>
          <a:xfrm>
            <a:off x="720000" y="1221050"/>
            <a:ext cx="2308200" cy="2375100"/>
          </a:xfrm>
          <a:prstGeom prst="rect">
            <a:avLst/>
          </a:prstGeom>
          <a:noFill/>
          <a:ln>
            <a:noFill/>
          </a:ln>
        </p:spPr>
      </p:pic>
      <p:sp>
        <p:nvSpPr>
          <p:cNvPr id="9637" name="Google Shape;9637;p42"/>
          <p:cNvSpPr txBox="1"/>
          <p:nvPr/>
        </p:nvSpPr>
        <p:spPr>
          <a:xfrm>
            <a:off x="726750" y="3715275"/>
            <a:ext cx="2294700" cy="55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ubik"/>
                <a:ea typeface="Rubik"/>
                <a:cs typeface="Rubik"/>
                <a:sym typeface="Rubik"/>
              </a:rPr>
              <a:t>Output.csv file that was saved when running our Code.</a:t>
            </a:r>
            <a:endParaRPr sz="800">
              <a:solidFill>
                <a:schemeClr val="dk1"/>
              </a:solidFill>
              <a:latin typeface="Rubik"/>
              <a:ea typeface="Rubik"/>
              <a:cs typeface="Rubik"/>
              <a:sym typeface="Rubik"/>
            </a:endParaRPr>
          </a:p>
        </p:txBody>
      </p:sp>
      <p:sp>
        <p:nvSpPr>
          <p:cNvPr id="9638" name="Google Shape;9638;p42"/>
          <p:cNvSpPr txBox="1"/>
          <p:nvPr/>
        </p:nvSpPr>
        <p:spPr>
          <a:xfrm>
            <a:off x="3895438" y="3744225"/>
            <a:ext cx="1440000" cy="10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Rubik"/>
                <a:ea typeface="Rubik"/>
                <a:cs typeface="Rubik"/>
                <a:sym typeface="Rubik"/>
              </a:rPr>
              <a:t>Average Score:    11.8290</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a:p>
            <a:pPr indent="0" lvl="0" marL="0" rtl="0" algn="l">
              <a:spcBef>
                <a:spcPts val="0"/>
              </a:spcBef>
              <a:spcAft>
                <a:spcPts val="0"/>
              </a:spcAft>
              <a:buNone/>
            </a:pPr>
            <a:r>
              <a:rPr lang="en" sz="800">
                <a:solidFill>
                  <a:schemeClr val="dk1"/>
                </a:solidFill>
                <a:latin typeface="Rubik"/>
                <a:ea typeface="Rubik"/>
                <a:cs typeface="Rubik"/>
                <a:sym typeface="Rubik"/>
              </a:rPr>
              <a:t>Average Length:  9.6956</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a:p>
            <a:pPr indent="0" lvl="0" marL="0" rtl="0" algn="l">
              <a:spcBef>
                <a:spcPts val="0"/>
              </a:spcBef>
              <a:spcAft>
                <a:spcPts val="0"/>
              </a:spcAft>
              <a:buNone/>
            </a:pPr>
            <a:r>
              <a:rPr lang="en" sz="800">
                <a:solidFill>
                  <a:schemeClr val="dk1"/>
                </a:solidFill>
                <a:latin typeface="Rubik"/>
                <a:ea typeface="Rubik"/>
                <a:cs typeface="Rubik"/>
                <a:sym typeface="Rubik"/>
              </a:rPr>
              <a:t>Average Unique Characters:           8.0213</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p:txBody>
      </p:sp>
      <p:pic>
        <p:nvPicPr>
          <p:cNvPr id="9639" name="Google Shape;9639;p42"/>
          <p:cNvPicPr preferRelativeResize="0"/>
          <p:nvPr/>
        </p:nvPicPr>
        <p:blipFill>
          <a:blip r:embed="rId4">
            <a:alphaModFix/>
          </a:blip>
          <a:stretch>
            <a:fillRect/>
          </a:stretch>
        </p:blipFill>
        <p:spPr>
          <a:xfrm>
            <a:off x="3390313" y="1242050"/>
            <a:ext cx="2450226" cy="1664650"/>
          </a:xfrm>
          <a:prstGeom prst="rect">
            <a:avLst/>
          </a:prstGeom>
          <a:noFill/>
          <a:ln>
            <a:noFill/>
          </a:ln>
        </p:spPr>
      </p:pic>
      <p:pic>
        <p:nvPicPr>
          <p:cNvPr id="9640" name="Google Shape;9640;p42"/>
          <p:cNvPicPr preferRelativeResize="0"/>
          <p:nvPr/>
        </p:nvPicPr>
        <p:blipFill>
          <a:blip r:embed="rId5">
            <a:alphaModFix/>
          </a:blip>
          <a:stretch>
            <a:fillRect/>
          </a:stretch>
        </p:blipFill>
        <p:spPr>
          <a:xfrm>
            <a:off x="5973775" y="1238300"/>
            <a:ext cx="2450226" cy="1672148"/>
          </a:xfrm>
          <a:prstGeom prst="rect">
            <a:avLst/>
          </a:prstGeom>
          <a:noFill/>
          <a:ln>
            <a:noFill/>
          </a:ln>
        </p:spPr>
      </p:pic>
      <p:sp>
        <p:nvSpPr>
          <p:cNvPr id="9641" name="Google Shape;9641;p42"/>
          <p:cNvSpPr txBox="1"/>
          <p:nvPr/>
        </p:nvSpPr>
        <p:spPr>
          <a:xfrm>
            <a:off x="3852000" y="2996738"/>
            <a:ext cx="1440000" cy="62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ubik"/>
                <a:ea typeface="Rubik"/>
                <a:cs typeface="Rubik"/>
                <a:sym typeface="Rubik"/>
              </a:rPr>
              <a:t>Slope of Trendline: 0.5377</a:t>
            </a:r>
            <a:endParaRPr sz="800">
              <a:solidFill>
                <a:schemeClr val="dk1"/>
              </a:solidFill>
              <a:latin typeface="Rubik"/>
              <a:ea typeface="Rubik"/>
              <a:cs typeface="Rubik"/>
              <a:sym typeface="Rubik"/>
            </a:endParaRPr>
          </a:p>
          <a:p>
            <a:pPr indent="0" lvl="0" marL="0" rtl="0" algn="ctr">
              <a:spcBef>
                <a:spcPts val="0"/>
              </a:spcBef>
              <a:spcAft>
                <a:spcPts val="0"/>
              </a:spcAft>
              <a:buNone/>
            </a:pPr>
            <a:r>
              <a:t/>
            </a:r>
            <a:endParaRPr sz="800">
              <a:solidFill>
                <a:schemeClr val="dk1"/>
              </a:solidFill>
              <a:latin typeface="Rubik"/>
              <a:ea typeface="Rubik"/>
              <a:cs typeface="Rubik"/>
              <a:sym typeface="Rubik"/>
            </a:endParaRPr>
          </a:p>
          <a:p>
            <a:pPr indent="0" lvl="0" marL="0" rtl="0" algn="ctr">
              <a:spcBef>
                <a:spcPts val="0"/>
              </a:spcBef>
              <a:spcAft>
                <a:spcPts val="0"/>
              </a:spcAft>
              <a:buNone/>
            </a:pPr>
            <a:r>
              <a:rPr lang="en" sz="800">
                <a:solidFill>
                  <a:schemeClr val="dk1"/>
                </a:solidFill>
                <a:latin typeface="Rubik"/>
                <a:ea typeface="Rubik"/>
                <a:cs typeface="Rubik"/>
                <a:sym typeface="Rubik"/>
              </a:rPr>
              <a:t>R</a:t>
            </a:r>
            <a:r>
              <a:rPr baseline="30000" lang="en" sz="800">
                <a:solidFill>
                  <a:schemeClr val="dk1"/>
                </a:solidFill>
                <a:latin typeface="Rubik"/>
                <a:ea typeface="Rubik"/>
                <a:cs typeface="Rubik"/>
                <a:sym typeface="Rubik"/>
              </a:rPr>
              <a:t>2</a:t>
            </a:r>
            <a:r>
              <a:rPr lang="en" sz="800">
                <a:solidFill>
                  <a:schemeClr val="dk1"/>
                </a:solidFill>
                <a:latin typeface="Rubik"/>
                <a:ea typeface="Rubik"/>
                <a:cs typeface="Rubik"/>
                <a:sym typeface="Rubik"/>
              </a:rPr>
              <a:t> Value: 0.6203</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p:txBody>
      </p:sp>
      <p:sp>
        <p:nvSpPr>
          <p:cNvPr id="9642" name="Google Shape;9642;p42"/>
          <p:cNvSpPr txBox="1"/>
          <p:nvPr/>
        </p:nvSpPr>
        <p:spPr>
          <a:xfrm>
            <a:off x="6478875" y="2998613"/>
            <a:ext cx="1440000" cy="62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ubik"/>
                <a:ea typeface="Rubik"/>
                <a:cs typeface="Rubik"/>
                <a:sym typeface="Rubik"/>
              </a:rPr>
              <a:t>Slope of Trendline: 0.4167</a:t>
            </a:r>
            <a:endParaRPr sz="800">
              <a:solidFill>
                <a:schemeClr val="dk1"/>
              </a:solidFill>
              <a:latin typeface="Rubik"/>
              <a:ea typeface="Rubik"/>
              <a:cs typeface="Rubik"/>
              <a:sym typeface="Rubik"/>
            </a:endParaRPr>
          </a:p>
          <a:p>
            <a:pPr indent="0" lvl="0" marL="0" rtl="0" algn="ctr">
              <a:spcBef>
                <a:spcPts val="0"/>
              </a:spcBef>
              <a:spcAft>
                <a:spcPts val="0"/>
              </a:spcAft>
              <a:buNone/>
            </a:pPr>
            <a:r>
              <a:t/>
            </a:r>
            <a:endParaRPr sz="800">
              <a:solidFill>
                <a:schemeClr val="dk1"/>
              </a:solidFill>
              <a:latin typeface="Rubik"/>
              <a:ea typeface="Rubik"/>
              <a:cs typeface="Rubik"/>
              <a:sym typeface="Rubik"/>
            </a:endParaRPr>
          </a:p>
          <a:p>
            <a:pPr indent="0" lvl="0" marL="0" rtl="0" algn="ctr">
              <a:spcBef>
                <a:spcPts val="0"/>
              </a:spcBef>
              <a:spcAft>
                <a:spcPts val="0"/>
              </a:spcAft>
              <a:buNone/>
            </a:pPr>
            <a:r>
              <a:rPr lang="en" sz="800">
                <a:solidFill>
                  <a:schemeClr val="dk1"/>
                </a:solidFill>
                <a:latin typeface="Rubik"/>
                <a:ea typeface="Rubik"/>
                <a:cs typeface="Rubik"/>
                <a:sym typeface="Rubik"/>
              </a:rPr>
              <a:t>R</a:t>
            </a:r>
            <a:r>
              <a:rPr baseline="30000" lang="en" sz="800">
                <a:solidFill>
                  <a:schemeClr val="dk1"/>
                </a:solidFill>
                <a:latin typeface="Rubik"/>
                <a:ea typeface="Rubik"/>
                <a:cs typeface="Rubik"/>
                <a:sym typeface="Rubik"/>
              </a:rPr>
              <a:t>2</a:t>
            </a:r>
            <a:r>
              <a:rPr lang="en" sz="800">
                <a:solidFill>
                  <a:schemeClr val="dk1"/>
                </a:solidFill>
                <a:latin typeface="Rubik"/>
                <a:ea typeface="Rubik"/>
                <a:cs typeface="Rubik"/>
                <a:sym typeface="Rubik"/>
              </a:rPr>
              <a:t> Value: 0.5765</a:t>
            </a:r>
            <a:endParaRPr sz="800">
              <a:solidFill>
                <a:schemeClr val="dk1"/>
              </a:solidFill>
              <a:latin typeface="Rubik"/>
              <a:ea typeface="Rubik"/>
              <a:cs typeface="Rubik"/>
              <a:sym typeface="Rubik"/>
            </a:endParaRPr>
          </a:p>
        </p:txBody>
      </p:sp>
      <p:sp>
        <p:nvSpPr>
          <p:cNvPr id="9643" name="Google Shape;9643;p42"/>
          <p:cNvSpPr txBox="1"/>
          <p:nvPr/>
        </p:nvSpPr>
        <p:spPr>
          <a:xfrm>
            <a:off x="6156525" y="3806975"/>
            <a:ext cx="2084700" cy="10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Rubik"/>
                <a:ea typeface="Rubik"/>
                <a:cs typeface="Rubik"/>
                <a:sym typeface="Rubik"/>
              </a:rPr>
              <a:t>Since the Second graph’s R Squared Value is less than the First’s, we can see that Unique Character count is a better fit to predict Score than Length. </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a:p>
            <a:pPr indent="0" lvl="0" marL="0" rtl="0" algn="l">
              <a:spcBef>
                <a:spcPts val="0"/>
              </a:spcBef>
              <a:spcAft>
                <a:spcPts val="0"/>
              </a:spcAft>
              <a:buNone/>
            </a:pPr>
            <a:r>
              <a:t/>
            </a:r>
            <a:endParaRPr sz="800">
              <a:solidFill>
                <a:schemeClr val="dk1"/>
              </a:solidFill>
              <a:latin typeface="Rubik"/>
              <a:ea typeface="Rubik"/>
              <a:cs typeface="Rubik"/>
              <a:sym typeface="Rubik"/>
            </a:endParaRPr>
          </a:p>
        </p:txBody>
      </p:sp>
      <p:pic>
        <p:nvPicPr>
          <p:cNvPr id="9644" name="Google Shape;9644;p42" title="Suda IST 5001 Slide 12.mp3">
            <a:hlinkClick r:id="rId6"/>
          </p:cNvPr>
          <p:cNvPicPr preferRelativeResize="0"/>
          <p:nvPr/>
        </p:nvPicPr>
        <p:blipFill>
          <a:blip r:embed="rId7">
            <a:alphaModFix/>
          </a:blip>
          <a:stretch>
            <a:fillRect/>
          </a:stretch>
        </p:blipFill>
        <p:spPr>
          <a:xfrm>
            <a:off x="6264575" y="202825"/>
            <a:ext cx="415200" cy="415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8" name="Shape 9648"/>
        <p:cNvGrpSpPr/>
        <p:nvPr/>
      </p:nvGrpSpPr>
      <p:grpSpPr>
        <a:xfrm>
          <a:off x="0" y="0"/>
          <a:ext cx="0" cy="0"/>
          <a:chOff x="0" y="0"/>
          <a:chExt cx="0" cy="0"/>
        </a:xfrm>
      </p:grpSpPr>
      <p:sp>
        <p:nvSpPr>
          <p:cNvPr id="9649" name="Google Shape;9649;p43"/>
          <p:cNvSpPr txBox="1"/>
          <p:nvPr>
            <p:ph type="title"/>
          </p:nvPr>
        </p:nvSpPr>
        <p:spPr>
          <a:xfrm>
            <a:off x="720000" y="387600"/>
            <a:ext cx="7704000" cy="59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9650" name="Google Shape;9650;p43"/>
          <p:cNvSpPr txBox="1"/>
          <p:nvPr>
            <p:ph idx="2" type="subTitle"/>
          </p:nvPr>
        </p:nvSpPr>
        <p:spPr>
          <a:xfrm>
            <a:off x="1845150" y="1587175"/>
            <a:ext cx="5453700" cy="3098700"/>
          </a:xfrm>
          <a:prstGeom prst="rect">
            <a:avLst/>
          </a:prstGeom>
        </p:spPr>
        <p:txBody>
          <a:bodyPr anchorCtr="0" anchor="b" bIns="91425" lIns="91425" spcFirstLastPara="1" rIns="91425" wrap="square" tIns="91425">
            <a:noAutofit/>
          </a:bodyPr>
          <a:lstStyle/>
          <a:p>
            <a:pPr indent="0" lvl="0" marL="0" rtl="0" algn="l">
              <a:lnSpc>
                <a:spcPct val="115000"/>
              </a:lnSpc>
              <a:spcBef>
                <a:spcPts val="1500"/>
              </a:spcBef>
              <a:spcAft>
                <a:spcPts val="0"/>
              </a:spcAft>
              <a:buNone/>
            </a:pPr>
            <a:r>
              <a:t/>
            </a:r>
            <a:endParaRPr sz="1300"/>
          </a:p>
          <a:p>
            <a:pPr indent="-311150" lvl="0" marL="457200" rtl="0" algn="l">
              <a:spcBef>
                <a:spcPts val="1500"/>
              </a:spcBef>
              <a:spcAft>
                <a:spcPts val="0"/>
              </a:spcAft>
              <a:buSzPts val="1300"/>
              <a:buChar char="●"/>
            </a:pPr>
            <a:r>
              <a:rPr lang="en" sz="1300"/>
              <a:t>Cybersecurity is all about balancing convenience and security. Ideally, a password should be long and randomly generated</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The number of unique characters in a password has more effect on the strength of a password than length does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Regardless of length or number of unique characters, passwords are much less secure when they include repeating characters or dictionary words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Both the length and the number of unique characters (complexity) are positively correlated with the strength of a password</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Regardless of the strength, passwords should always be used in conjunction with multi factor authentication</a:t>
            </a:r>
            <a:endParaRPr sz="1300"/>
          </a:p>
          <a:p>
            <a:pPr indent="0" lvl="0" marL="0" rtl="0" algn="l">
              <a:spcBef>
                <a:spcPts val="0"/>
              </a:spcBef>
              <a:spcAft>
                <a:spcPts val="0"/>
              </a:spcAft>
              <a:buNone/>
            </a:pPr>
            <a:r>
              <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gital Scam Awareness Newsletter by Slidesgo">
  <a:themeElements>
    <a:clrScheme name="Simple Light">
      <a:dk1>
        <a:srgbClr val="E4FAFF"/>
      </a:dk1>
      <a:lt1>
        <a:srgbClr val="28373C"/>
      </a:lt1>
      <a:dk2>
        <a:srgbClr val="4E6872"/>
      </a:dk2>
      <a:lt2>
        <a:srgbClr val="1DB2C5"/>
      </a:lt2>
      <a:accent1>
        <a:srgbClr val="3FE6FF"/>
      </a:accent1>
      <a:accent2>
        <a:srgbClr val="93EFFD"/>
      </a:accent2>
      <a:accent3>
        <a:srgbClr val="FFFFFF"/>
      </a:accent3>
      <a:accent4>
        <a:srgbClr val="FFFFFF"/>
      </a:accent4>
      <a:accent5>
        <a:srgbClr val="FFFFFF"/>
      </a:accent5>
      <a:accent6>
        <a:srgbClr val="FFFFFF"/>
      </a:accent6>
      <a:hlink>
        <a:srgbClr val="E4FA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